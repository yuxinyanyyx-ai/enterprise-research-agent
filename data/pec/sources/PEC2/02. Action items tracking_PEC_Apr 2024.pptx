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3.xml" ContentType="application/vnd.openxmlformats-officedocument.theme+xml"/>
  <Override PartName="/ppt/slideLayouts/slideLayout88.xml" ContentType="application/vnd.openxmlformats-officedocument.presentationml.slideLayout+xml"/>
  <Override PartName="/ppt/theme/theme4.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5.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6.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7.xml" ContentType="application/vnd.openxmlformats-officedocument.theme+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9" r:id="rId4"/>
    <p:sldMasterId id="2147483784" r:id="rId5"/>
    <p:sldMasterId id="2147483816" r:id="rId6"/>
    <p:sldMasterId id="2147483844" r:id="rId7"/>
    <p:sldMasterId id="2147483849" r:id="rId8"/>
    <p:sldMasterId id="2147483889" r:id="rId9"/>
    <p:sldMasterId id="2147483908" r:id="rId10"/>
    <p:sldMasterId id="2147483911" r:id="rId11"/>
  </p:sldMasterIdLst>
  <p:notesMasterIdLst>
    <p:notesMasterId r:id="rId14"/>
  </p:notesMasterIdLst>
  <p:handoutMasterIdLst>
    <p:handoutMasterId r:id="rId15"/>
  </p:handoutMasterIdLst>
  <p:sldIdLst>
    <p:sldId id="9860" r:id="rId12"/>
    <p:sldId id="9861" r:id="rId13"/>
  </p:sldIdLst>
  <p:sldSz cx="9144000" cy="5143500" type="screen16x9"/>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5520" userDrawn="1">
          <p15:clr>
            <a:srgbClr val="A4A3A4"/>
          </p15:clr>
        </p15:guide>
        <p15:guide id="6" pos="228" userDrawn="1">
          <p15:clr>
            <a:srgbClr val="A4A3A4"/>
          </p15:clr>
        </p15:guide>
        <p15:guide id="7" orient="horz" pos="3003" userDrawn="1">
          <p15:clr>
            <a:srgbClr val="A4A3A4"/>
          </p15:clr>
        </p15:guide>
        <p15:guide id="8" orient="horz" pos="58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Dr.,Jiaqi (HP Medicine) BII-CN-S" initials="L(MB" lastIdx="2" clrIdx="0">
    <p:extLst>
      <p:ext uri="{19B8F6BF-5375-455C-9EA6-DF929625EA0E}">
        <p15:presenceInfo xmlns:p15="http://schemas.microsoft.com/office/powerpoint/2012/main" userId="S-1-5-21-606747145-789336058-1417001333-156130" providerId="AD"/>
      </p:ext>
    </p:extLst>
  </p:cmAuthor>
  <p:cmAuthor id="2" name="Qin,Xiaofei (HP Medicine) BII-CN-S" initials="Q(MB" lastIdx="1" clrIdx="1">
    <p:extLst>
      <p:ext uri="{19B8F6BF-5375-455C-9EA6-DF929625EA0E}">
        <p15:presenceInfo xmlns:p15="http://schemas.microsoft.com/office/powerpoint/2012/main" userId="S::xiaofei.qin@boehringer-ingelheim.com::06c30fe0-bc15-4576-b8dd-f361a38c454e" providerId="AD"/>
      </p:ext>
    </p:extLst>
  </p:cmAuthor>
  <p:cmAuthor id="3" name="Li,Ansu (HP Medicine) BII-CN-S" initials="L(MBCS" lastIdx="1" clrIdx="2">
    <p:extLst>
      <p:ext uri="{19B8F6BF-5375-455C-9EA6-DF929625EA0E}">
        <p15:presenceInfo xmlns:p15="http://schemas.microsoft.com/office/powerpoint/2012/main" userId="S::ansu.li@boehringer-ingelheim.com::ec2f8842-dc81-4094-912e-223fc8542a04" providerId="AD"/>
      </p:ext>
    </p:extLst>
  </p:cmAuthor>
  <p:cmAuthor id="4" name="Li,Yuting (HP Medicine) BII-CN-S" initials="L(MB" lastIdx="1" clrIdx="3">
    <p:extLst>
      <p:ext uri="{19B8F6BF-5375-455C-9EA6-DF929625EA0E}">
        <p15:presenceInfo xmlns:p15="http://schemas.microsoft.com/office/powerpoint/2012/main" userId="S::yuting.li@boehringer-ingelheim.com::ce8fbb54-122c-426d-b8da-fdcc5e1b50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471CF"/>
    <a:srgbClr val="92D050"/>
    <a:srgbClr val="EAEAEA"/>
    <a:srgbClr val="336597"/>
    <a:srgbClr val="DAFAE8"/>
    <a:srgbClr val="99CCFF"/>
    <a:srgbClr val="9BC9F7"/>
    <a:srgbClr val="11F7F7"/>
    <a:srgbClr val="408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guide pos="5520"/>
        <p:guide pos="228"/>
        <p:guide orient="horz" pos="3003"/>
        <p:guide orient="horz" pos="585"/>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Master" Target="slideMasters/slideMaster7.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Dr.,Jiaqi (HP Medicine) BII-CN-S" userId="8b183601-9cff-443d-8730-90ebdb48edb2" providerId="ADAL" clId="{E560C320-7576-4C4C-8F1D-FCF36A67BF6D}"/>
    <pc:docChg chg="undo custSel addSld delSld modSld">
      <pc:chgData name="Lu,Dr.,Jiaqi (HP Medicine) BII-CN-S" userId="8b183601-9cff-443d-8730-90ebdb48edb2" providerId="ADAL" clId="{E560C320-7576-4C4C-8F1D-FCF36A67BF6D}" dt="2023-06-12T14:54:01.862" v="109" actId="20577"/>
      <pc:docMkLst>
        <pc:docMk/>
      </pc:docMkLst>
      <pc:sldChg chg="modSp mod">
        <pc:chgData name="Lu,Dr.,Jiaqi (HP Medicine) BII-CN-S" userId="8b183601-9cff-443d-8730-90ebdb48edb2" providerId="ADAL" clId="{E560C320-7576-4C4C-8F1D-FCF36A67BF6D}" dt="2023-06-12T14:54:01.862" v="109" actId="20577"/>
        <pc:sldMkLst>
          <pc:docMk/>
          <pc:sldMk cId="2210452648" sldId="437"/>
        </pc:sldMkLst>
        <pc:graphicFrameChg chg="mod modGraphic">
          <ac:chgData name="Lu,Dr.,Jiaqi (HP Medicine) BII-CN-S" userId="8b183601-9cff-443d-8730-90ebdb48edb2" providerId="ADAL" clId="{E560C320-7576-4C4C-8F1D-FCF36A67BF6D}" dt="2023-06-12T14:54:01.862" v="109" actId="20577"/>
          <ac:graphicFrameMkLst>
            <pc:docMk/>
            <pc:sldMk cId="2210452648" sldId="437"/>
            <ac:graphicFrameMk id="10" creationId="{00000000-0000-0000-0000-000000000000}"/>
          </ac:graphicFrameMkLst>
        </pc:graphicFrameChg>
      </pc:sldChg>
      <pc:sldChg chg="modSp add del mod">
        <pc:chgData name="Lu,Dr.,Jiaqi (HP Medicine) BII-CN-S" userId="8b183601-9cff-443d-8730-90ebdb48edb2" providerId="ADAL" clId="{E560C320-7576-4C4C-8F1D-FCF36A67BF6D}" dt="2023-06-12T14:52:50.542" v="106" actId="207"/>
        <pc:sldMkLst>
          <pc:docMk/>
          <pc:sldMk cId="2472844228" sldId="2147473448"/>
        </pc:sldMkLst>
        <pc:spChg chg="mod">
          <ac:chgData name="Lu,Dr.,Jiaqi (HP Medicine) BII-CN-S" userId="8b183601-9cff-443d-8730-90ebdb48edb2" providerId="ADAL" clId="{E560C320-7576-4C4C-8F1D-FCF36A67BF6D}" dt="2023-06-12T14:35:20.383" v="4"/>
          <ac:spMkLst>
            <pc:docMk/>
            <pc:sldMk cId="2472844228" sldId="2147473448"/>
            <ac:spMk id="2" creationId="{468B6AF9-A780-FDDE-B877-8CC7FC0D1DAB}"/>
          </ac:spMkLst>
        </pc:spChg>
        <pc:spChg chg="mod">
          <ac:chgData name="Lu,Dr.,Jiaqi (HP Medicine) BII-CN-S" userId="8b183601-9cff-443d-8730-90ebdb48edb2" providerId="ADAL" clId="{E560C320-7576-4C4C-8F1D-FCF36A67BF6D}" dt="2023-06-12T14:52:50.542" v="106" actId="207"/>
          <ac:spMkLst>
            <pc:docMk/>
            <pc:sldMk cId="2472844228" sldId="2147473448"/>
            <ac:spMk id="3" creationId="{0FF4150B-7C01-0740-A330-040819B99EBF}"/>
          </ac:spMkLst>
        </pc:spChg>
      </pc:sldChg>
    </pc:docChg>
  </pc:docChgLst>
  <pc:docChgLst>
    <pc:chgData name="Lu,Dr.,Jiaqi (HP Medicine) BII-CN-S" userId="8b183601-9cff-443d-8730-90ebdb48edb2" providerId="ADAL" clId="{3844CC19-FF29-4F30-A948-4976FE35E9CB}"/>
    <pc:docChg chg="custSel modSld">
      <pc:chgData name="Lu,Dr.,Jiaqi (HP Medicine) BII-CN-S" userId="8b183601-9cff-443d-8730-90ebdb48edb2" providerId="ADAL" clId="{3844CC19-FF29-4F30-A948-4976FE35E9CB}" dt="2024-04-22T03:07:44.635" v="152" actId="20577"/>
      <pc:docMkLst>
        <pc:docMk/>
      </pc:docMkLst>
      <pc:sldChg chg="modSp mod">
        <pc:chgData name="Lu,Dr.,Jiaqi (HP Medicine) BII-CN-S" userId="8b183601-9cff-443d-8730-90ebdb48edb2" providerId="ADAL" clId="{3844CC19-FF29-4F30-A948-4976FE35E9CB}" dt="2024-04-22T03:07:44.635" v="152" actId="20577"/>
        <pc:sldMkLst>
          <pc:docMk/>
          <pc:sldMk cId="4281621405" sldId="9861"/>
        </pc:sldMkLst>
        <pc:graphicFrameChg chg="modGraphic">
          <ac:chgData name="Lu,Dr.,Jiaqi (HP Medicine) BII-CN-S" userId="8b183601-9cff-443d-8730-90ebdb48edb2" providerId="ADAL" clId="{3844CC19-FF29-4F30-A948-4976FE35E9CB}" dt="2024-04-22T03:07:44.635" v="152" actId="20577"/>
          <ac:graphicFrameMkLst>
            <pc:docMk/>
            <pc:sldMk cId="4281621405" sldId="9861"/>
            <ac:graphicFrameMk id="13" creationId="{76B842C5-0BDC-F0F9-D21B-6C9BC88568AA}"/>
          </ac:graphicFrameMkLst>
        </pc:graphicFrameChg>
      </pc:sldChg>
    </pc:docChg>
  </pc:docChgLst>
  <pc:docChgLst>
    <pc:chgData name="Lian,Christina (HP Medicine) BII-CN-S" userId="d3b97c2b-6a0a-46f1-ac75-ab5460a4a2b4" providerId="ADAL" clId="{C566B350-5871-4E77-86D7-E96268730C5A}"/>
    <pc:docChg chg="custSel modSld">
      <pc:chgData name="Lian,Christina (HP Medicine) BII-CN-S" userId="d3b97c2b-6a0a-46f1-ac75-ab5460a4a2b4" providerId="ADAL" clId="{C566B350-5871-4E77-86D7-E96268730C5A}" dt="2023-04-07T09:00:36.851" v="193" actId="14100"/>
      <pc:docMkLst>
        <pc:docMk/>
      </pc:docMkLst>
      <pc:sldChg chg="modSp mod">
        <pc:chgData name="Lian,Christina (HP Medicine) BII-CN-S" userId="d3b97c2b-6a0a-46f1-ac75-ab5460a4a2b4" providerId="ADAL" clId="{C566B350-5871-4E77-86D7-E96268730C5A}" dt="2023-04-07T08:56:05.915" v="38" actId="313"/>
        <pc:sldMkLst>
          <pc:docMk/>
          <pc:sldMk cId="3445535131" sldId="297"/>
        </pc:sldMkLst>
        <pc:spChg chg="mod">
          <ac:chgData name="Lian,Christina (HP Medicine) BII-CN-S" userId="d3b97c2b-6a0a-46f1-ac75-ab5460a4a2b4" providerId="ADAL" clId="{C566B350-5871-4E77-86D7-E96268730C5A}" dt="2023-04-07T08:56:00.786" v="37" actId="20577"/>
          <ac:spMkLst>
            <pc:docMk/>
            <pc:sldMk cId="3445535131" sldId="297"/>
            <ac:spMk id="16" creationId="{E77AFCD1-6CF4-4326-9A04-89DEDA920091}"/>
          </ac:spMkLst>
        </pc:spChg>
        <pc:spChg chg="mod">
          <ac:chgData name="Lian,Christina (HP Medicine) BII-CN-S" userId="d3b97c2b-6a0a-46f1-ac75-ab5460a4a2b4" providerId="ADAL" clId="{C566B350-5871-4E77-86D7-E96268730C5A}" dt="2023-04-07T08:56:05.915" v="38" actId="313"/>
          <ac:spMkLst>
            <pc:docMk/>
            <pc:sldMk cId="3445535131" sldId="297"/>
            <ac:spMk id="17" creationId="{FD163D71-49A7-467A-A6D5-78DD337A9A95}"/>
          </ac:spMkLst>
        </pc:spChg>
      </pc:sldChg>
      <pc:sldChg chg="modSp mod">
        <pc:chgData name="Lian,Christina (HP Medicine) BII-CN-S" userId="d3b97c2b-6a0a-46f1-ac75-ab5460a4a2b4" providerId="ADAL" clId="{C566B350-5871-4E77-86D7-E96268730C5A}" dt="2023-04-07T09:00:36.851" v="193" actId="14100"/>
        <pc:sldMkLst>
          <pc:docMk/>
          <pc:sldMk cId="2210452648" sldId="437"/>
        </pc:sldMkLst>
        <pc:graphicFrameChg chg="mod modGraphic">
          <ac:chgData name="Lian,Christina (HP Medicine) BII-CN-S" userId="d3b97c2b-6a0a-46f1-ac75-ab5460a4a2b4" providerId="ADAL" clId="{C566B350-5871-4E77-86D7-E96268730C5A}" dt="2023-04-07T09:00:36.851" v="193" actId="14100"/>
          <ac:graphicFrameMkLst>
            <pc:docMk/>
            <pc:sldMk cId="2210452648" sldId="437"/>
            <ac:graphicFrameMk id="10" creationId="{00000000-0000-0000-0000-000000000000}"/>
          </ac:graphicFrameMkLst>
        </pc:graphicFrameChg>
      </pc:sldChg>
    </pc:docChg>
  </pc:docChgLst>
  <pc:docChgLst>
    <pc:chgData name="Du,Zhaoxia (MED BDS) BII-CN-S" userId="691607b6-ca5c-4112-8458-0d74bdb9c14d" providerId="ADAL" clId="{18DADF67-5A68-4B96-BDAD-2FB3D6A24DFD}"/>
    <pc:docChg chg="undo custSel addSld delSld modSld sldOrd">
      <pc:chgData name="Du,Zhaoxia (MED BDS) BII-CN-S" userId="691607b6-ca5c-4112-8458-0d74bdb9c14d" providerId="ADAL" clId="{18DADF67-5A68-4B96-BDAD-2FB3D6A24DFD}" dt="2023-04-10T05:21:01.695" v="202" actId="14100"/>
      <pc:docMkLst>
        <pc:docMk/>
      </pc:docMkLst>
      <pc:sldChg chg="modSp mod">
        <pc:chgData name="Du,Zhaoxia (MED BDS) BII-CN-S" userId="691607b6-ca5c-4112-8458-0d74bdb9c14d" providerId="ADAL" clId="{18DADF67-5A68-4B96-BDAD-2FB3D6A24DFD}" dt="2023-03-27T08:38:07.378" v="7" actId="20577"/>
        <pc:sldMkLst>
          <pc:docMk/>
          <pc:sldMk cId="1341461315" sldId="431"/>
        </pc:sldMkLst>
        <pc:spChg chg="mod">
          <ac:chgData name="Du,Zhaoxia (MED BDS) BII-CN-S" userId="691607b6-ca5c-4112-8458-0d74bdb9c14d" providerId="ADAL" clId="{18DADF67-5A68-4B96-BDAD-2FB3D6A24DFD}" dt="2023-03-27T08:38:07.378" v="7" actId="20577"/>
          <ac:spMkLst>
            <pc:docMk/>
            <pc:sldMk cId="1341461315" sldId="431"/>
            <ac:spMk id="5" creationId="{00000000-0000-0000-0000-000000000000}"/>
          </ac:spMkLst>
        </pc:spChg>
      </pc:sldChg>
      <pc:sldChg chg="modSp mod">
        <pc:chgData name="Du,Zhaoxia (MED BDS) BII-CN-S" userId="691607b6-ca5c-4112-8458-0d74bdb9c14d" providerId="ADAL" clId="{18DADF67-5A68-4B96-BDAD-2FB3D6A24DFD}" dt="2023-04-06T05:42:22.386" v="143" actId="14734"/>
        <pc:sldMkLst>
          <pc:docMk/>
          <pc:sldMk cId="2210452648" sldId="437"/>
        </pc:sldMkLst>
        <pc:graphicFrameChg chg="mod modGraphic">
          <ac:chgData name="Du,Zhaoxia (MED BDS) BII-CN-S" userId="691607b6-ca5c-4112-8458-0d74bdb9c14d" providerId="ADAL" clId="{18DADF67-5A68-4B96-BDAD-2FB3D6A24DFD}" dt="2023-04-06T05:42:22.386" v="143" actId="14734"/>
          <ac:graphicFrameMkLst>
            <pc:docMk/>
            <pc:sldMk cId="2210452648" sldId="437"/>
            <ac:graphicFrameMk id="10" creationId="{00000000-0000-0000-0000-000000000000}"/>
          </ac:graphicFrameMkLst>
        </pc:graphicFrameChg>
      </pc:sldChg>
      <pc:sldChg chg="modSp add mod ord">
        <pc:chgData name="Du,Zhaoxia (MED BDS) BII-CN-S" userId="691607b6-ca5c-4112-8458-0d74bdb9c14d" providerId="ADAL" clId="{18DADF67-5A68-4B96-BDAD-2FB3D6A24DFD}" dt="2023-04-10T05:21:01.695" v="202" actId="14100"/>
        <pc:sldMkLst>
          <pc:docMk/>
          <pc:sldMk cId="2629044557" sldId="2145706801"/>
        </pc:sldMkLst>
        <pc:spChg chg="mod">
          <ac:chgData name="Du,Zhaoxia (MED BDS) BII-CN-S" userId="691607b6-ca5c-4112-8458-0d74bdb9c14d" providerId="ADAL" clId="{18DADF67-5A68-4B96-BDAD-2FB3D6A24DFD}" dt="2023-04-07T11:20:57.170" v="159" actId="20577"/>
          <ac:spMkLst>
            <pc:docMk/>
            <pc:sldMk cId="2629044557" sldId="2145706801"/>
            <ac:spMk id="11" creationId="{673D2A89-F036-4AF4-8608-98B15765422F}"/>
          </ac:spMkLst>
        </pc:spChg>
        <pc:graphicFrameChg chg="mod">
          <ac:chgData name="Du,Zhaoxia (MED BDS) BII-CN-S" userId="691607b6-ca5c-4112-8458-0d74bdb9c14d" providerId="ADAL" clId="{18DADF67-5A68-4B96-BDAD-2FB3D6A24DFD}" dt="2023-04-10T05:21:01.695" v="202" actId="14100"/>
          <ac:graphicFrameMkLst>
            <pc:docMk/>
            <pc:sldMk cId="2629044557" sldId="2145706801"/>
            <ac:graphicFrameMk id="13" creationId="{00931F27-4439-4F5A-9A13-1FE193247C97}"/>
          </ac:graphicFrameMkLst>
        </pc:graphicFrameChg>
        <pc:graphicFrameChg chg="mod modGraphic">
          <ac:chgData name="Du,Zhaoxia (MED BDS) BII-CN-S" userId="691607b6-ca5c-4112-8458-0d74bdb9c14d" providerId="ADAL" clId="{18DADF67-5A68-4B96-BDAD-2FB3D6A24DFD}" dt="2023-04-10T05:19:07.063" v="200" actId="1076"/>
          <ac:graphicFrameMkLst>
            <pc:docMk/>
            <pc:sldMk cId="2629044557" sldId="2145706801"/>
            <ac:graphicFrameMk id="22" creationId="{247518F5-A1BF-454E-A216-6F41D88C24CE}"/>
          </ac:graphicFrameMkLst>
        </pc:graphicFrameChg>
      </pc:sldChg>
      <pc:sldChg chg="modSp add del mod ord">
        <pc:chgData name="Du,Zhaoxia (MED BDS) BII-CN-S" userId="691607b6-ca5c-4112-8458-0d74bdb9c14d" providerId="ADAL" clId="{18DADF67-5A68-4B96-BDAD-2FB3D6A24DFD}" dt="2023-04-07T11:21:06.508" v="170" actId="20577"/>
        <pc:sldMkLst>
          <pc:docMk/>
          <pc:sldMk cId="1839113505" sldId="2145706805"/>
        </pc:sldMkLst>
        <pc:spChg chg="mod">
          <ac:chgData name="Du,Zhaoxia (MED BDS) BII-CN-S" userId="691607b6-ca5c-4112-8458-0d74bdb9c14d" providerId="ADAL" clId="{18DADF67-5A68-4B96-BDAD-2FB3D6A24DFD}" dt="2023-04-07T11:21:06.508" v="170" actId="20577"/>
          <ac:spMkLst>
            <pc:docMk/>
            <pc:sldMk cId="1839113505" sldId="2145706805"/>
            <ac:spMk id="14" creationId="{0F915569-3460-4A6B-8090-30F2AE66FEF9}"/>
          </ac:spMkLst>
        </pc:spChg>
      </pc:sldChg>
      <pc:sldChg chg="addSp delSp modSp new del mod">
        <pc:chgData name="Du,Zhaoxia (MED BDS) BII-CN-S" userId="691607b6-ca5c-4112-8458-0d74bdb9c14d" providerId="ADAL" clId="{18DADF67-5A68-4B96-BDAD-2FB3D6A24DFD}" dt="2023-04-10T05:19:09.817" v="201" actId="47"/>
        <pc:sldMkLst>
          <pc:docMk/>
          <pc:sldMk cId="3130366293" sldId="2145706806"/>
        </pc:sldMkLst>
        <pc:spChg chg="del">
          <ac:chgData name="Du,Zhaoxia (MED BDS) BII-CN-S" userId="691607b6-ca5c-4112-8458-0d74bdb9c14d" providerId="ADAL" clId="{18DADF67-5A68-4B96-BDAD-2FB3D6A24DFD}" dt="2023-04-10T05:18:32.809" v="192"/>
          <ac:spMkLst>
            <pc:docMk/>
            <pc:sldMk cId="3130366293" sldId="2145706806"/>
            <ac:spMk id="4" creationId="{82B0174F-506C-40A3-8767-6F6BE2141946}"/>
          </ac:spMkLst>
        </pc:spChg>
        <pc:graphicFrameChg chg="add mod modGraphic">
          <ac:chgData name="Du,Zhaoxia (MED BDS) BII-CN-S" userId="691607b6-ca5c-4112-8458-0d74bdb9c14d" providerId="ADAL" clId="{18DADF67-5A68-4B96-BDAD-2FB3D6A24DFD}" dt="2023-04-10T05:18:45.483" v="196" actId="21"/>
          <ac:graphicFrameMkLst>
            <pc:docMk/>
            <pc:sldMk cId="3130366293" sldId="2145706806"/>
            <ac:graphicFrameMk id="6" creationId="{48B5A0BE-7527-40F3-92CC-21C277A439D9}"/>
          </ac:graphicFrameMkLst>
        </pc:graphicFrameChg>
      </pc:sldChg>
      <pc:sldChg chg="del">
        <pc:chgData name="Du,Zhaoxia (MED BDS) BII-CN-S" userId="691607b6-ca5c-4112-8458-0d74bdb9c14d" providerId="ADAL" clId="{18DADF67-5A68-4B96-BDAD-2FB3D6A24DFD}" dt="2023-03-27T08:37:54.405" v="1" actId="47"/>
        <pc:sldMkLst>
          <pc:docMk/>
          <pc:sldMk cId="775362551" sldId="2147470851"/>
        </pc:sldMkLst>
      </pc:sldChg>
      <pc:sldChg chg="del">
        <pc:chgData name="Du,Zhaoxia (MED BDS) BII-CN-S" userId="691607b6-ca5c-4112-8458-0d74bdb9c14d" providerId="ADAL" clId="{18DADF67-5A68-4B96-BDAD-2FB3D6A24DFD}" dt="2023-03-27T08:37:53.120" v="0" actId="47"/>
        <pc:sldMkLst>
          <pc:docMk/>
          <pc:sldMk cId="2935543208" sldId="2147470857"/>
        </pc:sldMkLst>
      </pc:sldChg>
      <pc:sldChg chg="del">
        <pc:chgData name="Du,Zhaoxia (MED BDS) BII-CN-S" userId="691607b6-ca5c-4112-8458-0d74bdb9c14d" providerId="ADAL" clId="{18DADF67-5A68-4B96-BDAD-2FB3D6A24DFD}" dt="2023-03-27T08:37:55.524" v="2" actId="47"/>
        <pc:sldMkLst>
          <pc:docMk/>
          <pc:sldMk cId="763904160" sldId="2147470858"/>
        </pc:sldMkLst>
      </pc:sldChg>
      <pc:sldMasterChg chg="delSldLayout">
        <pc:chgData name="Du,Zhaoxia (MED BDS) BII-CN-S" userId="691607b6-ca5c-4112-8458-0d74bdb9c14d" providerId="ADAL" clId="{18DADF67-5A68-4B96-BDAD-2FB3D6A24DFD}" dt="2023-03-27T08:37:54.405" v="1" actId="47"/>
        <pc:sldMasterMkLst>
          <pc:docMk/>
          <pc:sldMasterMk cId="2865055379" sldId="2147483679"/>
        </pc:sldMasterMkLst>
        <pc:sldLayoutChg chg="del">
          <pc:chgData name="Du,Zhaoxia (MED BDS) BII-CN-S" userId="691607b6-ca5c-4112-8458-0d74bdb9c14d" providerId="ADAL" clId="{18DADF67-5A68-4B96-BDAD-2FB3D6A24DFD}" dt="2023-03-27T08:37:54.405" v="1" actId="47"/>
          <pc:sldLayoutMkLst>
            <pc:docMk/>
            <pc:sldMasterMk cId="2865055379" sldId="2147483679"/>
            <pc:sldLayoutMk cId="1677642798" sldId="2147483848"/>
          </pc:sldLayoutMkLst>
        </pc:sldLayoutChg>
      </pc:sldMasterChg>
    </pc:docChg>
  </pc:docChgLst>
  <pc:docChgLst>
    <pc:chgData name="Zhu,Julia (HP Medicine) BII-CN-S" userId="S::julia_2.zhu@boehringer-ingelheim.com::03b5dd03-9d84-43b3-85a3-94d8f7e7e050" providerId="AD" clId="Web-{A14EE979-0389-4259-BB47-7F1C699DAA26}"/>
    <pc:docChg chg="modSld">
      <pc:chgData name="Zhu,Julia (HP Medicine) BII-CN-S" userId="S::julia_2.zhu@boehringer-ingelheim.com::03b5dd03-9d84-43b3-85a3-94d8f7e7e050" providerId="AD" clId="Web-{A14EE979-0389-4259-BB47-7F1C699DAA26}" dt="2024-01-06T14:12:49.622" v="33"/>
      <pc:docMkLst>
        <pc:docMk/>
      </pc:docMkLst>
      <pc:sldChg chg="modSp">
        <pc:chgData name="Zhu,Julia (HP Medicine) BII-CN-S" userId="S::julia_2.zhu@boehringer-ingelheim.com::03b5dd03-9d84-43b3-85a3-94d8f7e7e050" providerId="AD" clId="Web-{A14EE979-0389-4259-BB47-7F1C699DAA26}" dt="2024-01-06T14:12:49.622" v="33"/>
        <pc:sldMkLst>
          <pc:docMk/>
          <pc:sldMk cId="4281621405" sldId="9861"/>
        </pc:sldMkLst>
        <pc:graphicFrameChg chg="mod modGraphic">
          <ac:chgData name="Zhu,Julia (HP Medicine) BII-CN-S" userId="S::julia_2.zhu@boehringer-ingelheim.com::03b5dd03-9d84-43b3-85a3-94d8f7e7e050" providerId="AD" clId="Web-{A14EE979-0389-4259-BB47-7F1C699DAA26}" dt="2024-01-06T14:12:49.622" v="33"/>
          <ac:graphicFrameMkLst>
            <pc:docMk/>
            <pc:sldMk cId="4281621405" sldId="9861"/>
            <ac:graphicFrameMk id="13" creationId="{76B842C5-0BDC-F0F9-D21B-6C9BC88568AA}"/>
          </ac:graphicFrameMkLst>
        </pc:graphicFrameChg>
      </pc:sldChg>
    </pc:docChg>
  </pc:docChgLst>
  <pc:docChgLst>
    <pc:chgData name="Lian,Christina (HP Medicine) BII-CN-S" userId="d3b97c2b-6a0a-46f1-ac75-ab5460a4a2b4" providerId="ADAL" clId="{9036ACD8-55C1-4776-9246-A2A2C9E5A228}"/>
    <pc:docChg chg="undo custSel modSld">
      <pc:chgData name="Lian,Christina (HP Medicine) BII-CN-S" userId="d3b97c2b-6a0a-46f1-ac75-ab5460a4a2b4" providerId="ADAL" clId="{9036ACD8-55C1-4776-9246-A2A2C9E5A228}" dt="2023-07-10T11:50:11.364" v="222" actId="207"/>
      <pc:docMkLst>
        <pc:docMk/>
      </pc:docMkLst>
      <pc:sldChg chg="modSp mod">
        <pc:chgData name="Lian,Christina (HP Medicine) BII-CN-S" userId="d3b97c2b-6a0a-46f1-ac75-ab5460a4a2b4" providerId="ADAL" clId="{9036ACD8-55C1-4776-9246-A2A2C9E5A228}" dt="2023-07-10T11:50:11.364" v="222" actId="207"/>
        <pc:sldMkLst>
          <pc:docMk/>
          <pc:sldMk cId="2210452648" sldId="437"/>
        </pc:sldMkLst>
        <pc:graphicFrameChg chg="mod modGraphic">
          <ac:chgData name="Lian,Christina (HP Medicine) BII-CN-S" userId="d3b97c2b-6a0a-46f1-ac75-ab5460a4a2b4" providerId="ADAL" clId="{9036ACD8-55C1-4776-9246-A2A2C9E5A228}" dt="2023-07-10T11:50:11.364" v="222" actId="207"/>
          <ac:graphicFrameMkLst>
            <pc:docMk/>
            <pc:sldMk cId="2210452648" sldId="437"/>
            <ac:graphicFrameMk id="10" creationId="{00000000-0000-0000-0000-000000000000}"/>
          </ac:graphicFrameMkLst>
        </pc:graphicFrameChg>
      </pc:sldChg>
    </pc:docChg>
  </pc:docChgLst>
  <pc:docChgLst>
    <pc:chgData name="Lu,Dr.,Jiaqi (HP Medicine) BII-CN-S" userId="8b183601-9cff-443d-8730-90ebdb48edb2" providerId="ADAL" clId="{C32E7B29-94D9-4510-96BF-D3EAC5F4EC78}"/>
    <pc:docChg chg="undo custSel modSld">
      <pc:chgData name="Lu,Dr.,Jiaqi (HP Medicine) BII-CN-S" userId="8b183601-9cff-443d-8730-90ebdb48edb2" providerId="ADAL" clId="{C32E7B29-94D9-4510-96BF-D3EAC5F4EC78}" dt="2024-01-10T08:29:25.196" v="542" actId="20577"/>
      <pc:docMkLst>
        <pc:docMk/>
      </pc:docMkLst>
      <pc:sldChg chg="modSp mod">
        <pc:chgData name="Lu,Dr.,Jiaqi (HP Medicine) BII-CN-S" userId="8b183601-9cff-443d-8730-90ebdb48edb2" providerId="ADAL" clId="{C32E7B29-94D9-4510-96BF-D3EAC5F4EC78}" dt="2024-01-10T08:29:25.196" v="542" actId="20577"/>
        <pc:sldMkLst>
          <pc:docMk/>
          <pc:sldMk cId="4281621405" sldId="9861"/>
        </pc:sldMkLst>
        <pc:graphicFrameChg chg="mod modGraphic">
          <ac:chgData name="Lu,Dr.,Jiaqi (HP Medicine) BII-CN-S" userId="8b183601-9cff-443d-8730-90ebdb48edb2" providerId="ADAL" clId="{C32E7B29-94D9-4510-96BF-D3EAC5F4EC78}" dt="2024-01-10T08:29:25.196" v="542" actId="20577"/>
          <ac:graphicFrameMkLst>
            <pc:docMk/>
            <pc:sldMk cId="4281621405" sldId="9861"/>
            <ac:graphicFrameMk id="13" creationId="{76B842C5-0BDC-F0F9-D21B-6C9BC88568AA}"/>
          </ac:graphicFrameMkLst>
        </pc:graphicFrameChg>
      </pc:sldChg>
    </pc:docChg>
  </pc:docChgLst>
  <pc:docChgLst>
    <pc:chgData name="Li,Ansu (HP Medicine) BII-CN-S" userId="ec2f8842-dc81-4094-912e-223fc8542a04" providerId="ADAL" clId="{FBA41EDF-A1AA-45D1-8DD2-BFDE27660B25}"/>
    <pc:docChg chg="modSld">
      <pc:chgData name="Li,Ansu (HP Medicine) BII-CN-S" userId="ec2f8842-dc81-4094-912e-223fc8542a04" providerId="ADAL" clId="{FBA41EDF-A1AA-45D1-8DD2-BFDE27660B25}" dt="2024-02-22T07:16:26.584" v="10" actId="6549"/>
      <pc:docMkLst>
        <pc:docMk/>
      </pc:docMkLst>
      <pc:sldChg chg="modSp mod">
        <pc:chgData name="Li,Ansu (HP Medicine) BII-CN-S" userId="ec2f8842-dc81-4094-912e-223fc8542a04" providerId="ADAL" clId="{FBA41EDF-A1AA-45D1-8DD2-BFDE27660B25}" dt="2024-02-22T07:16:11.250" v="8" actId="20577"/>
        <pc:sldMkLst>
          <pc:docMk/>
          <pc:sldMk cId="2133848475" sldId="9860"/>
        </pc:sldMkLst>
        <pc:spChg chg="mod">
          <ac:chgData name="Li,Ansu (HP Medicine) BII-CN-S" userId="ec2f8842-dc81-4094-912e-223fc8542a04" providerId="ADAL" clId="{FBA41EDF-A1AA-45D1-8DD2-BFDE27660B25}" dt="2024-02-22T07:16:11.250" v="8" actId="20577"/>
          <ac:spMkLst>
            <pc:docMk/>
            <pc:sldMk cId="2133848475" sldId="9860"/>
            <ac:spMk id="3" creationId="{692796CB-E2C8-8508-DF5A-FC10693F0AFB}"/>
          </ac:spMkLst>
        </pc:spChg>
      </pc:sldChg>
      <pc:sldChg chg="modSp mod">
        <pc:chgData name="Li,Ansu (HP Medicine) BII-CN-S" userId="ec2f8842-dc81-4094-912e-223fc8542a04" providerId="ADAL" clId="{FBA41EDF-A1AA-45D1-8DD2-BFDE27660B25}" dt="2024-02-22T07:16:26.584" v="10" actId="6549"/>
        <pc:sldMkLst>
          <pc:docMk/>
          <pc:sldMk cId="4281621405" sldId="9861"/>
        </pc:sldMkLst>
        <pc:graphicFrameChg chg="modGraphic">
          <ac:chgData name="Li,Ansu (HP Medicine) BII-CN-S" userId="ec2f8842-dc81-4094-912e-223fc8542a04" providerId="ADAL" clId="{FBA41EDF-A1AA-45D1-8DD2-BFDE27660B25}" dt="2024-02-22T07:16:26.584" v="10" actId="6549"/>
          <ac:graphicFrameMkLst>
            <pc:docMk/>
            <pc:sldMk cId="4281621405" sldId="9861"/>
            <ac:graphicFrameMk id="13" creationId="{76B842C5-0BDC-F0F9-D21B-6C9BC88568AA}"/>
          </ac:graphicFrameMkLst>
        </pc:graphicFrameChg>
      </pc:sldChg>
    </pc:docChg>
  </pc:docChgLst>
  <pc:docChgLst>
    <pc:chgData name="Li,Yuting (HP Medicine) BII-CN-S" userId="ce8fbb54-122c-426d-b8da-fdcc5e1b5022" providerId="ADAL" clId="{01CC313E-2C73-43D4-93BC-E81DAE113A94}"/>
    <pc:docChg chg="undo custSel modSld">
      <pc:chgData name="Li,Yuting (HP Medicine) BII-CN-S" userId="ce8fbb54-122c-426d-b8da-fdcc5e1b5022" providerId="ADAL" clId="{01CC313E-2C73-43D4-93BC-E81DAE113A94}" dt="2023-04-09T01:18:37.719" v="114" actId="20577"/>
      <pc:docMkLst>
        <pc:docMk/>
      </pc:docMkLst>
      <pc:sldChg chg="modSp mod">
        <pc:chgData name="Li,Yuting (HP Medicine) BII-CN-S" userId="ce8fbb54-122c-426d-b8da-fdcc5e1b5022" providerId="ADAL" clId="{01CC313E-2C73-43D4-93BC-E81DAE113A94}" dt="2023-04-08T09:10:18.279" v="104" actId="108"/>
        <pc:sldMkLst>
          <pc:docMk/>
          <pc:sldMk cId="2210452648" sldId="437"/>
        </pc:sldMkLst>
        <pc:graphicFrameChg chg="mod modGraphic">
          <ac:chgData name="Li,Yuting (HP Medicine) BII-CN-S" userId="ce8fbb54-122c-426d-b8da-fdcc5e1b5022" providerId="ADAL" clId="{01CC313E-2C73-43D4-93BC-E81DAE113A94}" dt="2023-04-08T09:10:18.279" v="104" actId="108"/>
          <ac:graphicFrameMkLst>
            <pc:docMk/>
            <pc:sldMk cId="2210452648" sldId="437"/>
            <ac:graphicFrameMk id="10" creationId="{00000000-0000-0000-0000-000000000000}"/>
          </ac:graphicFrameMkLst>
        </pc:graphicFrameChg>
      </pc:sldChg>
      <pc:sldChg chg="modSp mod">
        <pc:chgData name="Li,Yuting (HP Medicine) BII-CN-S" userId="ce8fbb54-122c-426d-b8da-fdcc5e1b5022" providerId="ADAL" clId="{01CC313E-2C73-43D4-93BC-E81DAE113A94}" dt="2023-04-09T01:18:37.719" v="114" actId="20577"/>
        <pc:sldMkLst>
          <pc:docMk/>
          <pc:sldMk cId="2629044557" sldId="2145706801"/>
        </pc:sldMkLst>
        <pc:graphicFrameChg chg="modGraphic">
          <ac:chgData name="Li,Yuting (HP Medicine) BII-CN-S" userId="ce8fbb54-122c-426d-b8da-fdcc5e1b5022" providerId="ADAL" clId="{01CC313E-2C73-43D4-93BC-E81DAE113A94}" dt="2023-04-09T01:18:37.719" v="114" actId="20577"/>
          <ac:graphicFrameMkLst>
            <pc:docMk/>
            <pc:sldMk cId="2629044557" sldId="2145706801"/>
            <ac:graphicFrameMk id="22" creationId="{247518F5-A1BF-454E-A216-6F41D88C24CE}"/>
          </ac:graphicFrameMkLst>
        </pc:graphicFrameChg>
      </pc:sldChg>
    </pc:docChg>
  </pc:docChgLst>
  <pc:docChgLst>
    <pc:chgData name="Dai,Dr.,Chris (HP Medicine) BII-CN-S" userId="3e58a745-3dd4-4a16-bba7-0132b90feb2d" providerId="ADAL" clId="{EA113BEF-AFE2-4AC0-93A3-2EB54B2CD01A}"/>
    <pc:docChg chg="custSel modSld">
      <pc:chgData name="Dai,Dr.,Chris (HP Medicine) BII-CN-S" userId="3e58a745-3dd4-4a16-bba7-0132b90feb2d" providerId="ADAL" clId="{EA113BEF-AFE2-4AC0-93A3-2EB54B2CD01A}" dt="2023-04-07T08:59:12.011" v="182" actId="20577"/>
      <pc:docMkLst>
        <pc:docMk/>
      </pc:docMkLst>
      <pc:sldChg chg="modSp mod">
        <pc:chgData name="Dai,Dr.,Chris (HP Medicine) BII-CN-S" userId="3e58a745-3dd4-4a16-bba7-0132b90feb2d" providerId="ADAL" clId="{EA113BEF-AFE2-4AC0-93A3-2EB54B2CD01A}" dt="2023-04-07T08:59:12.011" v="182" actId="20577"/>
        <pc:sldMkLst>
          <pc:docMk/>
          <pc:sldMk cId="3445535131" sldId="297"/>
        </pc:sldMkLst>
        <pc:spChg chg="mod">
          <ac:chgData name="Dai,Dr.,Chris (HP Medicine) BII-CN-S" userId="3e58a745-3dd4-4a16-bba7-0132b90feb2d" providerId="ADAL" clId="{EA113BEF-AFE2-4AC0-93A3-2EB54B2CD01A}" dt="2023-04-07T08:57:16.568" v="180" actId="20577"/>
          <ac:spMkLst>
            <pc:docMk/>
            <pc:sldMk cId="3445535131" sldId="297"/>
            <ac:spMk id="3" creationId="{00000000-0000-0000-0000-000000000000}"/>
          </ac:spMkLst>
        </pc:spChg>
        <pc:spChg chg="mod">
          <ac:chgData name="Dai,Dr.,Chris (HP Medicine) BII-CN-S" userId="3e58a745-3dd4-4a16-bba7-0132b90feb2d" providerId="ADAL" clId="{EA113BEF-AFE2-4AC0-93A3-2EB54B2CD01A}" dt="2023-04-07T08:57:04.625" v="162" actId="1036"/>
          <ac:spMkLst>
            <pc:docMk/>
            <pc:sldMk cId="3445535131" sldId="297"/>
            <ac:spMk id="11" creationId="{478E268B-5EBC-4883-8CE0-0E83CA7536BD}"/>
          </ac:spMkLst>
        </pc:spChg>
        <pc:spChg chg="mod">
          <ac:chgData name="Dai,Dr.,Chris (HP Medicine) BII-CN-S" userId="3e58a745-3dd4-4a16-bba7-0132b90feb2d" providerId="ADAL" clId="{EA113BEF-AFE2-4AC0-93A3-2EB54B2CD01A}" dt="2023-04-07T08:57:04.625" v="162" actId="1036"/>
          <ac:spMkLst>
            <pc:docMk/>
            <pc:sldMk cId="3445535131" sldId="297"/>
            <ac:spMk id="12" creationId="{093F2757-1E16-4AD4-AFD8-094D8B2207B2}"/>
          </ac:spMkLst>
        </pc:spChg>
        <pc:spChg chg="mod">
          <ac:chgData name="Dai,Dr.,Chris (HP Medicine) BII-CN-S" userId="3e58a745-3dd4-4a16-bba7-0132b90feb2d" providerId="ADAL" clId="{EA113BEF-AFE2-4AC0-93A3-2EB54B2CD01A}" dt="2023-04-07T08:57:04.625" v="162" actId="1036"/>
          <ac:spMkLst>
            <pc:docMk/>
            <pc:sldMk cId="3445535131" sldId="297"/>
            <ac:spMk id="14" creationId="{FE1D3B58-471D-47B8-AE08-14624CB2D578}"/>
          </ac:spMkLst>
        </pc:spChg>
        <pc:spChg chg="mod">
          <ac:chgData name="Dai,Dr.,Chris (HP Medicine) BII-CN-S" userId="3e58a745-3dd4-4a16-bba7-0132b90feb2d" providerId="ADAL" clId="{EA113BEF-AFE2-4AC0-93A3-2EB54B2CD01A}" dt="2023-04-07T08:57:04.625" v="162" actId="1036"/>
          <ac:spMkLst>
            <pc:docMk/>
            <pc:sldMk cId="3445535131" sldId="297"/>
            <ac:spMk id="15" creationId="{59AD1DEC-E6A2-4C01-9E46-E2BD2946560D}"/>
          </ac:spMkLst>
        </pc:spChg>
        <pc:spChg chg="mod">
          <ac:chgData name="Dai,Dr.,Chris (HP Medicine) BII-CN-S" userId="3e58a745-3dd4-4a16-bba7-0132b90feb2d" providerId="ADAL" clId="{EA113BEF-AFE2-4AC0-93A3-2EB54B2CD01A}" dt="2023-04-07T08:59:12.011" v="182" actId="20577"/>
          <ac:spMkLst>
            <pc:docMk/>
            <pc:sldMk cId="3445535131" sldId="297"/>
            <ac:spMk id="16" creationId="{E77AFCD1-6CF4-4326-9A04-89DEDA920091}"/>
          </ac:spMkLst>
        </pc:spChg>
        <pc:spChg chg="mod">
          <ac:chgData name="Dai,Dr.,Chris (HP Medicine) BII-CN-S" userId="3e58a745-3dd4-4a16-bba7-0132b90feb2d" providerId="ADAL" clId="{EA113BEF-AFE2-4AC0-93A3-2EB54B2CD01A}" dt="2023-04-07T08:57:04.625" v="162" actId="1036"/>
          <ac:spMkLst>
            <pc:docMk/>
            <pc:sldMk cId="3445535131" sldId="297"/>
            <ac:spMk id="17" creationId="{FD163D71-49A7-467A-A6D5-78DD337A9A95}"/>
          </ac:spMkLst>
        </pc:spChg>
        <pc:graphicFrameChg chg="mod modGraphic">
          <ac:chgData name="Dai,Dr.,Chris (HP Medicine) BII-CN-S" userId="3e58a745-3dd4-4a16-bba7-0132b90feb2d" providerId="ADAL" clId="{EA113BEF-AFE2-4AC0-93A3-2EB54B2CD01A}" dt="2023-04-07T08:57:04.625" v="162" actId="1036"/>
          <ac:graphicFrameMkLst>
            <pc:docMk/>
            <pc:sldMk cId="3445535131" sldId="297"/>
            <ac:graphicFrameMk id="2" creationId="{00000000-0000-0000-0000-000000000000}"/>
          </ac:graphicFrameMkLst>
        </pc:graphicFrameChg>
      </pc:sldChg>
    </pc:docChg>
  </pc:docChgLst>
  <pc:docChgLst>
    <pc:chgData name="Liang,Dr.,Hongzi (HP Medicine) BII-CN-S" userId="29bc0a18-5096-49d5-ae49-3e5745cfa117" providerId="ADAL" clId="{8268E8D4-4CF7-40BC-AABD-76B284C6DFB8}"/>
    <pc:docChg chg="modSld">
      <pc:chgData name="Liang,Dr.,Hongzi (HP Medicine) BII-CN-S" userId="29bc0a18-5096-49d5-ae49-3e5745cfa117" providerId="ADAL" clId="{8268E8D4-4CF7-40BC-AABD-76B284C6DFB8}" dt="2023-11-29T09:35:49.456" v="97" actId="20577"/>
      <pc:docMkLst>
        <pc:docMk/>
      </pc:docMkLst>
      <pc:sldChg chg="modSp mod">
        <pc:chgData name="Liang,Dr.,Hongzi (HP Medicine) BII-CN-S" userId="29bc0a18-5096-49d5-ae49-3e5745cfa117" providerId="ADAL" clId="{8268E8D4-4CF7-40BC-AABD-76B284C6DFB8}" dt="2023-11-29T09:35:49.456" v="97" actId="20577"/>
        <pc:sldMkLst>
          <pc:docMk/>
          <pc:sldMk cId="3849017147" sldId="2595"/>
        </pc:sldMkLst>
        <pc:graphicFrameChg chg="modGraphic">
          <ac:chgData name="Liang,Dr.,Hongzi (HP Medicine) BII-CN-S" userId="29bc0a18-5096-49d5-ae49-3e5745cfa117" providerId="ADAL" clId="{8268E8D4-4CF7-40BC-AABD-76B284C6DFB8}" dt="2023-11-29T09:35:49.456" v="97" actId="20577"/>
          <ac:graphicFrameMkLst>
            <pc:docMk/>
            <pc:sldMk cId="3849017147" sldId="2595"/>
            <ac:graphicFrameMk id="13" creationId="{76B842C5-0BDC-F0F9-D21B-6C9BC88568AA}"/>
          </ac:graphicFrameMkLst>
        </pc:graphicFrameChg>
      </pc:sldChg>
    </pc:docChg>
  </pc:docChgLst>
  <pc:docChgLst>
    <pc:chgData name="Han,Keri (HP Medicine) BII-CN-S" userId="06a39f7b-f140-446e-81cc-4ce1bd36a97a" providerId="ADAL" clId="{EA608E69-BE10-4D91-B0BC-3E9D183C0AB4}"/>
    <pc:docChg chg="custSel modSld">
      <pc:chgData name="Han,Keri (HP Medicine) BII-CN-S" userId="06a39f7b-f140-446e-81cc-4ce1bd36a97a" providerId="ADAL" clId="{EA608E69-BE10-4D91-B0BC-3E9D183C0AB4}" dt="2023-11-14T00:29:46.294" v="483" actId="20577"/>
      <pc:docMkLst>
        <pc:docMk/>
      </pc:docMkLst>
      <pc:sldChg chg="modSp mod">
        <pc:chgData name="Han,Keri (HP Medicine) BII-CN-S" userId="06a39f7b-f140-446e-81cc-4ce1bd36a97a" providerId="ADAL" clId="{EA608E69-BE10-4D91-B0BC-3E9D183C0AB4}" dt="2023-11-14T00:29:46.294" v="483" actId="20577"/>
        <pc:sldMkLst>
          <pc:docMk/>
          <pc:sldMk cId="3849017147" sldId="2595"/>
        </pc:sldMkLst>
        <pc:graphicFrameChg chg="modGraphic">
          <ac:chgData name="Han,Keri (HP Medicine) BII-CN-S" userId="06a39f7b-f140-446e-81cc-4ce1bd36a97a" providerId="ADAL" clId="{EA608E69-BE10-4D91-B0BC-3E9D183C0AB4}" dt="2023-11-14T00:29:46.294" v="483" actId="20577"/>
          <ac:graphicFrameMkLst>
            <pc:docMk/>
            <pc:sldMk cId="3849017147" sldId="2595"/>
            <ac:graphicFrameMk id="13" creationId="{76B842C5-0BDC-F0F9-D21B-6C9BC88568AA}"/>
          </ac:graphicFrameMkLst>
        </pc:graphicFrameChg>
      </pc:sldChg>
      <pc:sldChg chg="modSp mod">
        <pc:chgData name="Han,Keri (HP Medicine) BII-CN-S" userId="06a39f7b-f140-446e-81cc-4ce1bd36a97a" providerId="ADAL" clId="{EA608E69-BE10-4D91-B0BC-3E9D183C0AB4}" dt="2023-11-09T14:30:40.016" v="393" actId="20577"/>
        <pc:sldMkLst>
          <pc:docMk/>
          <pc:sldMk cId="294211580" sldId="2147474152"/>
        </pc:sldMkLst>
        <pc:graphicFrameChg chg="mod modGraphic">
          <ac:chgData name="Han,Keri (HP Medicine) BII-CN-S" userId="06a39f7b-f140-446e-81cc-4ce1bd36a97a" providerId="ADAL" clId="{EA608E69-BE10-4D91-B0BC-3E9D183C0AB4}" dt="2023-11-09T14:30:40.016" v="393" actId="20577"/>
          <ac:graphicFrameMkLst>
            <pc:docMk/>
            <pc:sldMk cId="294211580" sldId="2147474152"/>
            <ac:graphicFrameMk id="10" creationId="{00000000-0000-0000-0000-000000000000}"/>
          </ac:graphicFrameMkLst>
        </pc:graphicFrameChg>
      </pc:sldChg>
    </pc:docChg>
  </pc:docChgLst>
  <pc:docChgLst>
    <pc:chgData name="Li,Yuting (HP Medicine) BII-CN-S" userId="ce8fbb54-122c-426d-b8da-fdcc5e1b5022" providerId="ADAL" clId="{07D2B4AF-D320-42F1-BBBE-1E6B191FA23E}"/>
    <pc:docChg chg="delSld">
      <pc:chgData name="Li,Yuting (HP Medicine) BII-CN-S" userId="ce8fbb54-122c-426d-b8da-fdcc5e1b5022" providerId="ADAL" clId="{07D2B4AF-D320-42F1-BBBE-1E6B191FA23E}" dt="2024-04-24T03:19:02.357" v="0" actId="47"/>
      <pc:docMkLst>
        <pc:docMk/>
      </pc:docMkLst>
      <pc:sldChg chg="del">
        <pc:chgData name="Li,Yuting (HP Medicine) BII-CN-S" userId="ce8fbb54-122c-426d-b8da-fdcc5e1b5022" providerId="ADAL" clId="{07D2B4AF-D320-42F1-BBBE-1E6B191FA23E}" dt="2024-04-24T03:19:02.357" v="0" actId="47"/>
        <pc:sldMkLst>
          <pc:docMk/>
          <pc:sldMk cId="744445281" sldId="9862"/>
        </pc:sldMkLst>
      </pc:sldChg>
    </pc:docChg>
  </pc:docChgLst>
  <pc:docChgLst>
    <pc:chgData name="Zhang,Catherine (MED CD&amp;O) BII-CN-S" userId="S::catherine.zhang@boehringer-ingelheim.com::97b6d1ea-f38e-4cdb-8798-411d7a90e40b" providerId="AD" clId="Web-{4A799DCE-D639-ED27-618A-21BD3C0EF634}"/>
    <pc:docChg chg="addSld delSld">
      <pc:chgData name="Zhang,Catherine (MED CD&amp;O) BII-CN-S" userId="S::catherine.zhang@boehringer-ingelheim.com::97b6d1ea-f38e-4cdb-8798-411d7a90e40b" providerId="AD" clId="Web-{4A799DCE-D639-ED27-618A-21BD3C0EF634}" dt="2024-03-20T23:59:09.898" v="1"/>
      <pc:docMkLst>
        <pc:docMk/>
      </pc:docMkLst>
      <pc:sldChg chg="del">
        <pc:chgData name="Zhang,Catherine (MED CD&amp;O) BII-CN-S" userId="S::catherine.zhang@boehringer-ingelheim.com::97b6d1ea-f38e-4cdb-8798-411d7a90e40b" providerId="AD" clId="Web-{4A799DCE-D639-ED27-618A-21BD3C0EF634}" dt="2024-03-20T23:59:09.898" v="1"/>
        <pc:sldMkLst>
          <pc:docMk/>
          <pc:sldMk cId="746666091" sldId="2134805845"/>
        </pc:sldMkLst>
      </pc:sldChg>
      <pc:sldChg chg="add">
        <pc:chgData name="Zhang,Catherine (MED CD&amp;O) BII-CN-S" userId="S::catherine.zhang@boehringer-ingelheim.com::97b6d1ea-f38e-4cdb-8798-411d7a90e40b" providerId="AD" clId="Web-{4A799DCE-D639-ED27-618A-21BD3C0EF634}" dt="2024-03-20T23:59:05.898" v="0"/>
        <pc:sldMkLst>
          <pc:docMk/>
          <pc:sldMk cId="3399896003" sldId="2147473542"/>
        </pc:sldMkLst>
      </pc:sldChg>
    </pc:docChg>
  </pc:docChgLst>
  <pc:docChgLst>
    <pc:chgData name="Liang,Dr.,Hongzi (HP Medicine) BII-CN-S" userId="29bc0a18-5096-49d5-ae49-3e5745cfa117" providerId="ADAL" clId="{31395643-BB0B-4782-8E85-3005EB4CD1F2}"/>
    <pc:docChg chg="custSel modSld">
      <pc:chgData name="Liang,Dr.,Hongzi (HP Medicine) BII-CN-S" userId="29bc0a18-5096-49d5-ae49-3e5745cfa117" providerId="ADAL" clId="{31395643-BB0B-4782-8E85-3005EB4CD1F2}" dt="2024-04-23T10:15:29.127" v="569" actId="20577"/>
      <pc:docMkLst>
        <pc:docMk/>
      </pc:docMkLst>
      <pc:sldChg chg="modSp mod">
        <pc:chgData name="Liang,Dr.,Hongzi (HP Medicine) BII-CN-S" userId="29bc0a18-5096-49d5-ae49-3e5745cfa117" providerId="ADAL" clId="{31395643-BB0B-4782-8E85-3005EB4CD1F2}" dt="2024-04-23T10:15:29.127" v="569" actId="20577"/>
        <pc:sldMkLst>
          <pc:docMk/>
          <pc:sldMk cId="4281621405" sldId="9861"/>
        </pc:sldMkLst>
        <pc:graphicFrameChg chg="modGraphic">
          <ac:chgData name="Liang,Dr.,Hongzi (HP Medicine) BII-CN-S" userId="29bc0a18-5096-49d5-ae49-3e5745cfa117" providerId="ADAL" clId="{31395643-BB0B-4782-8E85-3005EB4CD1F2}" dt="2024-04-23T10:15:29.127" v="569" actId="20577"/>
          <ac:graphicFrameMkLst>
            <pc:docMk/>
            <pc:sldMk cId="4281621405" sldId="9861"/>
            <ac:graphicFrameMk id="13" creationId="{76B842C5-0BDC-F0F9-D21B-6C9BC88568AA}"/>
          </ac:graphicFrameMkLst>
        </pc:graphicFrameChg>
      </pc:sldChg>
    </pc:docChg>
  </pc:docChgLst>
  <pc:docChgLst>
    <pc:chgData name="Dai,Dr.,Chris (HP Medicine) BII-CN-S" userId="3e58a745-3dd4-4a16-bba7-0132b90feb2d" providerId="ADAL" clId="{F82530B1-0B9A-461B-8256-808C957C3078}"/>
    <pc:docChg chg="custSel modSld">
      <pc:chgData name="Dai,Dr.,Chris (HP Medicine) BII-CN-S" userId="3e58a745-3dd4-4a16-bba7-0132b90feb2d" providerId="ADAL" clId="{F82530B1-0B9A-461B-8256-808C957C3078}" dt="2023-07-11T00:12:31.505" v="1464" actId="20577"/>
      <pc:docMkLst>
        <pc:docMk/>
      </pc:docMkLst>
      <pc:sldChg chg="modSp mod">
        <pc:chgData name="Dai,Dr.,Chris (HP Medicine) BII-CN-S" userId="3e58a745-3dd4-4a16-bba7-0132b90feb2d" providerId="ADAL" clId="{F82530B1-0B9A-461B-8256-808C957C3078}" dt="2023-07-11T00:12:31.505" v="1464" actId="20577"/>
        <pc:sldMkLst>
          <pc:docMk/>
          <pc:sldMk cId="2210452648" sldId="437"/>
        </pc:sldMkLst>
        <pc:graphicFrameChg chg="mod modGraphic">
          <ac:chgData name="Dai,Dr.,Chris (HP Medicine) BII-CN-S" userId="3e58a745-3dd4-4a16-bba7-0132b90feb2d" providerId="ADAL" clId="{F82530B1-0B9A-461B-8256-808C957C3078}" dt="2023-07-11T00:12:31.505" v="1464" actId="20577"/>
          <ac:graphicFrameMkLst>
            <pc:docMk/>
            <pc:sldMk cId="2210452648" sldId="437"/>
            <ac:graphicFrameMk id="10" creationId="{00000000-0000-0000-0000-000000000000}"/>
          </ac:graphicFrameMkLst>
        </pc:graphicFrameChg>
      </pc:sldChg>
    </pc:docChg>
  </pc:docChgLst>
  <pc:docChgLst>
    <pc:chgData name="Lian,Christina (HP Medicine) BII-CN-S" userId="d3b97c2b-6a0a-46f1-ac75-ab5460a4a2b4" providerId="ADAL" clId="{62DE10FF-AC5E-4962-9A94-6E370AC114FF}"/>
    <pc:docChg chg="undo custSel addSld modSld">
      <pc:chgData name="Lian,Christina (HP Medicine) BII-CN-S" userId="d3b97c2b-6a0a-46f1-ac75-ab5460a4a2b4" providerId="ADAL" clId="{62DE10FF-AC5E-4962-9A94-6E370AC114FF}" dt="2023-05-10T12:54:08.125" v="733" actId="122"/>
      <pc:docMkLst>
        <pc:docMk/>
      </pc:docMkLst>
      <pc:sldChg chg="delSp modSp mod">
        <pc:chgData name="Lian,Christina (HP Medicine) BII-CN-S" userId="d3b97c2b-6a0a-46f1-ac75-ab5460a4a2b4" providerId="ADAL" clId="{62DE10FF-AC5E-4962-9A94-6E370AC114FF}" dt="2023-05-10T12:54:08.125" v="733" actId="122"/>
        <pc:sldMkLst>
          <pc:docMk/>
          <pc:sldMk cId="2419429240" sldId="259"/>
        </pc:sldMkLst>
        <pc:spChg chg="mod">
          <ac:chgData name="Lian,Christina (HP Medicine) BII-CN-S" userId="d3b97c2b-6a0a-46f1-ac75-ab5460a4a2b4" providerId="ADAL" clId="{62DE10FF-AC5E-4962-9A94-6E370AC114FF}" dt="2023-05-10T10:36:43.765" v="333" actId="20577"/>
          <ac:spMkLst>
            <pc:docMk/>
            <pc:sldMk cId="2419429240" sldId="259"/>
            <ac:spMk id="3" creationId="{00000000-0000-0000-0000-000000000000}"/>
          </ac:spMkLst>
        </pc:spChg>
        <pc:spChg chg="del">
          <ac:chgData name="Lian,Christina (HP Medicine) BII-CN-S" userId="d3b97c2b-6a0a-46f1-ac75-ab5460a4a2b4" providerId="ADAL" clId="{62DE10FF-AC5E-4962-9A94-6E370AC114FF}" dt="2023-05-10T10:20:44.879" v="30" actId="478"/>
          <ac:spMkLst>
            <pc:docMk/>
            <pc:sldMk cId="2419429240" sldId="259"/>
            <ac:spMk id="4" creationId="{00000000-0000-0000-0000-000000000000}"/>
          </ac:spMkLst>
        </pc:spChg>
        <pc:graphicFrameChg chg="mod modGraphic">
          <ac:chgData name="Lian,Christina (HP Medicine) BII-CN-S" userId="d3b97c2b-6a0a-46f1-ac75-ab5460a4a2b4" providerId="ADAL" clId="{62DE10FF-AC5E-4962-9A94-6E370AC114FF}" dt="2023-05-10T12:54:08.125" v="733" actId="122"/>
          <ac:graphicFrameMkLst>
            <pc:docMk/>
            <pc:sldMk cId="2419429240" sldId="259"/>
            <ac:graphicFrameMk id="8" creationId="{F298453A-3F65-430A-870E-856DD70F8602}"/>
          </ac:graphicFrameMkLst>
        </pc:graphicFrameChg>
      </pc:sldChg>
      <pc:sldChg chg="modSp add mod">
        <pc:chgData name="Lian,Christina (HP Medicine) BII-CN-S" userId="d3b97c2b-6a0a-46f1-ac75-ab5460a4a2b4" providerId="ADAL" clId="{62DE10FF-AC5E-4962-9A94-6E370AC114FF}" dt="2023-05-10T10:31:00.289" v="95" actId="207"/>
        <pc:sldMkLst>
          <pc:docMk/>
          <pc:sldMk cId="3291842669" sldId="269"/>
        </pc:sldMkLst>
        <pc:spChg chg="mod">
          <ac:chgData name="Lian,Christina (HP Medicine) BII-CN-S" userId="d3b97c2b-6a0a-46f1-ac75-ab5460a4a2b4" providerId="ADAL" clId="{62DE10FF-AC5E-4962-9A94-6E370AC114FF}" dt="2023-05-10T10:31:00.289" v="95" actId="207"/>
          <ac:spMkLst>
            <pc:docMk/>
            <pc:sldMk cId="3291842669" sldId="269"/>
            <ac:spMk id="46" creationId="{2D89BF1E-7155-4786-9CCC-052E02BF70BC}"/>
          </ac:spMkLst>
        </pc:spChg>
      </pc:sldChg>
      <pc:sldChg chg="modSp mod">
        <pc:chgData name="Lian,Christina (HP Medicine) BII-CN-S" userId="d3b97c2b-6a0a-46f1-ac75-ab5460a4a2b4" providerId="ADAL" clId="{62DE10FF-AC5E-4962-9A94-6E370AC114FF}" dt="2023-05-10T12:53:25.188" v="732" actId="20577"/>
        <pc:sldMkLst>
          <pc:docMk/>
          <pc:sldMk cId="2210452648" sldId="437"/>
        </pc:sldMkLst>
        <pc:graphicFrameChg chg="modGraphic">
          <ac:chgData name="Lian,Christina (HP Medicine) BII-CN-S" userId="d3b97c2b-6a0a-46f1-ac75-ab5460a4a2b4" providerId="ADAL" clId="{62DE10FF-AC5E-4962-9A94-6E370AC114FF}" dt="2023-05-10T12:53:25.188" v="732" actId="20577"/>
          <ac:graphicFrameMkLst>
            <pc:docMk/>
            <pc:sldMk cId="2210452648" sldId="437"/>
            <ac:graphicFrameMk id="10" creationId="{00000000-0000-0000-0000-000000000000}"/>
          </ac:graphicFrameMkLst>
        </pc:graphicFrameChg>
      </pc:sldChg>
    </pc:docChg>
  </pc:docChgLst>
  <pc:docChgLst>
    <pc:chgData name="Liang,Dr.,Hongzi (HP Medicine) BII-CN-S" userId="29bc0a18-5096-49d5-ae49-3e5745cfa117" providerId="ADAL" clId="{7B74FEEA-D512-492C-8F92-A6B6405FE762}"/>
    <pc:docChg chg="undo redo custSel addSld delSld modSld">
      <pc:chgData name="Liang,Dr.,Hongzi (HP Medicine) BII-CN-S" userId="29bc0a18-5096-49d5-ae49-3e5745cfa117" providerId="ADAL" clId="{7B74FEEA-D512-492C-8F92-A6B6405FE762}" dt="2024-01-05T05:42:28.273" v="335" actId="1076"/>
      <pc:docMkLst>
        <pc:docMk/>
      </pc:docMkLst>
      <pc:sldChg chg="modSp del mod">
        <pc:chgData name="Liang,Dr.,Hongzi (HP Medicine) BII-CN-S" userId="29bc0a18-5096-49d5-ae49-3e5745cfa117" providerId="ADAL" clId="{7B74FEEA-D512-492C-8F92-A6B6405FE762}" dt="2024-01-05T05:42:21.431" v="334" actId="47"/>
        <pc:sldMkLst>
          <pc:docMk/>
          <pc:sldMk cId="3849017147" sldId="2595"/>
        </pc:sldMkLst>
        <pc:graphicFrameChg chg="modGraphic">
          <ac:chgData name="Liang,Dr.,Hongzi (HP Medicine) BII-CN-S" userId="29bc0a18-5096-49d5-ae49-3e5745cfa117" providerId="ADAL" clId="{7B74FEEA-D512-492C-8F92-A6B6405FE762}" dt="2024-01-05T02:31:20.307" v="36" actId="20577"/>
          <ac:graphicFrameMkLst>
            <pc:docMk/>
            <pc:sldMk cId="3849017147" sldId="2595"/>
            <ac:graphicFrameMk id="13" creationId="{76B842C5-0BDC-F0F9-D21B-6C9BC88568AA}"/>
          </ac:graphicFrameMkLst>
        </pc:graphicFrameChg>
      </pc:sldChg>
      <pc:sldChg chg="modSp mod">
        <pc:chgData name="Liang,Dr.,Hongzi (HP Medicine) BII-CN-S" userId="29bc0a18-5096-49d5-ae49-3e5745cfa117" providerId="ADAL" clId="{7B74FEEA-D512-492C-8F92-A6B6405FE762}" dt="2024-01-05T02:26:49.295" v="9" actId="20577"/>
        <pc:sldMkLst>
          <pc:docMk/>
          <pc:sldMk cId="2133848475" sldId="9860"/>
        </pc:sldMkLst>
        <pc:spChg chg="mod">
          <ac:chgData name="Liang,Dr.,Hongzi (HP Medicine) BII-CN-S" userId="29bc0a18-5096-49d5-ae49-3e5745cfa117" providerId="ADAL" clId="{7B74FEEA-D512-492C-8F92-A6B6405FE762}" dt="2024-01-05T02:26:49.295" v="9" actId="20577"/>
          <ac:spMkLst>
            <pc:docMk/>
            <pc:sldMk cId="2133848475" sldId="9860"/>
            <ac:spMk id="3" creationId="{692796CB-E2C8-8508-DF5A-FC10693F0AFB}"/>
          </ac:spMkLst>
        </pc:spChg>
      </pc:sldChg>
      <pc:sldChg chg="modSp add mod">
        <pc:chgData name="Liang,Dr.,Hongzi (HP Medicine) BII-CN-S" userId="29bc0a18-5096-49d5-ae49-3e5745cfa117" providerId="ADAL" clId="{7B74FEEA-D512-492C-8F92-A6B6405FE762}" dt="2024-01-05T05:42:28.273" v="335" actId="1076"/>
        <pc:sldMkLst>
          <pc:docMk/>
          <pc:sldMk cId="4281621405" sldId="9861"/>
        </pc:sldMkLst>
        <pc:graphicFrameChg chg="mod modGraphic">
          <ac:chgData name="Liang,Dr.,Hongzi (HP Medicine) BII-CN-S" userId="29bc0a18-5096-49d5-ae49-3e5745cfa117" providerId="ADAL" clId="{7B74FEEA-D512-492C-8F92-A6B6405FE762}" dt="2024-01-05T05:42:28.273" v="335" actId="1076"/>
          <ac:graphicFrameMkLst>
            <pc:docMk/>
            <pc:sldMk cId="4281621405" sldId="9861"/>
            <ac:graphicFrameMk id="13" creationId="{76B842C5-0BDC-F0F9-D21B-6C9BC88568AA}"/>
          </ac:graphicFrameMkLst>
        </pc:graphicFrameChg>
      </pc:sldChg>
      <pc:sldMasterChg chg="delSldLayout">
        <pc:chgData name="Liang,Dr.,Hongzi (HP Medicine) BII-CN-S" userId="29bc0a18-5096-49d5-ae49-3e5745cfa117" providerId="ADAL" clId="{7B74FEEA-D512-492C-8F92-A6B6405FE762}" dt="2024-01-05T05:42:21.431" v="334" actId="47"/>
        <pc:sldMasterMkLst>
          <pc:docMk/>
          <pc:sldMasterMk cId="2865055379" sldId="2147483679"/>
        </pc:sldMasterMkLst>
        <pc:sldLayoutChg chg="del">
          <pc:chgData name="Liang,Dr.,Hongzi (HP Medicine) BII-CN-S" userId="29bc0a18-5096-49d5-ae49-3e5745cfa117" providerId="ADAL" clId="{7B74FEEA-D512-492C-8F92-A6B6405FE762}" dt="2024-01-05T05:42:21.431" v="334" actId="47"/>
          <pc:sldLayoutMkLst>
            <pc:docMk/>
            <pc:sldMasterMk cId="2865055379" sldId="2147483679"/>
            <pc:sldLayoutMk cId="379836903" sldId="2147483945"/>
          </pc:sldLayoutMkLst>
        </pc:sldLayoutChg>
      </pc:sldMasterChg>
    </pc:docChg>
  </pc:docChgLst>
  <pc:docChgLst>
    <pc:chgData name="Han,Keri (HP Medicine) BII-CN-S" userId="06a39f7b-f140-446e-81cc-4ce1bd36a97a" providerId="ADAL" clId="{589AA9C5-8D4B-4802-8152-49DC766D7B97}"/>
    <pc:docChg chg="modSld">
      <pc:chgData name="Han,Keri (HP Medicine) BII-CN-S" userId="06a39f7b-f140-446e-81cc-4ce1bd36a97a" providerId="ADAL" clId="{589AA9C5-8D4B-4802-8152-49DC766D7B97}" dt="2023-12-18T00:34:10.201" v="425" actId="20577"/>
      <pc:docMkLst>
        <pc:docMk/>
      </pc:docMkLst>
      <pc:sldChg chg="modSp mod modNotesTx">
        <pc:chgData name="Han,Keri (HP Medicine) BII-CN-S" userId="06a39f7b-f140-446e-81cc-4ce1bd36a97a" providerId="ADAL" clId="{589AA9C5-8D4B-4802-8152-49DC766D7B97}" dt="2023-12-18T00:34:10.201" v="425" actId="20577"/>
        <pc:sldMkLst>
          <pc:docMk/>
          <pc:sldMk cId="3849017147" sldId="2595"/>
        </pc:sldMkLst>
        <pc:graphicFrameChg chg="mod modGraphic">
          <ac:chgData name="Han,Keri (HP Medicine) BII-CN-S" userId="06a39f7b-f140-446e-81cc-4ce1bd36a97a" providerId="ADAL" clId="{589AA9C5-8D4B-4802-8152-49DC766D7B97}" dt="2023-12-14T06:19:46.599" v="62" actId="20577"/>
          <ac:graphicFrameMkLst>
            <pc:docMk/>
            <pc:sldMk cId="3849017147" sldId="2595"/>
            <ac:graphicFrameMk id="13" creationId="{76B842C5-0BDC-F0F9-D21B-6C9BC88568AA}"/>
          </ac:graphicFrameMkLst>
        </pc:graphicFrameChg>
      </pc:sldChg>
    </pc:docChg>
  </pc:docChgLst>
  <pc:docChgLst>
    <pc:chgData name="Li,Yuting (HP Medicine) BII-CN-S" userId="ce8fbb54-122c-426d-b8da-fdcc5e1b5022" providerId="ADAL" clId="{237863D5-3C74-4F10-AD20-F8D1355E79C1}"/>
    <pc:docChg chg="custSel modSld">
      <pc:chgData name="Li,Yuting (HP Medicine) BII-CN-S" userId="ce8fbb54-122c-426d-b8da-fdcc5e1b5022" providerId="ADAL" clId="{237863D5-3C74-4F10-AD20-F8D1355E79C1}" dt="2024-03-21T00:04:57.750" v="231"/>
      <pc:docMkLst>
        <pc:docMk/>
      </pc:docMkLst>
      <pc:sldChg chg="modSp mod">
        <pc:chgData name="Li,Yuting (HP Medicine) BII-CN-S" userId="ce8fbb54-122c-426d-b8da-fdcc5e1b5022" providerId="ADAL" clId="{237863D5-3C74-4F10-AD20-F8D1355E79C1}" dt="2024-03-21T00:04:57.750" v="231"/>
        <pc:sldMkLst>
          <pc:docMk/>
          <pc:sldMk cId="744445281" sldId="9862"/>
        </pc:sldMkLst>
        <pc:graphicFrameChg chg="mod modGraphic">
          <ac:chgData name="Li,Yuting (HP Medicine) BII-CN-S" userId="ce8fbb54-122c-426d-b8da-fdcc5e1b5022" providerId="ADAL" clId="{237863D5-3C74-4F10-AD20-F8D1355E79C1}" dt="2024-03-21T00:04:57.750" v="231"/>
          <ac:graphicFrameMkLst>
            <pc:docMk/>
            <pc:sldMk cId="744445281" sldId="9862"/>
            <ac:graphicFrameMk id="13" creationId="{76B842C5-0BDC-F0F9-D21B-6C9BC88568AA}"/>
          </ac:graphicFrameMkLst>
        </pc:graphicFrameChg>
      </pc:sldChg>
    </pc:docChg>
  </pc:docChgLst>
  <pc:docChgLst>
    <pc:chgData name="Li,Yuting (HP Medicine) BII-CN-S" userId="ce8fbb54-122c-426d-b8da-fdcc5e1b5022" providerId="ADAL" clId="{9D79B27C-0EBF-4B76-B590-8401F672688F}"/>
    <pc:docChg chg="addSld delSld modSld">
      <pc:chgData name="Li,Yuting (HP Medicine) BII-CN-S" userId="ce8fbb54-122c-426d-b8da-fdcc5e1b5022" providerId="ADAL" clId="{9D79B27C-0EBF-4B76-B590-8401F672688F}" dt="2023-03-14T12:55:52.355" v="243"/>
      <pc:docMkLst>
        <pc:docMk/>
      </pc:docMkLst>
      <pc:sldChg chg="modSp mod">
        <pc:chgData name="Li,Yuting (HP Medicine) BII-CN-S" userId="ce8fbb54-122c-426d-b8da-fdcc5e1b5022" providerId="ADAL" clId="{9D79B27C-0EBF-4B76-B590-8401F672688F}" dt="2023-03-14T12:55:52.355" v="243"/>
        <pc:sldMkLst>
          <pc:docMk/>
          <pc:sldMk cId="2210452648" sldId="437"/>
        </pc:sldMkLst>
        <pc:graphicFrameChg chg="mod modGraphic">
          <ac:chgData name="Li,Yuting (HP Medicine) BII-CN-S" userId="ce8fbb54-122c-426d-b8da-fdcc5e1b5022" providerId="ADAL" clId="{9D79B27C-0EBF-4B76-B590-8401F672688F}" dt="2023-03-14T12:55:52.355" v="243"/>
          <ac:graphicFrameMkLst>
            <pc:docMk/>
            <pc:sldMk cId="2210452648" sldId="437"/>
            <ac:graphicFrameMk id="10" creationId="{00000000-0000-0000-0000-000000000000}"/>
          </ac:graphicFrameMkLst>
        </pc:graphicFrameChg>
      </pc:sldChg>
      <pc:sldChg chg="add">
        <pc:chgData name="Li,Yuting (HP Medicine) BII-CN-S" userId="ce8fbb54-122c-426d-b8da-fdcc5e1b5022" providerId="ADAL" clId="{9D79B27C-0EBF-4B76-B590-8401F672688F}" dt="2023-03-13T11:17:27.069" v="0"/>
        <pc:sldMkLst>
          <pc:docMk/>
          <pc:sldMk cId="775362551" sldId="2147470851"/>
        </pc:sldMkLst>
      </pc:sldChg>
      <pc:sldChg chg="add del">
        <pc:chgData name="Li,Yuting (HP Medicine) BII-CN-S" userId="ce8fbb54-122c-426d-b8da-fdcc5e1b5022" providerId="ADAL" clId="{9D79B27C-0EBF-4B76-B590-8401F672688F}" dt="2023-03-14T05:35:59.204" v="239" actId="47"/>
        <pc:sldMkLst>
          <pc:docMk/>
          <pc:sldMk cId="3814792874" sldId="2147470856"/>
        </pc:sldMkLst>
      </pc:sldChg>
      <pc:sldChg chg="add">
        <pc:chgData name="Li,Yuting (HP Medicine) BII-CN-S" userId="ce8fbb54-122c-426d-b8da-fdcc5e1b5022" providerId="ADAL" clId="{9D79B27C-0EBF-4B76-B590-8401F672688F}" dt="2023-03-13T11:17:27.069" v="0"/>
        <pc:sldMkLst>
          <pc:docMk/>
          <pc:sldMk cId="2935543208" sldId="2147470857"/>
        </pc:sldMkLst>
      </pc:sldChg>
    </pc:docChg>
  </pc:docChgLst>
  <pc:docChgLst>
    <pc:chgData name="Lu,Dr.,Jiaqi (HP Medicine) BII-CN-S" userId="8b183601-9cff-443d-8730-90ebdb48edb2" providerId="ADAL" clId="{6DBC4A65-8AC0-4F29-B99A-07B7E4FF9254}"/>
    <pc:docChg chg="custSel modSld">
      <pc:chgData name="Lu,Dr.,Jiaqi (HP Medicine) BII-CN-S" userId="8b183601-9cff-443d-8730-90ebdb48edb2" providerId="ADAL" clId="{6DBC4A65-8AC0-4F29-B99A-07B7E4FF9254}" dt="2023-05-09T03:35:17.785" v="114" actId="14734"/>
      <pc:docMkLst>
        <pc:docMk/>
      </pc:docMkLst>
      <pc:sldChg chg="modSp mod">
        <pc:chgData name="Lu,Dr.,Jiaqi (HP Medicine) BII-CN-S" userId="8b183601-9cff-443d-8730-90ebdb48edb2" providerId="ADAL" clId="{6DBC4A65-8AC0-4F29-B99A-07B7E4FF9254}" dt="2023-05-09T03:35:17.785" v="114" actId="14734"/>
        <pc:sldMkLst>
          <pc:docMk/>
          <pc:sldMk cId="2419429240" sldId="259"/>
        </pc:sldMkLst>
        <pc:graphicFrameChg chg="mod modGraphic">
          <ac:chgData name="Lu,Dr.,Jiaqi (HP Medicine) BII-CN-S" userId="8b183601-9cff-443d-8730-90ebdb48edb2" providerId="ADAL" clId="{6DBC4A65-8AC0-4F29-B99A-07B7E4FF9254}" dt="2023-05-09T03:35:17.785" v="114" actId="14734"/>
          <ac:graphicFrameMkLst>
            <pc:docMk/>
            <pc:sldMk cId="2419429240" sldId="259"/>
            <ac:graphicFrameMk id="8" creationId="{F298453A-3F65-430A-870E-856DD70F8602}"/>
          </ac:graphicFrameMkLst>
        </pc:graphicFrameChg>
      </pc:sldChg>
      <pc:sldChg chg="modSp mod">
        <pc:chgData name="Lu,Dr.,Jiaqi (HP Medicine) BII-CN-S" userId="8b183601-9cff-443d-8730-90ebdb48edb2" providerId="ADAL" clId="{6DBC4A65-8AC0-4F29-B99A-07B7E4FF9254}" dt="2023-04-27T08:19:47.562" v="51" actId="20577"/>
        <pc:sldMkLst>
          <pc:docMk/>
          <pc:sldMk cId="2210452648" sldId="437"/>
        </pc:sldMkLst>
        <pc:graphicFrameChg chg="modGraphic">
          <ac:chgData name="Lu,Dr.,Jiaqi (HP Medicine) BII-CN-S" userId="8b183601-9cff-443d-8730-90ebdb48edb2" providerId="ADAL" clId="{6DBC4A65-8AC0-4F29-B99A-07B7E4FF9254}" dt="2023-04-27T08:19:47.562" v="51" actId="20577"/>
          <ac:graphicFrameMkLst>
            <pc:docMk/>
            <pc:sldMk cId="2210452648" sldId="437"/>
            <ac:graphicFrameMk id="10" creationId="{00000000-0000-0000-0000-000000000000}"/>
          </ac:graphicFrameMkLst>
        </pc:graphicFrameChg>
      </pc:sldChg>
    </pc:docChg>
  </pc:docChgLst>
  <pc:docChgLst>
    <pc:chgData name="Lu,Dr.,Jiaqi (HP Medicine) BII-CN-S" userId="8b183601-9cff-443d-8730-90ebdb48edb2" providerId="ADAL" clId="{2187B2EB-99F9-481F-A955-D404D5F8AE29}"/>
    <pc:docChg chg="modSld">
      <pc:chgData name="Lu,Dr.,Jiaqi (HP Medicine) BII-CN-S" userId="8b183601-9cff-443d-8730-90ebdb48edb2" providerId="ADAL" clId="{2187B2EB-99F9-481F-A955-D404D5F8AE29}" dt="2023-12-05T09:40:57.205" v="6" actId="20577"/>
      <pc:docMkLst>
        <pc:docMk/>
      </pc:docMkLst>
      <pc:sldChg chg="modSp mod">
        <pc:chgData name="Lu,Dr.,Jiaqi (HP Medicine) BII-CN-S" userId="8b183601-9cff-443d-8730-90ebdb48edb2" providerId="ADAL" clId="{2187B2EB-99F9-481F-A955-D404D5F8AE29}" dt="2023-12-05T09:40:57.205" v="6" actId="20577"/>
        <pc:sldMkLst>
          <pc:docMk/>
          <pc:sldMk cId="3849017147" sldId="2595"/>
        </pc:sldMkLst>
        <pc:graphicFrameChg chg="modGraphic">
          <ac:chgData name="Lu,Dr.,Jiaqi (HP Medicine) BII-CN-S" userId="8b183601-9cff-443d-8730-90ebdb48edb2" providerId="ADAL" clId="{2187B2EB-99F9-481F-A955-D404D5F8AE29}" dt="2023-12-05T09:40:57.205" v="6" actId="20577"/>
          <ac:graphicFrameMkLst>
            <pc:docMk/>
            <pc:sldMk cId="3849017147" sldId="2595"/>
            <ac:graphicFrameMk id="13" creationId="{76B842C5-0BDC-F0F9-D21B-6C9BC88568AA}"/>
          </ac:graphicFrameMkLst>
        </pc:graphicFrameChg>
      </pc:sldChg>
    </pc:docChg>
  </pc:docChgLst>
  <pc:docChgLst>
    <pc:chgData name="Li,Yuting (HP Medicine) BII-CN-S" userId="ce8fbb54-122c-426d-b8da-fdcc5e1b5022" providerId="ADAL" clId="{5C503E07-78C8-4DB1-BC05-CCAD3B3FA42C}"/>
    <pc:docChg chg="undo custSel modSld">
      <pc:chgData name="Li,Yuting (HP Medicine) BII-CN-S" userId="ce8fbb54-122c-426d-b8da-fdcc5e1b5022" providerId="ADAL" clId="{5C503E07-78C8-4DB1-BC05-CCAD3B3FA42C}" dt="2023-05-10T12:04:39.243" v="833" actId="20577"/>
      <pc:docMkLst>
        <pc:docMk/>
      </pc:docMkLst>
      <pc:sldChg chg="modSp mod">
        <pc:chgData name="Li,Yuting (HP Medicine) BII-CN-S" userId="ce8fbb54-122c-426d-b8da-fdcc5e1b5022" providerId="ADAL" clId="{5C503E07-78C8-4DB1-BC05-CCAD3B3FA42C}" dt="2023-05-09T09:16:48.575" v="775" actId="6549"/>
        <pc:sldMkLst>
          <pc:docMk/>
          <pc:sldMk cId="2419429240" sldId="259"/>
        </pc:sldMkLst>
        <pc:graphicFrameChg chg="mod modGraphic">
          <ac:chgData name="Li,Yuting (HP Medicine) BII-CN-S" userId="ce8fbb54-122c-426d-b8da-fdcc5e1b5022" providerId="ADAL" clId="{5C503E07-78C8-4DB1-BC05-CCAD3B3FA42C}" dt="2023-05-09T09:16:48.575" v="775" actId="6549"/>
          <ac:graphicFrameMkLst>
            <pc:docMk/>
            <pc:sldMk cId="2419429240" sldId="259"/>
            <ac:graphicFrameMk id="8" creationId="{F298453A-3F65-430A-870E-856DD70F8602}"/>
          </ac:graphicFrameMkLst>
        </pc:graphicFrameChg>
      </pc:sldChg>
      <pc:sldChg chg="modSp mod">
        <pc:chgData name="Li,Yuting (HP Medicine) BII-CN-S" userId="ce8fbb54-122c-426d-b8da-fdcc5e1b5022" providerId="ADAL" clId="{5C503E07-78C8-4DB1-BC05-CCAD3B3FA42C}" dt="2023-05-10T12:04:39.243" v="833" actId="20577"/>
        <pc:sldMkLst>
          <pc:docMk/>
          <pc:sldMk cId="2210452648" sldId="437"/>
        </pc:sldMkLst>
        <pc:graphicFrameChg chg="mod modGraphic">
          <ac:chgData name="Li,Yuting (HP Medicine) BII-CN-S" userId="ce8fbb54-122c-426d-b8da-fdcc5e1b5022" providerId="ADAL" clId="{5C503E07-78C8-4DB1-BC05-CCAD3B3FA42C}" dt="2023-05-10T12:04:39.243" v="833" actId="20577"/>
          <ac:graphicFrameMkLst>
            <pc:docMk/>
            <pc:sldMk cId="2210452648" sldId="437"/>
            <ac:graphicFrameMk id="10" creationId="{00000000-0000-0000-0000-000000000000}"/>
          </ac:graphicFrameMkLst>
        </pc:graphicFrameChg>
      </pc:sldChg>
    </pc:docChg>
  </pc:docChgLst>
  <pc:docChgLst>
    <pc:chgData name="Han,Keri (HP Medicine) BII-CN-S" userId="06a39f7b-f140-446e-81cc-4ce1bd36a97a" providerId="ADAL" clId="{4B781DC4-118F-41AD-AB8C-F759C0B436AE}"/>
    <pc:docChg chg="undo custSel modSld">
      <pc:chgData name="Han,Keri (HP Medicine) BII-CN-S" userId="06a39f7b-f140-446e-81cc-4ce1bd36a97a" providerId="ADAL" clId="{4B781DC4-118F-41AD-AB8C-F759C0B436AE}" dt="2023-04-14T12:56:04.198" v="1" actId="1076"/>
      <pc:docMkLst>
        <pc:docMk/>
      </pc:docMkLst>
      <pc:sldChg chg="modSp mod">
        <pc:chgData name="Han,Keri (HP Medicine) BII-CN-S" userId="06a39f7b-f140-446e-81cc-4ce1bd36a97a" providerId="ADAL" clId="{4B781DC4-118F-41AD-AB8C-F759C0B436AE}" dt="2023-04-14T12:56:04.198" v="1" actId="1076"/>
        <pc:sldMkLst>
          <pc:docMk/>
          <pc:sldMk cId="3445535131" sldId="297"/>
        </pc:sldMkLst>
        <pc:spChg chg="mod">
          <ac:chgData name="Han,Keri (HP Medicine) BII-CN-S" userId="06a39f7b-f140-446e-81cc-4ce1bd36a97a" providerId="ADAL" clId="{4B781DC4-118F-41AD-AB8C-F759C0B436AE}" dt="2023-04-14T12:56:04.198" v="1" actId="1076"/>
          <ac:spMkLst>
            <pc:docMk/>
            <pc:sldMk cId="3445535131" sldId="297"/>
            <ac:spMk id="11" creationId="{478E268B-5EBC-4883-8CE0-0E83CA7536BD}"/>
          </ac:spMkLst>
        </pc:spChg>
        <pc:spChg chg="mod">
          <ac:chgData name="Han,Keri (HP Medicine) BII-CN-S" userId="06a39f7b-f140-446e-81cc-4ce1bd36a97a" providerId="ADAL" clId="{4B781DC4-118F-41AD-AB8C-F759C0B436AE}" dt="2023-04-14T12:56:04.198" v="1" actId="1076"/>
          <ac:spMkLst>
            <pc:docMk/>
            <pc:sldMk cId="3445535131" sldId="297"/>
            <ac:spMk id="12" creationId="{093F2757-1E16-4AD4-AFD8-094D8B2207B2}"/>
          </ac:spMkLst>
        </pc:spChg>
        <pc:spChg chg="mod">
          <ac:chgData name="Han,Keri (HP Medicine) BII-CN-S" userId="06a39f7b-f140-446e-81cc-4ce1bd36a97a" providerId="ADAL" clId="{4B781DC4-118F-41AD-AB8C-F759C0B436AE}" dt="2023-04-14T12:56:04.198" v="1" actId="1076"/>
          <ac:spMkLst>
            <pc:docMk/>
            <pc:sldMk cId="3445535131" sldId="297"/>
            <ac:spMk id="15" creationId="{59AD1DEC-E6A2-4C01-9E46-E2BD2946560D}"/>
          </ac:spMkLst>
        </pc:spChg>
        <pc:spChg chg="mod">
          <ac:chgData name="Han,Keri (HP Medicine) BII-CN-S" userId="06a39f7b-f140-446e-81cc-4ce1bd36a97a" providerId="ADAL" clId="{4B781DC4-118F-41AD-AB8C-F759C0B436AE}" dt="2023-04-14T12:56:04.198" v="1" actId="1076"/>
          <ac:spMkLst>
            <pc:docMk/>
            <pc:sldMk cId="3445535131" sldId="297"/>
            <ac:spMk id="17" creationId="{FD163D71-49A7-467A-A6D5-78DD337A9A95}"/>
          </ac:spMkLst>
        </pc:spChg>
      </pc:sldChg>
    </pc:docChg>
  </pc:docChgLst>
  <pc:docChgLst>
    <pc:chgData name="Du,Zhaoxia (MED BDS) BII-CN-S" userId="691607b6-ca5c-4112-8458-0d74bdb9c14d" providerId="ADAL" clId="{F0F3A83D-E5D8-4886-8316-0766524E49DC}"/>
    <pc:docChg chg="custSel addSld delSld modSld delMainMaster">
      <pc:chgData name="Du,Zhaoxia (MED BDS) BII-CN-S" userId="691607b6-ca5c-4112-8458-0d74bdb9c14d" providerId="ADAL" clId="{F0F3A83D-E5D8-4886-8316-0766524E49DC}" dt="2023-04-25T10:22:23.016" v="521"/>
      <pc:docMkLst>
        <pc:docMk/>
      </pc:docMkLst>
      <pc:sldChg chg="del">
        <pc:chgData name="Du,Zhaoxia (MED BDS) BII-CN-S" userId="691607b6-ca5c-4112-8458-0d74bdb9c14d" providerId="ADAL" clId="{F0F3A83D-E5D8-4886-8316-0766524E49DC}" dt="2023-04-25T10:17:06.846" v="446" actId="47"/>
        <pc:sldMkLst>
          <pc:docMk/>
          <pc:sldMk cId="3445535131" sldId="297"/>
        </pc:sldMkLst>
      </pc:sldChg>
      <pc:sldChg chg="modSp mod">
        <pc:chgData name="Du,Zhaoxia (MED BDS) BII-CN-S" userId="691607b6-ca5c-4112-8458-0d74bdb9c14d" providerId="ADAL" clId="{F0F3A83D-E5D8-4886-8316-0766524E49DC}" dt="2023-04-25T06:39:19.186" v="10" actId="20577"/>
        <pc:sldMkLst>
          <pc:docMk/>
          <pc:sldMk cId="1341461315" sldId="431"/>
        </pc:sldMkLst>
        <pc:spChg chg="mod">
          <ac:chgData name="Du,Zhaoxia (MED BDS) BII-CN-S" userId="691607b6-ca5c-4112-8458-0d74bdb9c14d" providerId="ADAL" clId="{F0F3A83D-E5D8-4886-8316-0766524E49DC}" dt="2023-04-25T06:39:19.186" v="10" actId="20577"/>
          <ac:spMkLst>
            <pc:docMk/>
            <pc:sldMk cId="1341461315" sldId="431"/>
            <ac:spMk id="5" creationId="{00000000-0000-0000-0000-000000000000}"/>
          </ac:spMkLst>
        </pc:spChg>
      </pc:sldChg>
      <pc:sldChg chg="modSp mod">
        <pc:chgData name="Du,Zhaoxia (MED BDS) BII-CN-S" userId="691607b6-ca5c-4112-8458-0d74bdb9c14d" providerId="ADAL" clId="{F0F3A83D-E5D8-4886-8316-0766524E49DC}" dt="2023-04-25T10:22:23.016" v="521"/>
        <pc:sldMkLst>
          <pc:docMk/>
          <pc:sldMk cId="2210452648" sldId="437"/>
        </pc:sldMkLst>
        <pc:graphicFrameChg chg="mod modGraphic">
          <ac:chgData name="Du,Zhaoxia (MED BDS) BII-CN-S" userId="691607b6-ca5c-4112-8458-0d74bdb9c14d" providerId="ADAL" clId="{F0F3A83D-E5D8-4886-8316-0766524E49DC}" dt="2023-04-25T10:22:23.016" v="521"/>
          <ac:graphicFrameMkLst>
            <pc:docMk/>
            <pc:sldMk cId="2210452648" sldId="437"/>
            <ac:graphicFrameMk id="10" creationId="{00000000-0000-0000-0000-000000000000}"/>
          </ac:graphicFrameMkLst>
        </pc:graphicFrameChg>
      </pc:sldChg>
      <pc:sldChg chg="modSp new del mod">
        <pc:chgData name="Du,Zhaoxia (MED BDS) BII-CN-S" userId="691607b6-ca5c-4112-8458-0d74bdb9c14d" providerId="ADAL" clId="{F0F3A83D-E5D8-4886-8316-0766524E49DC}" dt="2023-04-25T10:16:15.632" v="445" actId="2696"/>
        <pc:sldMkLst>
          <pc:docMk/>
          <pc:sldMk cId="2994076062" sldId="438"/>
        </pc:sldMkLst>
        <pc:spChg chg="mod">
          <ac:chgData name="Du,Zhaoxia (MED BDS) BII-CN-S" userId="691607b6-ca5c-4112-8458-0d74bdb9c14d" providerId="ADAL" clId="{F0F3A83D-E5D8-4886-8316-0766524E49DC}" dt="2023-04-25T08:37:42.251" v="444" actId="20577"/>
          <ac:spMkLst>
            <pc:docMk/>
            <pc:sldMk cId="2994076062" sldId="438"/>
            <ac:spMk id="2" creationId="{4C584B95-C708-4134-AB0F-4CAA87770E30}"/>
          </ac:spMkLst>
        </pc:spChg>
      </pc:sldChg>
      <pc:sldChg chg="del">
        <pc:chgData name="Du,Zhaoxia (MED BDS) BII-CN-S" userId="691607b6-ca5c-4112-8458-0d74bdb9c14d" providerId="ADAL" clId="{F0F3A83D-E5D8-4886-8316-0766524E49DC}" dt="2023-04-25T06:38:45.771" v="0" actId="47"/>
        <pc:sldMkLst>
          <pc:docMk/>
          <pc:sldMk cId="2629044557" sldId="2145706801"/>
        </pc:sldMkLst>
      </pc:sldChg>
      <pc:sldChg chg="del">
        <pc:chgData name="Du,Zhaoxia (MED BDS) BII-CN-S" userId="691607b6-ca5c-4112-8458-0d74bdb9c14d" providerId="ADAL" clId="{F0F3A83D-E5D8-4886-8316-0766524E49DC}" dt="2023-04-25T06:38:46.848" v="1" actId="47"/>
        <pc:sldMkLst>
          <pc:docMk/>
          <pc:sldMk cId="1839113505" sldId="2145706805"/>
        </pc:sldMkLst>
      </pc:sldChg>
      <pc:sldMasterChg chg="delSldLayout">
        <pc:chgData name="Du,Zhaoxia (MED BDS) BII-CN-S" userId="691607b6-ca5c-4112-8458-0d74bdb9c14d" providerId="ADAL" clId="{F0F3A83D-E5D8-4886-8316-0766524E49DC}" dt="2023-04-25T06:38:46.848" v="1" actId="47"/>
        <pc:sldMasterMkLst>
          <pc:docMk/>
          <pc:sldMasterMk cId="2865055379" sldId="2147483679"/>
        </pc:sldMasterMkLst>
        <pc:sldLayoutChg chg="del">
          <pc:chgData name="Du,Zhaoxia (MED BDS) BII-CN-S" userId="691607b6-ca5c-4112-8458-0d74bdb9c14d" providerId="ADAL" clId="{F0F3A83D-E5D8-4886-8316-0766524E49DC}" dt="2023-04-25T06:38:46.848" v="1" actId="47"/>
          <pc:sldLayoutMkLst>
            <pc:docMk/>
            <pc:sldMasterMk cId="2865055379" sldId="2147483679"/>
            <pc:sldLayoutMk cId="985662784" sldId="2147483902"/>
          </pc:sldLayoutMkLst>
        </pc:sldLayoutChg>
      </pc:sldMasterChg>
      <pc:sldMasterChg chg="del delSldLayout">
        <pc:chgData name="Du,Zhaoxia (MED BDS) BII-CN-S" userId="691607b6-ca5c-4112-8458-0d74bdb9c14d" providerId="ADAL" clId="{F0F3A83D-E5D8-4886-8316-0766524E49DC}" dt="2023-04-25T10:17:06.846" v="446" actId="47"/>
        <pc:sldMasterMkLst>
          <pc:docMk/>
          <pc:sldMasterMk cId="2886717390" sldId="2147483889"/>
        </pc:sldMasterMkLst>
        <pc:sldLayoutChg chg="del">
          <pc:chgData name="Du,Zhaoxia (MED BDS) BII-CN-S" userId="691607b6-ca5c-4112-8458-0d74bdb9c14d" providerId="ADAL" clId="{F0F3A83D-E5D8-4886-8316-0766524E49DC}" dt="2023-04-25T10:17:06.846" v="446" actId="47"/>
          <pc:sldLayoutMkLst>
            <pc:docMk/>
            <pc:sldMasterMk cId="2886717390" sldId="2147483889"/>
            <pc:sldLayoutMk cId="1815380783" sldId="2147483890"/>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563454988" sldId="2147483891"/>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4273425441" sldId="2147483892"/>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1971573554" sldId="2147483893"/>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2228004867" sldId="2147483894"/>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895624820" sldId="2147483895"/>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3124277052" sldId="2147483896"/>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240861910" sldId="2147483897"/>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1859308106" sldId="2147483898"/>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830066064" sldId="2147483899"/>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2178349406" sldId="2147483900"/>
          </pc:sldLayoutMkLst>
        </pc:sldLayoutChg>
        <pc:sldLayoutChg chg="del">
          <pc:chgData name="Du,Zhaoxia (MED BDS) BII-CN-S" userId="691607b6-ca5c-4112-8458-0d74bdb9c14d" providerId="ADAL" clId="{F0F3A83D-E5D8-4886-8316-0766524E49DC}" dt="2023-04-25T10:17:06.846" v="446" actId="47"/>
          <pc:sldLayoutMkLst>
            <pc:docMk/>
            <pc:sldMasterMk cId="2886717390" sldId="2147483889"/>
            <pc:sldLayoutMk cId="2124387897" sldId="2147483901"/>
          </pc:sldLayoutMkLst>
        </pc:sldLayoutChg>
      </pc:sldMasterChg>
    </pc:docChg>
  </pc:docChgLst>
  <pc:docChgLst>
    <pc:chgData name="Han,Keri (HP Medicine) BII-CN-S" userId="06a39f7b-f140-446e-81cc-4ce1bd36a97a" providerId="ADAL" clId="{0A76C87A-5FCE-4B9A-AE4A-F3D9BA054365}"/>
    <pc:docChg chg="modSld">
      <pc:chgData name="Han,Keri (HP Medicine) BII-CN-S" userId="06a39f7b-f140-446e-81cc-4ce1bd36a97a" providerId="ADAL" clId="{0A76C87A-5FCE-4B9A-AE4A-F3D9BA054365}" dt="2023-05-06T07:08:16.213" v="54" actId="20577"/>
      <pc:docMkLst>
        <pc:docMk/>
      </pc:docMkLst>
      <pc:sldChg chg="modSp mod">
        <pc:chgData name="Han,Keri (HP Medicine) BII-CN-S" userId="06a39f7b-f140-446e-81cc-4ce1bd36a97a" providerId="ADAL" clId="{0A76C87A-5FCE-4B9A-AE4A-F3D9BA054365}" dt="2023-05-06T07:08:16.213" v="54" actId="20577"/>
        <pc:sldMkLst>
          <pc:docMk/>
          <pc:sldMk cId="2419429240" sldId="259"/>
        </pc:sldMkLst>
        <pc:spChg chg="mod">
          <ac:chgData name="Han,Keri (HP Medicine) BII-CN-S" userId="06a39f7b-f140-446e-81cc-4ce1bd36a97a" providerId="ADAL" clId="{0A76C87A-5FCE-4B9A-AE4A-F3D9BA054365}" dt="2023-05-06T07:05:51.622" v="51" actId="20577"/>
          <ac:spMkLst>
            <pc:docMk/>
            <pc:sldMk cId="2419429240" sldId="259"/>
            <ac:spMk id="3" creationId="{00000000-0000-0000-0000-000000000000}"/>
          </ac:spMkLst>
        </pc:spChg>
        <pc:graphicFrameChg chg="modGraphic">
          <ac:chgData name="Han,Keri (HP Medicine) BII-CN-S" userId="06a39f7b-f140-446e-81cc-4ce1bd36a97a" providerId="ADAL" clId="{0A76C87A-5FCE-4B9A-AE4A-F3D9BA054365}" dt="2023-05-06T07:08:16.213" v="54" actId="20577"/>
          <ac:graphicFrameMkLst>
            <pc:docMk/>
            <pc:sldMk cId="2419429240" sldId="259"/>
            <ac:graphicFrameMk id="8" creationId="{F298453A-3F65-430A-870E-856DD70F8602}"/>
          </ac:graphicFrameMkLst>
        </pc:graphicFrameChg>
      </pc:sldChg>
    </pc:docChg>
  </pc:docChgLst>
  <pc:docChgLst>
    <pc:chgData name="Han,Keri (HP Medicine) BII-CN-S" userId="06a39f7b-f140-446e-81cc-4ce1bd36a97a" providerId="ADAL" clId="{8B6CD8C1-4C21-4AC6-81DC-6D272EB6FEEC}"/>
    <pc:docChg chg="modSld">
      <pc:chgData name="Han,Keri (HP Medicine) BII-CN-S" userId="06a39f7b-f140-446e-81cc-4ce1bd36a97a" providerId="ADAL" clId="{8B6CD8C1-4C21-4AC6-81DC-6D272EB6FEEC}" dt="2024-04-19T05:37:31.889" v="0" actId="21"/>
      <pc:docMkLst>
        <pc:docMk/>
      </pc:docMkLst>
      <pc:sldChg chg="modSp mod">
        <pc:chgData name="Han,Keri (HP Medicine) BII-CN-S" userId="06a39f7b-f140-446e-81cc-4ce1bd36a97a" providerId="ADAL" clId="{8B6CD8C1-4C21-4AC6-81DC-6D272EB6FEEC}" dt="2024-04-19T05:37:31.889" v="0" actId="21"/>
        <pc:sldMkLst>
          <pc:docMk/>
          <pc:sldMk cId="744445281" sldId="9862"/>
        </pc:sldMkLst>
        <pc:graphicFrameChg chg="modGraphic">
          <ac:chgData name="Han,Keri (HP Medicine) BII-CN-S" userId="06a39f7b-f140-446e-81cc-4ce1bd36a97a" providerId="ADAL" clId="{8B6CD8C1-4C21-4AC6-81DC-6D272EB6FEEC}" dt="2024-04-19T05:37:31.889" v="0" actId="21"/>
          <ac:graphicFrameMkLst>
            <pc:docMk/>
            <pc:sldMk cId="744445281" sldId="9862"/>
            <ac:graphicFrameMk id="13" creationId="{76B842C5-0BDC-F0F9-D21B-6C9BC88568AA}"/>
          </ac:graphicFrameMkLst>
        </pc:graphicFrameChg>
      </pc:sldChg>
    </pc:docChg>
  </pc:docChgLst>
  <pc:docChgLst>
    <pc:chgData name="Lu,Dr.,Jiaqi (HP Medicine) BII-CN-S" userId="8b183601-9cff-443d-8730-90ebdb48edb2" providerId="ADAL" clId="{3C1A1BB6-AE7F-4BAF-85A9-0479C4708601}"/>
    <pc:docChg chg="modSld">
      <pc:chgData name="Lu,Dr.,Jiaqi (HP Medicine) BII-CN-S" userId="8b183601-9cff-443d-8730-90ebdb48edb2" providerId="ADAL" clId="{3C1A1BB6-AE7F-4BAF-85A9-0479C4708601}" dt="2023-10-13T02:23:14.655" v="296" actId="20577"/>
      <pc:docMkLst>
        <pc:docMk/>
      </pc:docMkLst>
      <pc:sldChg chg="modSp mod">
        <pc:chgData name="Lu,Dr.,Jiaqi (HP Medicine) BII-CN-S" userId="8b183601-9cff-443d-8730-90ebdb48edb2" providerId="ADAL" clId="{3C1A1BB6-AE7F-4BAF-85A9-0479C4708601}" dt="2023-10-13T02:23:14.655" v="296" actId="20577"/>
        <pc:sldMkLst>
          <pc:docMk/>
          <pc:sldMk cId="294211580" sldId="2147474152"/>
        </pc:sldMkLst>
        <pc:graphicFrameChg chg="modGraphic">
          <ac:chgData name="Lu,Dr.,Jiaqi (HP Medicine) BII-CN-S" userId="8b183601-9cff-443d-8730-90ebdb48edb2" providerId="ADAL" clId="{3C1A1BB6-AE7F-4BAF-85A9-0479C4708601}" dt="2023-10-13T02:23:14.655" v="296" actId="20577"/>
          <ac:graphicFrameMkLst>
            <pc:docMk/>
            <pc:sldMk cId="294211580" sldId="2147474152"/>
            <ac:graphicFrameMk id="10" creationId="{00000000-0000-0000-0000-000000000000}"/>
          </ac:graphicFrameMkLst>
        </pc:graphicFrameChg>
      </pc:sldChg>
    </pc:docChg>
  </pc:docChgLst>
  <pc:docChgLst>
    <pc:chgData name="Han,Keri (HP Medicine) BII-CN-S" userId="06a39f7b-f140-446e-81cc-4ce1bd36a97a" providerId="ADAL" clId="{B1DBFBA0-7D13-4298-8DFD-BB959B51FFCF}"/>
    <pc:docChg chg="modSld">
      <pc:chgData name="Han,Keri (HP Medicine) BII-CN-S" userId="06a39f7b-f140-446e-81cc-4ce1bd36a97a" providerId="ADAL" clId="{B1DBFBA0-7D13-4298-8DFD-BB959B51FFCF}" dt="2024-01-09T08:27:20.844" v="370" actId="20577"/>
      <pc:docMkLst>
        <pc:docMk/>
      </pc:docMkLst>
      <pc:sldChg chg="modSp mod">
        <pc:chgData name="Han,Keri (HP Medicine) BII-CN-S" userId="06a39f7b-f140-446e-81cc-4ce1bd36a97a" providerId="ADAL" clId="{B1DBFBA0-7D13-4298-8DFD-BB959B51FFCF}" dt="2024-01-09T08:27:20.844" v="370" actId="20577"/>
        <pc:sldMkLst>
          <pc:docMk/>
          <pc:sldMk cId="4281621405" sldId="9861"/>
        </pc:sldMkLst>
        <pc:graphicFrameChg chg="modGraphic">
          <ac:chgData name="Han,Keri (HP Medicine) BII-CN-S" userId="06a39f7b-f140-446e-81cc-4ce1bd36a97a" providerId="ADAL" clId="{B1DBFBA0-7D13-4298-8DFD-BB959B51FFCF}" dt="2024-01-09T08:27:20.844" v="370" actId="20577"/>
          <ac:graphicFrameMkLst>
            <pc:docMk/>
            <pc:sldMk cId="4281621405" sldId="9861"/>
            <ac:graphicFrameMk id="13" creationId="{76B842C5-0BDC-F0F9-D21B-6C9BC88568AA}"/>
          </ac:graphicFrameMkLst>
        </pc:graphicFrameChg>
      </pc:sldChg>
    </pc:docChg>
  </pc:docChgLst>
  <pc:docChgLst>
    <pc:chgData name="Li,Yuting (HP Medicine) BII-CN-S" userId="ce8fbb54-122c-426d-b8da-fdcc5e1b5022" providerId="ADAL" clId="{8082652A-B764-4087-9CFB-A5E55F3351B4}"/>
    <pc:docChg chg="custSel modSld">
      <pc:chgData name="Li,Yuting (HP Medicine) BII-CN-S" userId="ce8fbb54-122c-426d-b8da-fdcc5e1b5022" providerId="ADAL" clId="{8082652A-B764-4087-9CFB-A5E55F3351B4}" dt="2023-11-13T13:54:45.078" v="49" actId="20577"/>
      <pc:docMkLst>
        <pc:docMk/>
      </pc:docMkLst>
      <pc:sldChg chg="modSp mod">
        <pc:chgData name="Li,Yuting (HP Medicine) BII-CN-S" userId="ce8fbb54-122c-426d-b8da-fdcc5e1b5022" providerId="ADAL" clId="{8082652A-B764-4087-9CFB-A5E55F3351B4}" dt="2023-11-12T13:35:53.552" v="43" actId="20577"/>
        <pc:sldMkLst>
          <pc:docMk/>
          <pc:sldMk cId="3849017147" sldId="2595"/>
        </pc:sldMkLst>
        <pc:graphicFrameChg chg="mod modGraphic">
          <ac:chgData name="Li,Yuting (HP Medicine) BII-CN-S" userId="ce8fbb54-122c-426d-b8da-fdcc5e1b5022" providerId="ADAL" clId="{8082652A-B764-4087-9CFB-A5E55F3351B4}" dt="2023-11-12T13:35:53.552" v="43" actId="20577"/>
          <ac:graphicFrameMkLst>
            <pc:docMk/>
            <pc:sldMk cId="3849017147" sldId="2595"/>
            <ac:graphicFrameMk id="13" creationId="{76B842C5-0BDC-F0F9-D21B-6C9BC88568AA}"/>
          </ac:graphicFrameMkLst>
        </pc:graphicFrameChg>
      </pc:sldChg>
      <pc:sldChg chg="modSp mod delCm modNotesTx">
        <pc:chgData name="Li,Yuting (HP Medicine) BII-CN-S" userId="ce8fbb54-122c-426d-b8da-fdcc5e1b5022" providerId="ADAL" clId="{8082652A-B764-4087-9CFB-A5E55F3351B4}" dt="2023-11-13T13:54:45.078" v="49" actId="20577"/>
        <pc:sldMkLst>
          <pc:docMk/>
          <pc:sldMk cId="1303711599" sldId="2147475010"/>
        </pc:sldMkLst>
        <pc:spChg chg="mod">
          <ac:chgData name="Li,Yuting (HP Medicine) BII-CN-S" userId="ce8fbb54-122c-426d-b8da-fdcc5e1b5022" providerId="ADAL" clId="{8082652A-B764-4087-9CFB-A5E55F3351B4}" dt="2023-11-13T13:54:45.078" v="49" actId="20577"/>
          <ac:spMkLst>
            <pc:docMk/>
            <pc:sldMk cId="1303711599" sldId="2147475010"/>
            <ac:spMk id="8" creationId="{F562B813-C3EB-CAFA-26B5-18D81CA1C9BF}"/>
          </ac:spMkLst>
        </pc:spChg>
      </pc:sldChg>
    </pc:docChg>
  </pc:docChgLst>
  <pc:docChgLst>
    <pc:chgData name="Liang,Dr.,Hongzi (HP Medicine) BII-CN-S" userId="S::hongzi.liang@boehringer-ingelheim.com::29bc0a18-5096-49d5-ae49-3e5745cfa117" providerId="AD" clId="Web-{D7FCEFEC-A8CB-D7C7-09DB-F6CC1A826746}"/>
    <pc:docChg chg="modSld">
      <pc:chgData name="Liang,Dr.,Hongzi (HP Medicine) BII-CN-S" userId="S::hongzi.liang@boehringer-ingelheim.com::29bc0a18-5096-49d5-ae49-3e5745cfa117" providerId="AD" clId="Web-{D7FCEFEC-A8CB-D7C7-09DB-F6CC1A826746}" dt="2024-03-19T08:47:57.097" v="47"/>
      <pc:docMkLst>
        <pc:docMk/>
      </pc:docMkLst>
      <pc:sldChg chg="modSp">
        <pc:chgData name="Liang,Dr.,Hongzi (HP Medicine) BII-CN-S" userId="S::hongzi.liang@boehringer-ingelheim.com::29bc0a18-5096-49d5-ae49-3e5745cfa117" providerId="AD" clId="Web-{D7FCEFEC-A8CB-D7C7-09DB-F6CC1A826746}" dt="2024-03-19T08:47:57.097" v="47"/>
        <pc:sldMkLst>
          <pc:docMk/>
          <pc:sldMk cId="4281621405" sldId="9861"/>
        </pc:sldMkLst>
        <pc:graphicFrameChg chg="mod modGraphic">
          <ac:chgData name="Liang,Dr.,Hongzi (HP Medicine) BII-CN-S" userId="S::hongzi.liang@boehringer-ingelheim.com::29bc0a18-5096-49d5-ae49-3e5745cfa117" providerId="AD" clId="Web-{D7FCEFEC-A8CB-D7C7-09DB-F6CC1A826746}" dt="2024-03-19T08:47:57.097" v="47"/>
          <ac:graphicFrameMkLst>
            <pc:docMk/>
            <pc:sldMk cId="4281621405" sldId="9861"/>
            <ac:graphicFrameMk id="13" creationId="{76B842C5-0BDC-F0F9-D21B-6C9BC88568AA}"/>
          </ac:graphicFrameMkLst>
        </pc:graphicFrameChg>
      </pc:sldChg>
    </pc:docChg>
  </pc:docChgLst>
  <pc:docChgLst>
    <pc:chgData name="Chen,Dr.,Ying (HP Medicine) BII-CN-S" userId="S::ying_4.chen@boehringer-ingelheim.com::7c019f49-0ee9-4787-9ac5-a11d3b82d6d2" providerId="AD" clId="Web-{8B1CAA27-79EE-CA7D-C012-48A05B3A651C}"/>
    <pc:docChg chg="modSld">
      <pc:chgData name="Chen,Dr.,Ying (HP Medicine) BII-CN-S" userId="S::ying_4.chen@boehringer-ingelheim.com::7c019f49-0ee9-4787-9ac5-a11d3b82d6d2" providerId="AD" clId="Web-{8B1CAA27-79EE-CA7D-C012-48A05B3A651C}" dt="2024-04-22T09:13:43.091" v="671"/>
      <pc:docMkLst>
        <pc:docMk/>
      </pc:docMkLst>
      <pc:sldChg chg="modSp">
        <pc:chgData name="Chen,Dr.,Ying (HP Medicine) BII-CN-S" userId="S::ying_4.chen@boehringer-ingelheim.com::7c019f49-0ee9-4787-9ac5-a11d3b82d6d2" providerId="AD" clId="Web-{8B1CAA27-79EE-CA7D-C012-48A05B3A651C}" dt="2024-04-22T09:13:43.091" v="671"/>
        <pc:sldMkLst>
          <pc:docMk/>
          <pc:sldMk cId="4281621405" sldId="9861"/>
        </pc:sldMkLst>
        <pc:graphicFrameChg chg="mod modGraphic">
          <ac:chgData name="Chen,Dr.,Ying (HP Medicine) BII-CN-S" userId="S::ying_4.chen@boehringer-ingelheim.com::7c019f49-0ee9-4787-9ac5-a11d3b82d6d2" providerId="AD" clId="Web-{8B1CAA27-79EE-CA7D-C012-48A05B3A651C}" dt="2024-04-22T09:13:43.091" v="671"/>
          <ac:graphicFrameMkLst>
            <pc:docMk/>
            <pc:sldMk cId="4281621405" sldId="9861"/>
            <ac:graphicFrameMk id="13" creationId="{76B842C5-0BDC-F0F9-D21B-6C9BC88568AA}"/>
          </ac:graphicFrameMkLst>
        </pc:graphicFrameChg>
      </pc:sldChg>
    </pc:docChg>
  </pc:docChgLst>
  <pc:docChgLst>
    <pc:chgData name="Li,Yuting (HP Medicine) BII-CN-S" userId="ce8fbb54-122c-426d-b8da-fdcc5e1b5022" providerId="ADAL" clId="{BCF6F7BF-8B44-419B-AB17-37B85BD2C994}"/>
    <pc:docChg chg="modSld">
      <pc:chgData name="Li,Yuting (HP Medicine) BII-CN-S" userId="ce8fbb54-122c-426d-b8da-fdcc5e1b5022" providerId="ADAL" clId="{BCF6F7BF-8B44-419B-AB17-37B85BD2C994}" dt="2024-01-11T01:21:43.965" v="382" actId="20577"/>
      <pc:docMkLst>
        <pc:docMk/>
      </pc:docMkLst>
      <pc:sldChg chg="modSp mod">
        <pc:chgData name="Li,Yuting (HP Medicine) BII-CN-S" userId="ce8fbb54-122c-426d-b8da-fdcc5e1b5022" providerId="ADAL" clId="{BCF6F7BF-8B44-419B-AB17-37B85BD2C994}" dt="2024-01-11T01:21:43.965" v="382" actId="20577"/>
        <pc:sldMkLst>
          <pc:docMk/>
          <pc:sldMk cId="4281621405" sldId="9861"/>
        </pc:sldMkLst>
        <pc:graphicFrameChg chg="modGraphic">
          <ac:chgData name="Li,Yuting (HP Medicine) BII-CN-S" userId="ce8fbb54-122c-426d-b8da-fdcc5e1b5022" providerId="ADAL" clId="{BCF6F7BF-8B44-419B-AB17-37B85BD2C994}" dt="2024-01-11T01:21:43.965" v="382" actId="20577"/>
          <ac:graphicFrameMkLst>
            <pc:docMk/>
            <pc:sldMk cId="4281621405" sldId="9861"/>
            <ac:graphicFrameMk id="13" creationId="{76B842C5-0BDC-F0F9-D21B-6C9BC88568AA}"/>
          </ac:graphicFrameMkLst>
        </pc:graphicFrameChg>
      </pc:sldChg>
    </pc:docChg>
  </pc:docChgLst>
  <pc:docChgLst>
    <pc:chgData name="Lu,Dr.,Jiaqi (HP Medicine) BII-CN-S" userId="S::jiaqi.lu@boehringer-ingelheim.com::8b183601-9cff-443d-8730-90ebdb48edb2" providerId="AD" clId="Web-{07BF85B4-528A-5A6F-2DD8-1B5AA5E5AC98}"/>
    <pc:docChg chg="modSld">
      <pc:chgData name="Lu,Dr.,Jiaqi (HP Medicine) BII-CN-S" userId="S::jiaqi.lu@boehringer-ingelheim.com::8b183601-9cff-443d-8730-90ebdb48edb2" providerId="AD" clId="Web-{07BF85B4-528A-5A6F-2DD8-1B5AA5E5AC98}" dt="2023-10-12T06:42:55.875" v="11"/>
      <pc:docMkLst>
        <pc:docMk/>
      </pc:docMkLst>
      <pc:sldChg chg="modSp">
        <pc:chgData name="Lu,Dr.,Jiaqi (HP Medicine) BII-CN-S" userId="S::jiaqi.lu@boehringer-ingelheim.com::8b183601-9cff-443d-8730-90ebdb48edb2" providerId="AD" clId="Web-{07BF85B4-528A-5A6F-2DD8-1B5AA5E5AC98}" dt="2023-10-12T06:42:55.875" v="11"/>
        <pc:sldMkLst>
          <pc:docMk/>
          <pc:sldMk cId="294211580" sldId="2147474152"/>
        </pc:sldMkLst>
        <pc:graphicFrameChg chg="mod modGraphic">
          <ac:chgData name="Lu,Dr.,Jiaqi (HP Medicine) BII-CN-S" userId="S::jiaqi.lu@boehringer-ingelheim.com::8b183601-9cff-443d-8730-90ebdb48edb2" providerId="AD" clId="Web-{07BF85B4-528A-5A6F-2DD8-1B5AA5E5AC98}" dt="2023-10-12T06:42:55.875" v="11"/>
          <ac:graphicFrameMkLst>
            <pc:docMk/>
            <pc:sldMk cId="294211580" sldId="2147474152"/>
            <ac:graphicFrameMk id="10" creationId="{00000000-0000-0000-0000-000000000000}"/>
          </ac:graphicFrameMkLst>
        </pc:graphicFrameChg>
      </pc:sldChg>
    </pc:docChg>
  </pc:docChgLst>
  <pc:docChgLst>
    <pc:chgData name="Lu,Dr.,Jiaqi (HP Medicine) BII-CN-S" userId="8b183601-9cff-443d-8730-90ebdb48edb2" providerId="ADAL" clId="{182999F6-422F-4A7C-B8D9-1F3FA9BC6287}"/>
    <pc:docChg chg="custSel modSld">
      <pc:chgData name="Lu,Dr.,Jiaqi (HP Medicine) BII-CN-S" userId="8b183601-9cff-443d-8730-90ebdb48edb2" providerId="ADAL" clId="{182999F6-422F-4A7C-B8D9-1F3FA9BC6287}" dt="2023-03-15T15:23:13.878" v="209" actId="20577"/>
      <pc:docMkLst>
        <pc:docMk/>
      </pc:docMkLst>
      <pc:sldChg chg="modSp mod">
        <pc:chgData name="Lu,Dr.,Jiaqi (HP Medicine) BII-CN-S" userId="8b183601-9cff-443d-8730-90ebdb48edb2" providerId="ADAL" clId="{182999F6-422F-4A7C-B8D9-1F3FA9BC6287}" dt="2023-03-15T15:23:13.878" v="209" actId="20577"/>
        <pc:sldMkLst>
          <pc:docMk/>
          <pc:sldMk cId="2210452648" sldId="437"/>
        </pc:sldMkLst>
        <pc:graphicFrameChg chg="mod modGraphic">
          <ac:chgData name="Lu,Dr.,Jiaqi (HP Medicine) BII-CN-S" userId="8b183601-9cff-443d-8730-90ebdb48edb2" providerId="ADAL" clId="{182999F6-422F-4A7C-B8D9-1F3FA9BC6287}" dt="2023-03-15T15:23:13.878" v="209" actId="20577"/>
          <ac:graphicFrameMkLst>
            <pc:docMk/>
            <pc:sldMk cId="2210452648" sldId="437"/>
            <ac:graphicFrameMk id="10" creationId="{00000000-0000-0000-0000-000000000000}"/>
          </ac:graphicFrameMkLst>
        </pc:graphicFrameChg>
      </pc:sldChg>
    </pc:docChg>
  </pc:docChgLst>
  <pc:docChgLst>
    <pc:chgData name="Li,Yuting (HP Medicine) BII-CN-S" userId="S::yuting.li@boehringer-ingelheim.com::ce8fbb54-122c-426d-b8da-fdcc5e1b5022" providerId="AD" clId="Web-{573D99FD-94CE-49E3-BE40-AEE9F6D30F44}"/>
    <pc:docChg chg="modSld">
      <pc:chgData name="Li,Yuting (HP Medicine) BII-CN-S" userId="S::yuting.li@boehringer-ingelheim.com::ce8fbb54-122c-426d-b8da-fdcc5e1b5022" providerId="AD" clId="Web-{573D99FD-94CE-49E3-BE40-AEE9F6D30F44}" dt="2023-10-12T08:51:32.575" v="19"/>
      <pc:docMkLst>
        <pc:docMk/>
      </pc:docMkLst>
      <pc:sldChg chg="modSp">
        <pc:chgData name="Li,Yuting (HP Medicine) BII-CN-S" userId="S::yuting.li@boehringer-ingelheim.com::ce8fbb54-122c-426d-b8da-fdcc5e1b5022" providerId="AD" clId="Web-{573D99FD-94CE-49E3-BE40-AEE9F6D30F44}" dt="2023-10-12T08:51:32.575" v="19"/>
        <pc:sldMkLst>
          <pc:docMk/>
          <pc:sldMk cId="294211580" sldId="2147474152"/>
        </pc:sldMkLst>
        <pc:graphicFrameChg chg="mod modGraphic">
          <ac:chgData name="Li,Yuting (HP Medicine) BII-CN-S" userId="S::yuting.li@boehringer-ingelheim.com::ce8fbb54-122c-426d-b8da-fdcc5e1b5022" providerId="AD" clId="Web-{573D99FD-94CE-49E3-BE40-AEE9F6D30F44}" dt="2023-10-12T08:51:32.575" v="19"/>
          <ac:graphicFrameMkLst>
            <pc:docMk/>
            <pc:sldMk cId="294211580" sldId="2147474152"/>
            <ac:graphicFrameMk id="10" creationId="{00000000-0000-0000-0000-000000000000}"/>
          </ac:graphicFrameMkLst>
        </pc:graphicFrameChg>
      </pc:sldChg>
    </pc:docChg>
  </pc:docChgLst>
  <pc:docChgLst>
    <pc:chgData name="Dai,Dr.,Chris (HP Medicine) BII-CN-S" userId="3e58a745-3dd4-4a16-bba7-0132b90feb2d" providerId="ADAL" clId="{573BF926-EC4C-4057-B079-B1F5B7C103F1}"/>
    <pc:docChg chg="undo custSel delSld modSld">
      <pc:chgData name="Dai,Dr.,Chris (HP Medicine) BII-CN-S" userId="3e58a745-3dd4-4a16-bba7-0132b90feb2d" providerId="ADAL" clId="{573BF926-EC4C-4057-B079-B1F5B7C103F1}" dt="2023-09-28T01:02:28.724" v="151" actId="1038"/>
      <pc:docMkLst>
        <pc:docMk/>
      </pc:docMkLst>
      <pc:sldChg chg="del">
        <pc:chgData name="Dai,Dr.,Chris (HP Medicine) BII-CN-S" userId="3e58a745-3dd4-4a16-bba7-0132b90feb2d" providerId="ADAL" clId="{573BF926-EC4C-4057-B079-B1F5B7C103F1}" dt="2023-09-28T00:48:40.498" v="14" actId="47"/>
        <pc:sldMkLst>
          <pc:docMk/>
          <pc:sldMk cId="577016773" sldId="392"/>
        </pc:sldMkLst>
      </pc:sldChg>
      <pc:sldChg chg="modSp mod">
        <pc:chgData name="Dai,Dr.,Chris (HP Medicine) BII-CN-S" userId="3e58a745-3dd4-4a16-bba7-0132b90feb2d" providerId="ADAL" clId="{573BF926-EC4C-4057-B079-B1F5B7C103F1}" dt="2023-09-28T00:46:52.164" v="13" actId="20577"/>
        <pc:sldMkLst>
          <pc:docMk/>
          <pc:sldMk cId="1341461315" sldId="431"/>
        </pc:sldMkLst>
        <pc:spChg chg="mod">
          <ac:chgData name="Dai,Dr.,Chris (HP Medicine) BII-CN-S" userId="3e58a745-3dd4-4a16-bba7-0132b90feb2d" providerId="ADAL" clId="{573BF926-EC4C-4057-B079-B1F5B7C103F1}" dt="2023-09-28T00:46:52.164" v="13" actId="20577"/>
          <ac:spMkLst>
            <pc:docMk/>
            <pc:sldMk cId="1341461315" sldId="431"/>
            <ac:spMk id="5" creationId="{00000000-0000-0000-0000-000000000000}"/>
          </ac:spMkLst>
        </pc:spChg>
      </pc:sldChg>
      <pc:sldChg chg="del">
        <pc:chgData name="Dai,Dr.,Chris (HP Medicine) BII-CN-S" userId="3e58a745-3dd4-4a16-bba7-0132b90feb2d" providerId="ADAL" clId="{573BF926-EC4C-4057-B079-B1F5B7C103F1}" dt="2023-09-28T00:48:40.498" v="14" actId="47"/>
        <pc:sldMkLst>
          <pc:docMk/>
          <pc:sldMk cId="3955323641" sldId="2147471730"/>
        </pc:sldMkLst>
      </pc:sldChg>
      <pc:sldChg chg="del">
        <pc:chgData name="Dai,Dr.,Chris (HP Medicine) BII-CN-S" userId="3e58a745-3dd4-4a16-bba7-0132b90feb2d" providerId="ADAL" clId="{573BF926-EC4C-4057-B079-B1F5B7C103F1}" dt="2023-09-28T00:48:40.498" v="14" actId="47"/>
        <pc:sldMkLst>
          <pc:docMk/>
          <pc:sldMk cId="4087845351" sldId="2147471735"/>
        </pc:sldMkLst>
      </pc:sldChg>
      <pc:sldChg chg="del">
        <pc:chgData name="Dai,Dr.,Chris (HP Medicine) BII-CN-S" userId="3e58a745-3dd4-4a16-bba7-0132b90feb2d" providerId="ADAL" clId="{573BF926-EC4C-4057-B079-B1F5B7C103F1}" dt="2023-09-28T00:48:40.498" v="14" actId="47"/>
        <pc:sldMkLst>
          <pc:docMk/>
          <pc:sldMk cId="4111875359" sldId="2147471736"/>
        </pc:sldMkLst>
      </pc:sldChg>
      <pc:sldChg chg="del">
        <pc:chgData name="Dai,Dr.,Chris (HP Medicine) BII-CN-S" userId="3e58a745-3dd4-4a16-bba7-0132b90feb2d" providerId="ADAL" clId="{573BF926-EC4C-4057-B079-B1F5B7C103F1}" dt="2023-09-28T00:48:40.498" v="14" actId="47"/>
        <pc:sldMkLst>
          <pc:docMk/>
          <pc:sldMk cId="3490996195" sldId="2147474034"/>
        </pc:sldMkLst>
      </pc:sldChg>
      <pc:sldChg chg="del">
        <pc:chgData name="Dai,Dr.,Chris (HP Medicine) BII-CN-S" userId="3e58a745-3dd4-4a16-bba7-0132b90feb2d" providerId="ADAL" clId="{573BF926-EC4C-4057-B079-B1F5B7C103F1}" dt="2023-09-28T00:48:40.498" v="14" actId="47"/>
        <pc:sldMkLst>
          <pc:docMk/>
          <pc:sldMk cId="2090722148" sldId="2147474039"/>
        </pc:sldMkLst>
      </pc:sldChg>
      <pc:sldChg chg="del">
        <pc:chgData name="Dai,Dr.,Chris (HP Medicine) BII-CN-S" userId="3e58a745-3dd4-4a16-bba7-0132b90feb2d" providerId="ADAL" clId="{573BF926-EC4C-4057-B079-B1F5B7C103F1}" dt="2023-09-28T00:48:40.498" v="14" actId="47"/>
        <pc:sldMkLst>
          <pc:docMk/>
          <pc:sldMk cId="4217835777" sldId="2147474145"/>
        </pc:sldMkLst>
      </pc:sldChg>
      <pc:sldChg chg="del">
        <pc:chgData name="Dai,Dr.,Chris (HP Medicine) BII-CN-S" userId="3e58a745-3dd4-4a16-bba7-0132b90feb2d" providerId="ADAL" clId="{573BF926-EC4C-4057-B079-B1F5B7C103F1}" dt="2023-09-28T00:48:40.498" v="14" actId="47"/>
        <pc:sldMkLst>
          <pc:docMk/>
          <pc:sldMk cId="1818751138" sldId="2147474149"/>
        </pc:sldMkLst>
      </pc:sldChg>
      <pc:sldChg chg="del">
        <pc:chgData name="Dai,Dr.,Chris (HP Medicine) BII-CN-S" userId="3e58a745-3dd4-4a16-bba7-0132b90feb2d" providerId="ADAL" clId="{573BF926-EC4C-4057-B079-B1F5B7C103F1}" dt="2023-09-28T00:48:40.498" v="14" actId="47"/>
        <pc:sldMkLst>
          <pc:docMk/>
          <pc:sldMk cId="1734969900" sldId="2147474150"/>
        </pc:sldMkLst>
      </pc:sldChg>
      <pc:sldChg chg="del">
        <pc:chgData name="Dai,Dr.,Chris (HP Medicine) BII-CN-S" userId="3e58a745-3dd4-4a16-bba7-0132b90feb2d" providerId="ADAL" clId="{573BF926-EC4C-4057-B079-B1F5B7C103F1}" dt="2023-09-28T00:48:40.498" v="14" actId="47"/>
        <pc:sldMkLst>
          <pc:docMk/>
          <pc:sldMk cId="2084049232" sldId="2147474151"/>
        </pc:sldMkLst>
      </pc:sldChg>
      <pc:sldChg chg="modSp mod">
        <pc:chgData name="Dai,Dr.,Chris (HP Medicine) BII-CN-S" userId="3e58a745-3dd4-4a16-bba7-0132b90feb2d" providerId="ADAL" clId="{573BF926-EC4C-4057-B079-B1F5B7C103F1}" dt="2023-09-28T01:02:28.724" v="151" actId="1038"/>
        <pc:sldMkLst>
          <pc:docMk/>
          <pc:sldMk cId="294211580" sldId="2147474152"/>
        </pc:sldMkLst>
        <pc:graphicFrameChg chg="mod modGraphic">
          <ac:chgData name="Dai,Dr.,Chris (HP Medicine) BII-CN-S" userId="3e58a745-3dd4-4a16-bba7-0132b90feb2d" providerId="ADAL" clId="{573BF926-EC4C-4057-B079-B1F5B7C103F1}" dt="2023-09-28T01:02:28.724" v="151" actId="1038"/>
          <ac:graphicFrameMkLst>
            <pc:docMk/>
            <pc:sldMk cId="294211580" sldId="2147474152"/>
            <ac:graphicFrameMk id="10" creationId="{00000000-0000-0000-0000-000000000000}"/>
          </ac:graphicFrameMkLst>
        </pc:graphicFrameChg>
      </pc:sldChg>
      <pc:sldMasterChg chg="delSldLayout">
        <pc:chgData name="Dai,Dr.,Chris (HP Medicine) BII-CN-S" userId="3e58a745-3dd4-4a16-bba7-0132b90feb2d" providerId="ADAL" clId="{573BF926-EC4C-4057-B079-B1F5B7C103F1}" dt="2023-09-28T00:48:40.498" v="14" actId="47"/>
        <pc:sldMasterMkLst>
          <pc:docMk/>
          <pc:sldMasterMk cId="4049158157" sldId="2147483889"/>
        </pc:sldMasterMkLst>
        <pc:sldLayoutChg chg="del">
          <pc:chgData name="Dai,Dr.,Chris (HP Medicine) BII-CN-S" userId="3e58a745-3dd4-4a16-bba7-0132b90feb2d" providerId="ADAL" clId="{573BF926-EC4C-4057-B079-B1F5B7C103F1}" dt="2023-09-28T00:48:40.498" v="14" actId="47"/>
          <pc:sldLayoutMkLst>
            <pc:docMk/>
            <pc:sldMasterMk cId="4049158157" sldId="2147483889"/>
            <pc:sldLayoutMk cId="2896586332" sldId="2147483904"/>
          </pc:sldLayoutMkLst>
        </pc:sldLayoutChg>
      </pc:sldMasterChg>
      <pc:sldMasterChg chg="delSldLayout">
        <pc:chgData name="Dai,Dr.,Chris (HP Medicine) BII-CN-S" userId="3e58a745-3dd4-4a16-bba7-0132b90feb2d" providerId="ADAL" clId="{573BF926-EC4C-4057-B079-B1F5B7C103F1}" dt="2023-09-28T00:48:40.498" v="14" actId="47"/>
        <pc:sldMasterMkLst>
          <pc:docMk/>
          <pc:sldMasterMk cId="3726969632" sldId="2147483908"/>
        </pc:sldMasterMkLst>
        <pc:sldLayoutChg chg="del">
          <pc:chgData name="Dai,Dr.,Chris (HP Medicine) BII-CN-S" userId="3e58a745-3dd4-4a16-bba7-0132b90feb2d" providerId="ADAL" clId="{573BF926-EC4C-4057-B079-B1F5B7C103F1}" dt="2023-09-28T00:48:40.498" v="14" actId="47"/>
          <pc:sldLayoutMkLst>
            <pc:docMk/>
            <pc:sldMasterMk cId="3726969632" sldId="2147483908"/>
            <pc:sldLayoutMk cId="3439675417" sldId="2147483911"/>
          </pc:sldLayoutMkLst>
        </pc:sldLayoutChg>
      </pc:sldMasterChg>
    </pc:docChg>
  </pc:docChgLst>
  <pc:docChgLst>
    <pc:chgData name="Li,Yuting (HP Medicine) BII-CN-S" userId="ce8fbb54-122c-426d-b8da-fdcc5e1b5022" providerId="ADAL" clId="{7CD38CD4-6FD4-41D5-B0FA-EACD4482307E}"/>
    <pc:docChg chg="modSld">
      <pc:chgData name="Li,Yuting (HP Medicine) BII-CN-S" userId="ce8fbb54-122c-426d-b8da-fdcc5e1b5022" providerId="ADAL" clId="{7CD38CD4-6FD4-41D5-B0FA-EACD4482307E}" dt="2023-12-17T12:40:31.877" v="10" actId="2062"/>
      <pc:docMkLst>
        <pc:docMk/>
      </pc:docMkLst>
      <pc:sldChg chg="modSp mod">
        <pc:chgData name="Li,Yuting (HP Medicine) BII-CN-S" userId="ce8fbb54-122c-426d-b8da-fdcc5e1b5022" providerId="ADAL" clId="{7CD38CD4-6FD4-41D5-B0FA-EACD4482307E}" dt="2023-12-17T12:40:31.877" v="10" actId="2062"/>
        <pc:sldMkLst>
          <pc:docMk/>
          <pc:sldMk cId="3849017147" sldId="2595"/>
        </pc:sldMkLst>
        <pc:graphicFrameChg chg="modGraphic">
          <ac:chgData name="Li,Yuting (HP Medicine) BII-CN-S" userId="ce8fbb54-122c-426d-b8da-fdcc5e1b5022" providerId="ADAL" clId="{7CD38CD4-6FD4-41D5-B0FA-EACD4482307E}" dt="2023-12-17T12:40:31.877" v="10" actId="2062"/>
          <ac:graphicFrameMkLst>
            <pc:docMk/>
            <pc:sldMk cId="3849017147" sldId="2595"/>
            <ac:graphicFrameMk id="13" creationId="{76B842C5-0BDC-F0F9-D21B-6C9BC88568AA}"/>
          </ac:graphicFrameMkLst>
        </pc:graphicFrameChg>
      </pc:sldChg>
    </pc:docChg>
  </pc:docChgLst>
  <pc:docChgLst>
    <pc:chgData name="Liang,Dr.,Hongzi (HP Medicine) BII-CN-S" userId="29bc0a18-5096-49d5-ae49-3e5745cfa117" providerId="ADAL" clId="{BE838C34-35F6-482F-A4F7-58CBB7349721}"/>
    <pc:docChg chg="custSel modSld">
      <pc:chgData name="Liang,Dr.,Hongzi (HP Medicine) BII-CN-S" userId="29bc0a18-5096-49d5-ae49-3e5745cfa117" providerId="ADAL" clId="{BE838C34-35F6-482F-A4F7-58CBB7349721}" dt="2024-03-20T10:07:44.491" v="135" actId="20577"/>
      <pc:docMkLst>
        <pc:docMk/>
      </pc:docMkLst>
      <pc:sldChg chg="modSp mod">
        <pc:chgData name="Liang,Dr.,Hongzi (HP Medicine) BII-CN-S" userId="29bc0a18-5096-49d5-ae49-3e5745cfa117" providerId="ADAL" clId="{BE838C34-35F6-482F-A4F7-58CBB7349721}" dt="2024-03-20T10:07:44.491" v="135" actId="20577"/>
        <pc:sldMkLst>
          <pc:docMk/>
          <pc:sldMk cId="4281621405" sldId="9861"/>
        </pc:sldMkLst>
        <pc:graphicFrameChg chg="modGraphic">
          <ac:chgData name="Liang,Dr.,Hongzi (HP Medicine) BII-CN-S" userId="29bc0a18-5096-49d5-ae49-3e5745cfa117" providerId="ADAL" clId="{BE838C34-35F6-482F-A4F7-58CBB7349721}" dt="2024-03-20T10:07:44.491" v="135" actId="20577"/>
          <ac:graphicFrameMkLst>
            <pc:docMk/>
            <pc:sldMk cId="4281621405" sldId="9861"/>
            <ac:graphicFrameMk id="13" creationId="{76B842C5-0BDC-F0F9-D21B-6C9BC88568AA}"/>
          </ac:graphicFrameMkLst>
        </pc:graphicFrameChg>
      </pc:sldChg>
    </pc:docChg>
  </pc:docChgLst>
  <pc:docChgLst>
    <pc:chgData name="Dai,Dr.,Chris (HP Medicine) BII-CN-S" userId="3e58a745-3dd4-4a16-bba7-0132b90feb2d" providerId="ADAL" clId="{6921311D-3A4F-4CCA-B150-BEDA53A4BF17}"/>
    <pc:docChg chg="custSel modSld">
      <pc:chgData name="Dai,Dr.,Chris (HP Medicine) BII-CN-S" userId="3e58a745-3dd4-4a16-bba7-0132b90feb2d" providerId="ADAL" clId="{6921311D-3A4F-4CCA-B150-BEDA53A4BF17}" dt="2023-06-13T02:40:11.472" v="626" actId="20577"/>
      <pc:docMkLst>
        <pc:docMk/>
      </pc:docMkLst>
      <pc:sldChg chg="modSp mod">
        <pc:chgData name="Dai,Dr.,Chris (HP Medicine) BII-CN-S" userId="3e58a745-3dd4-4a16-bba7-0132b90feb2d" providerId="ADAL" clId="{6921311D-3A4F-4CCA-B150-BEDA53A4BF17}" dt="2023-06-13T02:40:11.472" v="626" actId="20577"/>
        <pc:sldMkLst>
          <pc:docMk/>
          <pc:sldMk cId="2210452648" sldId="437"/>
        </pc:sldMkLst>
        <pc:graphicFrameChg chg="mod modGraphic">
          <ac:chgData name="Dai,Dr.,Chris (HP Medicine) BII-CN-S" userId="3e58a745-3dd4-4a16-bba7-0132b90feb2d" providerId="ADAL" clId="{6921311D-3A4F-4CCA-B150-BEDA53A4BF17}" dt="2023-06-13T02:40:11.472" v="626" actId="20577"/>
          <ac:graphicFrameMkLst>
            <pc:docMk/>
            <pc:sldMk cId="2210452648" sldId="437"/>
            <ac:graphicFrameMk id="10" creationId="{00000000-0000-0000-0000-000000000000}"/>
          </ac:graphicFrameMkLst>
        </pc:graphicFrameChg>
      </pc:sldChg>
    </pc:docChg>
  </pc:docChgLst>
  <pc:docChgLst>
    <pc:chgData name="Sun,Gloria (HP Medicine) BII-CN-S" userId="S::gloria.sun@boehringer-ingelheim.com::4691641c-d30d-434b-a83d-ab861776dcd2" providerId="AD" clId="Web-{B721F7CF-A9DD-1869-A9D5-B874438C2BA1}"/>
    <pc:docChg chg="modSld">
      <pc:chgData name="Sun,Gloria (HP Medicine) BII-CN-S" userId="S::gloria.sun@boehringer-ingelheim.com::4691641c-d30d-434b-a83d-ab861776dcd2" providerId="AD" clId="Web-{B721F7CF-A9DD-1869-A9D5-B874438C2BA1}" dt="2024-03-20T09:25:41.180" v="191"/>
      <pc:docMkLst>
        <pc:docMk/>
      </pc:docMkLst>
      <pc:sldChg chg="modSp">
        <pc:chgData name="Sun,Gloria (HP Medicine) BII-CN-S" userId="S::gloria.sun@boehringer-ingelheim.com::4691641c-d30d-434b-a83d-ab861776dcd2" providerId="AD" clId="Web-{B721F7CF-A9DD-1869-A9D5-B874438C2BA1}" dt="2024-03-20T09:25:41.180" v="191"/>
        <pc:sldMkLst>
          <pc:docMk/>
          <pc:sldMk cId="4281621405" sldId="9861"/>
        </pc:sldMkLst>
        <pc:graphicFrameChg chg="mod modGraphic">
          <ac:chgData name="Sun,Gloria (HP Medicine) BII-CN-S" userId="S::gloria.sun@boehringer-ingelheim.com::4691641c-d30d-434b-a83d-ab861776dcd2" providerId="AD" clId="Web-{B721F7CF-A9DD-1869-A9D5-B874438C2BA1}" dt="2024-03-20T09:25:41.180" v="191"/>
          <ac:graphicFrameMkLst>
            <pc:docMk/>
            <pc:sldMk cId="4281621405" sldId="9861"/>
            <ac:graphicFrameMk id="13" creationId="{76B842C5-0BDC-F0F9-D21B-6C9BC88568AA}"/>
          </ac:graphicFrameMkLst>
        </pc:graphicFrameChg>
      </pc:sldChg>
    </pc:docChg>
  </pc:docChgLst>
  <pc:docChgLst>
    <pc:chgData name="Lu,Dr.,Jiaqi (HP Medicine) BII-CN-S" userId="8b183601-9cff-443d-8730-90ebdb48edb2" providerId="ADAL" clId="{A4DEFE34-21BD-434F-BD22-84F2553757E2}"/>
    <pc:docChg chg="undo custSel modSld">
      <pc:chgData name="Lu,Dr.,Jiaqi (HP Medicine) BII-CN-S" userId="8b183601-9cff-443d-8730-90ebdb48edb2" providerId="ADAL" clId="{A4DEFE34-21BD-434F-BD22-84F2553757E2}" dt="2023-09-14T10:03:27.625" v="72" actId="20577"/>
      <pc:docMkLst>
        <pc:docMk/>
      </pc:docMkLst>
      <pc:sldChg chg="modSp mod">
        <pc:chgData name="Lu,Dr.,Jiaqi (HP Medicine) BII-CN-S" userId="8b183601-9cff-443d-8730-90ebdb48edb2" providerId="ADAL" clId="{A4DEFE34-21BD-434F-BD22-84F2553757E2}" dt="2023-09-14T10:03:27.625" v="72" actId="20577"/>
        <pc:sldMkLst>
          <pc:docMk/>
          <pc:sldMk cId="2210452648" sldId="437"/>
        </pc:sldMkLst>
        <pc:graphicFrameChg chg="modGraphic">
          <ac:chgData name="Lu,Dr.,Jiaqi (HP Medicine) BII-CN-S" userId="8b183601-9cff-443d-8730-90ebdb48edb2" providerId="ADAL" clId="{A4DEFE34-21BD-434F-BD22-84F2553757E2}" dt="2023-09-14T10:03:27.625" v="72" actId="20577"/>
          <ac:graphicFrameMkLst>
            <pc:docMk/>
            <pc:sldMk cId="2210452648" sldId="437"/>
            <ac:graphicFrameMk id="10" creationId="{00000000-0000-0000-0000-000000000000}"/>
          </ac:graphicFrameMkLst>
        </pc:graphicFrameChg>
      </pc:sldChg>
    </pc:docChg>
  </pc:docChgLst>
  <pc:docChgLst>
    <pc:chgData name="Han,Keri (HP Medicine) BII-CN-S" userId="06a39f7b-f140-446e-81cc-4ce1bd36a97a" providerId="ADAL" clId="{F4D138D1-D222-4F96-9D1C-4CE44A32D915}"/>
    <pc:docChg chg="modSld">
      <pc:chgData name="Han,Keri (HP Medicine) BII-CN-S" userId="06a39f7b-f140-446e-81cc-4ce1bd36a97a" providerId="ADAL" clId="{F4D138D1-D222-4F96-9D1C-4CE44A32D915}" dt="2023-06-13T02:24:03.098" v="38" actId="20577"/>
      <pc:docMkLst>
        <pc:docMk/>
      </pc:docMkLst>
      <pc:sldChg chg="modSp mod">
        <pc:chgData name="Han,Keri (HP Medicine) BII-CN-S" userId="06a39f7b-f140-446e-81cc-4ce1bd36a97a" providerId="ADAL" clId="{F4D138D1-D222-4F96-9D1C-4CE44A32D915}" dt="2023-06-13T02:24:03.098" v="38" actId="20577"/>
        <pc:sldMkLst>
          <pc:docMk/>
          <pc:sldMk cId="2210452648" sldId="437"/>
        </pc:sldMkLst>
        <pc:graphicFrameChg chg="modGraphic">
          <ac:chgData name="Han,Keri (HP Medicine) BII-CN-S" userId="06a39f7b-f140-446e-81cc-4ce1bd36a97a" providerId="ADAL" clId="{F4D138D1-D222-4F96-9D1C-4CE44A32D915}" dt="2023-06-13T02:24:03.098" v="38" actId="20577"/>
          <ac:graphicFrameMkLst>
            <pc:docMk/>
            <pc:sldMk cId="2210452648" sldId="437"/>
            <ac:graphicFrameMk id="10" creationId="{00000000-0000-0000-0000-000000000000}"/>
          </ac:graphicFrameMkLst>
        </pc:graphicFrameChg>
      </pc:sldChg>
    </pc:docChg>
  </pc:docChgLst>
  <pc:docChgLst>
    <pc:chgData name="Li,Yuting (HP Medicine) BII-CN-S" userId="ce8fbb54-122c-426d-b8da-fdcc5e1b5022" providerId="ADAL" clId="{3D023814-4645-4A72-9FDF-747D068FABFE}"/>
    <pc:docChg chg="undo custSel addSld delSld modSld sldOrd">
      <pc:chgData name="Li,Yuting (HP Medicine) BII-CN-S" userId="ce8fbb54-122c-426d-b8da-fdcc5e1b5022" providerId="ADAL" clId="{3D023814-4645-4A72-9FDF-747D068FABFE}" dt="2023-09-17T23:59:11.705" v="845" actId="47"/>
      <pc:docMkLst>
        <pc:docMk/>
      </pc:docMkLst>
      <pc:sldChg chg="modSp del mod ord">
        <pc:chgData name="Li,Yuting (HP Medicine) BII-CN-S" userId="ce8fbb54-122c-426d-b8da-fdcc5e1b5022" providerId="ADAL" clId="{3D023814-4645-4A72-9FDF-747D068FABFE}" dt="2023-09-17T23:59:11.705" v="845" actId="47"/>
        <pc:sldMkLst>
          <pc:docMk/>
          <pc:sldMk cId="2210452648" sldId="437"/>
        </pc:sldMkLst>
        <pc:graphicFrameChg chg="mod modGraphic">
          <ac:chgData name="Li,Yuting (HP Medicine) BII-CN-S" userId="ce8fbb54-122c-426d-b8da-fdcc5e1b5022" providerId="ADAL" clId="{3D023814-4645-4A72-9FDF-747D068FABFE}" dt="2023-09-14T09:46:51.041" v="820" actId="6549"/>
          <ac:graphicFrameMkLst>
            <pc:docMk/>
            <pc:sldMk cId="2210452648" sldId="437"/>
            <ac:graphicFrameMk id="10" creationId="{00000000-0000-0000-0000-000000000000}"/>
          </ac:graphicFrameMkLst>
        </pc:graphicFrameChg>
      </pc:sldChg>
      <pc:sldChg chg="modSp add mod ord modShow">
        <pc:chgData name="Li,Yuting (HP Medicine) BII-CN-S" userId="ce8fbb54-122c-426d-b8da-fdcc5e1b5022" providerId="ADAL" clId="{3D023814-4645-4A72-9FDF-747D068FABFE}" dt="2023-09-17T23:59:08.340" v="844" actId="729"/>
        <pc:sldMkLst>
          <pc:docMk/>
          <pc:sldMk cId="294211580" sldId="2147474152"/>
        </pc:sldMkLst>
        <pc:graphicFrameChg chg="mod modGraphic">
          <ac:chgData name="Li,Yuting (HP Medicine) BII-CN-S" userId="ce8fbb54-122c-426d-b8da-fdcc5e1b5022" providerId="ADAL" clId="{3D023814-4645-4A72-9FDF-747D068FABFE}" dt="2023-09-17T06:25:33.657" v="839" actId="1076"/>
          <ac:graphicFrameMkLst>
            <pc:docMk/>
            <pc:sldMk cId="294211580" sldId="2147474152"/>
            <ac:graphicFrameMk id="10" creationId="{00000000-0000-0000-0000-000000000000}"/>
          </ac:graphicFrameMkLst>
        </pc:graphicFrameChg>
      </pc:sldChg>
    </pc:docChg>
  </pc:docChgLst>
  <pc:docChgLst>
    <pc:chgData name="Zhang,Catherine (MED CD&amp;O) BII-CN-S" userId="97b6d1ea-f38e-4cdb-8798-411d7a90e40b" providerId="ADAL" clId="{C2659FDA-B0D1-4B5E-BBFB-93868CB9176D}"/>
    <pc:docChg chg="modSld">
      <pc:chgData name="Zhang,Catherine (MED CD&amp;O) BII-CN-S" userId="97b6d1ea-f38e-4cdb-8798-411d7a90e40b" providerId="ADAL" clId="{C2659FDA-B0D1-4B5E-BBFB-93868CB9176D}" dt="2024-03-20T23:59:44.283" v="0" actId="404"/>
      <pc:docMkLst>
        <pc:docMk/>
      </pc:docMkLst>
      <pc:sldChg chg="modSp mod">
        <pc:chgData name="Zhang,Catherine (MED CD&amp;O) BII-CN-S" userId="97b6d1ea-f38e-4cdb-8798-411d7a90e40b" providerId="ADAL" clId="{C2659FDA-B0D1-4B5E-BBFB-93868CB9176D}" dt="2024-03-20T23:59:44.283" v="0" actId="404"/>
        <pc:sldMkLst>
          <pc:docMk/>
          <pc:sldMk cId="3399896003" sldId="2147473542"/>
        </pc:sldMkLst>
        <pc:spChg chg="mod">
          <ac:chgData name="Zhang,Catherine (MED CD&amp;O) BII-CN-S" userId="97b6d1ea-f38e-4cdb-8798-411d7a90e40b" providerId="ADAL" clId="{C2659FDA-B0D1-4B5E-BBFB-93868CB9176D}" dt="2024-03-20T23:59:44.283" v="0" actId="404"/>
          <ac:spMkLst>
            <pc:docMk/>
            <pc:sldMk cId="3399896003" sldId="2147473542"/>
            <ac:spMk id="9" creationId="{99925552-023F-7340-3FE1-DA52503BFA52}"/>
          </ac:spMkLst>
        </pc:spChg>
      </pc:sldChg>
    </pc:docChg>
  </pc:docChgLst>
  <pc:docChgLst>
    <pc:chgData name="Lian,Christina (HP Medicine) BII-CN-S" userId="d3b97c2b-6a0a-46f1-ac75-ab5460a4a2b4" providerId="ADAL" clId="{8C842080-E742-4610-9728-13E5E2C0D093}"/>
    <pc:docChg chg="custSel modSld">
      <pc:chgData name="Lian,Christina (HP Medicine) BII-CN-S" userId="d3b97c2b-6a0a-46f1-ac75-ab5460a4a2b4" providerId="ADAL" clId="{8C842080-E742-4610-9728-13E5E2C0D093}" dt="2023-10-12T08:32:38.700" v="97" actId="14734"/>
      <pc:docMkLst>
        <pc:docMk/>
      </pc:docMkLst>
      <pc:sldChg chg="delSp modSp mod">
        <pc:chgData name="Lian,Christina (HP Medicine) BII-CN-S" userId="d3b97c2b-6a0a-46f1-ac75-ab5460a4a2b4" providerId="ADAL" clId="{8C842080-E742-4610-9728-13E5E2C0D093}" dt="2023-10-12T08:32:38.700" v="97" actId="14734"/>
        <pc:sldMkLst>
          <pc:docMk/>
          <pc:sldMk cId="294211580" sldId="2147474152"/>
        </pc:sldMkLst>
        <pc:spChg chg="del mod">
          <ac:chgData name="Lian,Christina (HP Medicine) BII-CN-S" userId="d3b97c2b-6a0a-46f1-ac75-ab5460a4a2b4" providerId="ADAL" clId="{8C842080-E742-4610-9728-13E5E2C0D093}" dt="2023-10-12T08:31:21.071" v="78" actId="478"/>
          <ac:spMkLst>
            <pc:docMk/>
            <pc:sldMk cId="294211580" sldId="2147474152"/>
            <ac:spMk id="2" creationId="{DC4DD3AA-43C6-C548-EA20-0657DCF54646}"/>
          </ac:spMkLst>
        </pc:spChg>
        <pc:spChg chg="mod">
          <ac:chgData name="Lian,Christina (HP Medicine) BII-CN-S" userId="d3b97c2b-6a0a-46f1-ac75-ab5460a4a2b4" providerId="ADAL" clId="{8C842080-E742-4610-9728-13E5E2C0D093}" dt="2023-10-12T06:42:48.118" v="11" actId="1076"/>
          <ac:spMkLst>
            <pc:docMk/>
            <pc:sldMk cId="294211580" sldId="2147474152"/>
            <ac:spMk id="3" creationId="{00000000-0000-0000-0000-000000000000}"/>
          </ac:spMkLst>
        </pc:spChg>
        <pc:graphicFrameChg chg="mod modGraphic">
          <ac:chgData name="Lian,Christina (HP Medicine) BII-CN-S" userId="d3b97c2b-6a0a-46f1-ac75-ab5460a4a2b4" providerId="ADAL" clId="{8C842080-E742-4610-9728-13E5E2C0D093}" dt="2023-10-12T08:32:38.700" v="97" actId="14734"/>
          <ac:graphicFrameMkLst>
            <pc:docMk/>
            <pc:sldMk cId="294211580" sldId="2147474152"/>
            <ac:graphicFrameMk id="10" creationId="{00000000-0000-0000-0000-000000000000}"/>
          </ac:graphicFrameMkLst>
        </pc:graphicFrameChg>
      </pc:sldChg>
    </pc:docChg>
  </pc:docChgLst>
  <pc:docChgLst>
    <pc:chgData name="Lu,Dr.,Jiaqi (HP Medicine) BII-CN-S" userId="S::jiaqi.lu@boehringer-ingelheim.com::8b183601-9cff-443d-8730-90ebdb48edb2" providerId="AD" clId="Web-{B7CABE12-5E46-C114-042B-DED473C3C577}"/>
    <pc:docChg chg="modSld">
      <pc:chgData name="Lu,Dr.,Jiaqi (HP Medicine) BII-CN-S" userId="S::jiaqi.lu@boehringer-ingelheim.com::8b183601-9cff-443d-8730-90ebdb48edb2" providerId="AD" clId="Web-{B7CABE12-5E46-C114-042B-DED473C3C577}" dt="2023-10-10T14:18:06.433" v="15"/>
      <pc:docMkLst>
        <pc:docMk/>
      </pc:docMkLst>
      <pc:sldChg chg="modSp">
        <pc:chgData name="Lu,Dr.,Jiaqi (HP Medicine) BII-CN-S" userId="S::jiaqi.lu@boehringer-ingelheim.com::8b183601-9cff-443d-8730-90ebdb48edb2" providerId="AD" clId="Web-{B7CABE12-5E46-C114-042B-DED473C3C577}" dt="2023-10-10T14:18:06.433" v="15"/>
        <pc:sldMkLst>
          <pc:docMk/>
          <pc:sldMk cId="294211580" sldId="2147474152"/>
        </pc:sldMkLst>
        <pc:graphicFrameChg chg="mod modGraphic">
          <ac:chgData name="Lu,Dr.,Jiaqi (HP Medicine) BII-CN-S" userId="S::jiaqi.lu@boehringer-ingelheim.com::8b183601-9cff-443d-8730-90ebdb48edb2" providerId="AD" clId="Web-{B7CABE12-5E46-C114-042B-DED473C3C577}" dt="2023-10-10T14:18:06.433" v="15"/>
          <ac:graphicFrameMkLst>
            <pc:docMk/>
            <pc:sldMk cId="294211580" sldId="2147474152"/>
            <ac:graphicFrameMk id="10" creationId="{00000000-0000-0000-0000-000000000000}"/>
          </ac:graphicFrameMkLst>
        </pc:graphicFrameChg>
      </pc:sldChg>
    </pc:docChg>
  </pc:docChgLst>
  <pc:docChgLst>
    <pc:chgData name="Li,Yuting (HP Medicine) BII-CN-S" userId="S::yuting.li@boehringer-ingelheim.com::ce8fbb54-122c-426d-b8da-fdcc5e1b5022" providerId="AD" clId="Web-{4000D494-F7A2-8BA1-6135-056512618DCB}"/>
    <pc:docChg chg="modSld">
      <pc:chgData name="Li,Yuting (HP Medicine) BII-CN-S" userId="S::yuting.li@boehringer-ingelheim.com::ce8fbb54-122c-426d-b8da-fdcc5e1b5022" providerId="AD" clId="Web-{4000D494-F7A2-8BA1-6135-056512618DCB}" dt="2023-10-08T02:18:31.849" v="273"/>
      <pc:docMkLst>
        <pc:docMk/>
      </pc:docMkLst>
      <pc:sldChg chg="modSp">
        <pc:chgData name="Li,Yuting (HP Medicine) BII-CN-S" userId="S::yuting.li@boehringer-ingelheim.com::ce8fbb54-122c-426d-b8da-fdcc5e1b5022" providerId="AD" clId="Web-{4000D494-F7A2-8BA1-6135-056512618DCB}" dt="2023-10-08T02:18:31.849" v="273"/>
        <pc:sldMkLst>
          <pc:docMk/>
          <pc:sldMk cId="294211580" sldId="2147474152"/>
        </pc:sldMkLst>
        <pc:graphicFrameChg chg="mod modGraphic">
          <ac:chgData name="Li,Yuting (HP Medicine) BII-CN-S" userId="S::yuting.li@boehringer-ingelheim.com::ce8fbb54-122c-426d-b8da-fdcc5e1b5022" providerId="AD" clId="Web-{4000D494-F7A2-8BA1-6135-056512618DCB}" dt="2023-10-08T02:18:31.849" v="273"/>
          <ac:graphicFrameMkLst>
            <pc:docMk/>
            <pc:sldMk cId="294211580" sldId="2147474152"/>
            <ac:graphicFrameMk id="10" creationId="{00000000-0000-0000-0000-000000000000}"/>
          </ac:graphicFrameMkLst>
        </pc:graphicFrameChg>
      </pc:sldChg>
    </pc:docChg>
  </pc:docChgLst>
  <pc:docChgLst>
    <pc:chgData name="Li,Yuting (HP Medicine) BII-CN-S" userId="ce8fbb54-122c-426d-b8da-fdcc5e1b5022" providerId="ADAL" clId="{022B6F21-2CE9-4E10-869D-C4BB59526255}"/>
    <pc:docChg chg="delSld modSld delMainMaster">
      <pc:chgData name="Li,Yuting (HP Medicine) BII-CN-S" userId="ce8fbb54-122c-426d-b8da-fdcc5e1b5022" providerId="ADAL" clId="{022B6F21-2CE9-4E10-869D-C4BB59526255}" dt="2023-11-29T09:33:08.095" v="153" actId="47"/>
      <pc:docMkLst>
        <pc:docMk/>
      </pc:docMkLst>
      <pc:sldChg chg="modSp mod">
        <pc:chgData name="Li,Yuting (HP Medicine) BII-CN-S" userId="ce8fbb54-122c-426d-b8da-fdcc5e1b5022" providerId="ADAL" clId="{022B6F21-2CE9-4E10-869D-C4BB59526255}" dt="2023-11-29T09:31:53.006" v="152" actId="20577"/>
        <pc:sldMkLst>
          <pc:docMk/>
          <pc:sldMk cId="3849017147" sldId="2595"/>
        </pc:sldMkLst>
        <pc:graphicFrameChg chg="mod modGraphic">
          <ac:chgData name="Li,Yuting (HP Medicine) BII-CN-S" userId="ce8fbb54-122c-426d-b8da-fdcc5e1b5022" providerId="ADAL" clId="{022B6F21-2CE9-4E10-869D-C4BB59526255}" dt="2023-11-29T09:31:53.006" v="152" actId="20577"/>
          <ac:graphicFrameMkLst>
            <pc:docMk/>
            <pc:sldMk cId="3849017147" sldId="2595"/>
            <ac:graphicFrameMk id="13" creationId="{76B842C5-0BDC-F0F9-D21B-6C9BC88568AA}"/>
          </ac:graphicFrameMkLst>
        </pc:graphicFrameChg>
      </pc:sldChg>
      <pc:sldChg chg="modSp mod">
        <pc:chgData name="Li,Yuting (HP Medicine) BII-CN-S" userId="ce8fbb54-122c-426d-b8da-fdcc5e1b5022" providerId="ADAL" clId="{022B6F21-2CE9-4E10-869D-C4BB59526255}" dt="2023-11-29T09:23:29.044" v="8" actId="20577"/>
        <pc:sldMkLst>
          <pc:docMk/>
          <pc:sldMk cId="2133848475" sldId="9860"/>
        </pc:sldMkLst>
        <pc:spChg chg="mod">
          <ac:chgData name="Li,Yuting (HP Medicine) BII-CN-S" userId="ce8fbb54-122c-426d-b8da-fdcc5e1b5022" providerId="ADAL" clId="{022B6F21-2CE9-4E10-869D-C4BB59526255}" dt="2023-11-29T09:23:29.044" v="8" actId="20577"/>
          <ac:spMkLst>
            <pc:docMk/>
            <pc:sldMk cId="2133848475" sldId="9860"/>
            <ac:spMk id="3" creationId="{692796CB-E2C8-8508-DF5A-FC10693F0AFB}"/>
          </ac:spMkLst>
        </pc:spChg>
        <pc:spChg chg="mod">
          <ac:chgData name="Li,Yuting (HP Medicine) BII-CN-S" userId="ce8fbb54-122c-426d-b8da-fdcc5e1b5022" providerId="ADAL" clId="{022B6F21-2CE9-4E10-869D-C4BB59526255}" dt="2023-11-29T09:23:22.439" v="0" actId="1076"/>
          <ac:spMkLst>
            <pc:docMk/>
            <pc:sldMk cId="2133848475" sldId="9860"/>
            <ac:spMk id="20" creationId="{8D17EF76-2217-4565-20CD-D65D723EE31F}"/>
          </ac:spMkLst>
        </pc:spChg>
      </pc:sldChg>
      <pc:sldChg chg="del">
        <pc:chgData name="Li,Yuting (HP Medicine) BII-CN-S" userId="ce8fbb54-122c-426d-b8da-fdcc5e1b5022" providerId="ADAL" clId="{022B6F21-2CE9-4E10-869D-C4BB59526255}" dt="2023-11-29T09:33:08.095" v="153" actId="47"/>
        <pc:sldMkLst>
          <pc:docMk/>
          <pc:sldMk cId="1303711599" sldId="2147475010"/>
        </pc:sldMkLst>
      </pc:sldChg>
      <pc:sldMasterChg chg="del delSldLayout">
        <pc:chgData name="Li,Yuting (HP Medicine) BII-CN-S" userId="ce8fbb54-122c-426d-b8da-fdcc5e1b5022" providerId="ADAL" clId="{022B6F21-2CE9-4E10-869D-C4BB59526255}" dt="2023-11-29T09:33:08.095" v="153" actId="47"/>
        <pc:sldMasterMkLst>
          <pc:docMk/>
          <pc:sldMasterMk cId="4076282169" sldId="2147483946"/>
        </pc:sldMasterMkLst>
        <pc:sldLayoutChg chg="del">
          <pc:chgData name="Li,Yuting (HP Medicine) BII-CN-S" userId="ce8fbb54-122c-426d-b8da-fdcc5e1b5022" providerId="ADAL" clId="{022B6F21-2CE9-4E10-869D-C4BB59526255}" dt="2023-11-29T09:33:08.095" v="153" actId="47"/>
          <pc:sldLayoutMkLst>
            <pc:docMk/>
            <pc:sldMasterMk cId="4076282169" sldId="2147483946"/>
            <pc:sldLayoutMk cId="155809304" sldId="2147483947"/>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72632336" sldId="2147483948"/>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857937412" sldId="2147483949"/>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997762232" sldId="2147483950"/>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473812738" sldId="2147483951"/>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792950825" sldId="2147483952"/>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473601102" sldId="2147483953"/>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307530865" sldId="2147483954"/>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183129820" sldId="2147483955"/>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989447088" sldId="2147483956"/>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197843151" sldId="2147483957"/>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492908447" sldId="2147483958"/>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470323902" sldId="2147483959"/>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395648994" sldId="2147483960"/>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4071224253" sldId="2147483961"/>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598463536" sldId="2147483962"/>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719986151" sldId="2147483963"/>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3049187482" sldId="2147483964"/>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4090438699" sldId="2147483965"/>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088089455" sldId="2147483966"/>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130753599" sldId="2147483967"/>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902140948" sldId="2147483968"/>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979455098" sldId="2147483969"/>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3014882783" sldId="2147483970"/>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096581435" sldId="2147483971"/>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52691991" sldId="2147483972"/>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734000397" sldId="2147483973"/>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923727058" sldId="2147483974"/>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883881788" sldId="2147483975"/>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714899178" sldId="2147483976"/>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883994658" sldId="2147483977"/>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3844289635" sldId="2147483978"/>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01005103" sldId="2147483979"/>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3178604137" sldId="2147483980"/>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352264411" sldId="2147483981"/>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084651118" sldId="2147483982"/>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458057122" sldId="2147483983"/>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2331392562" sldId="2147483984"/>
          </pc:sldLayoutMkLst>
        </pc:sldLayoutChg>
        <pc:sldLayoutChg chg="del">
          <pc:chgData name="Li,Yuting (HP Medicine) BII-CN-S" userId="ce8fbb54-122c-426d-b8da-fdcc5e1b5022" providerId="ADAL" clId="{022B6F21-2CE9-4E10-869D-C4BB59526255}" dt="2023-11-29T09:33:08.095" v="153" actId="47"/>
          <pc:sldLayoutMkLst>
            <pc:docMk/>
            <pc:sldMasterMk cId="4076282169" sldId="2147483946"/>
            <pc:sldLayoutMk cId="1886924890" sldId="2147483985"/>
          </pc:sldLayoutMkLst>
        </pc:sldLayoutChg>
      </pc:sldMasterChg>
    </pc:docChg>
  </pc:docChgLst>
  <pc:docChgLst>
    <pc:chgData name="Li,Ansu (HP Medicine) BII-CN-S" userId="ec2f8842-dc81-4094-912e-223fc8542a04" providerId="ADAL" clId="{4AD0A741-A284-4655-8DF0-2216C8C9B605}"/>
    <pc:docChg chg="custSel modSld">
      <pc:chgData name="Li,Ansu (HP Medicine) BII-CN-S" userId="ec2f8842-dc81-4094-912e-223fc8542a04" providerId="ADAL" clId="{4AD0A741-A284-4655-8DF0-2216C8C9B605}" dt="2024-02-22T08:40:18.056" v="87" actId="20577"/>
      <pc:docMkLst>
        <pc:docMk/>
      </pc:docMkLst>
      <pc:sldChg chg="modSp mod">
        <pc:chgData name="Li,Ansu (HP Medicine) BII-CN-S" userId="ec2f8842-dc81-4094-912e-223fc8542a04" providerId="ADAL" clId="{4AD0A741-A284-4655-8DF0-2216C8C9B605}" dt="2024-02-22T08:40:18.056" v="87" actId="20577"/>
        <pc:sldMkLst>
          <pc:docMk/>
          <pc:sldMk cId="4281621405" sldId="9861"/>
        </pc:sldMkLst>
        <pc:graphicFrameChg chg="mod modGraphic">
          <ac:chgData name="Li,Ansu (HP Medicine) BII-CN-S" userId="ec2f8842-dc81-4094-912e-223fc8542a04" providerId="ADAL" clId="{4AD0A741-A284-4655-8DF0-2216C8C9B605}" dt="2024-02-22T08:40:18.056" v="87" actId="20577"/>
          <ac:graphicFrameMkLst>
            <pc:docMk/>
            <pc:sldMk cId="4281621405" sldId="9861"/>
            <ac:graphicFrameMk id="13" creationId="{76B842C5-0BDC-F0F9-D21B-6C9BC88568AA}"/>
          </ac:graphicFrameMkLst>
        </pc:graphicFrameChg>
      </pc:sldChg>
    </pc:docChg>
  </pc:docChgLst>
  <pc:docChgLst>
    <pc:chgData name="Du,Zhaoxia (MED BDS) BII-CN-S" userId="691607b6-ca5c-4112-8458-0d74bdb9c14d" providerId="ADAL" clId="{CBBC8E5D-6899-43F2-8A41-3081F1A6BD4B}"/>
    <pc:docChg chg="delSld modSld">
      <pc:chgData name="Du,Zhaoxia (MED BDS) BII-CN-S" userId="691607b6-ca5c-4112-8458-0d74bdb9c14d" providerId="ADAL" clId="{CBBC8E5D-6899-43F2-8A41-3081F1A6BD4B}" dt="2023-06-09T14:44:20.732" v="186" actId="14734"/>
      <pc:docMkLst>
        <pc:docMk/>
      </pc:docMkLst>
      <pc:sldChg chg="del">
        <pc:chgData name="Du,Zhaoxia (MED BDS) BII-CN-S" userId="691607b6-ca5c-4112-8458-0d74bdb9c14d" providerId="ADAL" clId="{CBBC8E5D-6899-43F2-8A41-3081F1A6BD4B}" dt="2023-06-09T09:56:13.787" v="6" actId="47"/>
        <pc:sldMkLst>
          <pc:docMk/>
          <pc:sldMk cId="2419429240" sldId="259"/>
        </pc:sldMkLst>
      </pc:sldChg>
      <pc:sldChg chg="del">
        <pc:chgData name="Du,Zhaoxia (MED BDS) BII-CN-S" userId="691607b6-ca5c-4112-8458-0d74bdb9c14d" providerId="ADAL" clId="{CBBC8E5D-6899-43F2-8A41-3081F1A6BD4B}" dt="2023-06-09T09:56:11.388" v="5" actId="47"/>
        <pc:sldMkLst>
          <pc:docMk/>
          <pc:sldMk cId="3291842669" sldId="269"/>
        </pc:sldMkLst>
      </pc:sldChg>
      <pc:sldChg chg="modSp mod">
        <pc:chgData name="Du,Zhaoxia (MED BDS) BII-CN-S" userId="691607b6-ca5c-4112-8458-0d74bdb9c14d" providerId="ADAL" clId="{CBBC8E5D-6899-43F2-8A41-3081F1A6BD4B}" dt="2023-06-09T09:56:08.813" v="4" actId="20577"/>
        <pc:sldMkLst>
          <pc:docMk/>
          <pc:sldMk cId="1341461315" sldId="431"/>
        </pc:sldMkLst>
        <pc:spChg chg="mod">
          <ac:chgData name="Du,Zhaoxia (MED BDS) BII-CN-S" userId="691607b6-ca5c-4112-8458-0d74bdb9c14d" providerId="ADAL" clId="{CBBC8E5D-6899-43F2-8A41-3081F1A6BD4B}" dt="2023-06-09T09:56:08.813" v="4" actId="20577"/>
          <ac:spMkLst>
            <pc:docMk/>
            <pc:sldMk cId="1341461315" sldId="431"/>
            <ac:spMk id="5" creationId="{00000000-0000-0000-0000-000000000000}"/>
          </ac:spMkLst>
        </pc:spChg>
      </pc:sldChg>
      <pc:sldChg chg="modSp mod">
        <pc:chgData name="Du,Zhaoxia (MED BDS) BII-CN-S" userId="691607b6-ca5c-4112-8458-0d74bdb9c14d" providerId="ADAL" clId="{CBBC8E5D-6899-43F2-8A41-3081F1A6BD4B}" dt="2023-06-09T14:44:20.732" v="186" actId="14734"/>
        <pc:sldMkLst>
          <pc:docMk/>
          <pc:sldMk cId="2210452648" sldId="437"/>
        </pc:sldMkLst>
        <pc:graphicFrameChg chg="mod modGraphic">
          <ac:chgData name="Du,Zhaoxia (MED BDS) BII-CN-S" userId="691607b6-ca5c-4112-8458-0d74bdb9c14d" providerId="ADAL" clId="{CBBC8E5D-6899-43F2-8A41-3081F1A6BD4B}" dt="2023-06-09T14:44:20.732" v="186" actId="14734"/>
          <ac:graphicFrameMkLst>
            <pc:docMk/>
            <pc:sldMk cId="2210452648" sldId="437"/>
            <ac:graphicFrameMk id="10" creationId="{00000000-0000-0000-0000-000000000000}"/>
          </ac:graphicFrameMkLst>
        </pc:graphicFrameChg>
      </pc:sldChg>
    </pc:docChg>
  </pc:docChgLst>
  <pc:docChgLst>
    <pc:chgData name="Li,Yuting (HP Medicine) BII-CN-S" userId="S::yuting.li@boehringer-ingelheim.com::ce8fbb54-122c-426d-b8da-fdcc5e1b5022" providerId="AD" clId="Web-{61038B0B-7121-2452-B103-A4A6CF2FE4D1}"/>
    <pc:docChg chg="modSld sldOrd">
      <pc:chgData name="Li,Yuting (HP Medicine) BII-CN-S" userId="S::yuting.li@boehringer-ingelheim.com::ce8fbb54-122c-426d-b8da-fdcc5e1b5022" providerId="AD" clId="Web-{61038B0B-7121-2452-B103-A4A6CF2FE4D1}" dt="2023-09-16T06:23:10.759" v="7"/>
      <pc:docMkLst>
        <pc:docMk/>
      </pc:docMkLst>
      <pc:sldChg chg="modSp">
        <pc:chgData name="Li,Yuting (HP Medicine) BII-CN-S" userId="S::yuting.li@boehringer-ingelheim.com::ce8fbb54-122c-426d-b8da-fdcc5e1b5022" providerId="AD" clId="Web-{61038B0B-7121-2452-B103-A4A6CF2FE4D1}" dt="2023-09-16T03:24:11.247" v="3"/>
        <pc:sldMkLst>
          <pc:docMk/>
          <pc:sldMk cId="2210452648" sldId="437"/>
        </pc:sldMkLst>
        <pc:graphicFrameChg chg="mod modGraphic">
          <ac:chgData name="Li,Yuting (HP Medicine) BII-CN-S" userId="S::yuting.li@boehringer-ingelheim.com::ce8fbb54-122c-426d-b8da-fdcc5e1b5022" providerId="AD" clId="Web-{61038B0B-7121-2452-B103-A4A6CF2FE4D1}" dt="2023-09-16T03:24:11.247" v="3"/>
          <ac:graphicFrameMkLst>
            <pc:docMk/>
            <pc:sldMk cId="2210452648" sldId="437"/>
            <ac:graphicFrameMk id="10" creationId="{00000000-0000-0000-0000-000000000000}"/>
          </ac:graphicFrameMkLst>
        </pc:graphicFrameChg>
      </pc:sldChg>
      <pc:sldChg chg="mod ord modShow">
        <pc:chgData name="Li,Yuting (HP Medicine) BII-CN-S" userId="S::yuting.li@boehringer-ingelheim.com::ce8fbb54-122c-426d-b8da-fdcc5e1b5022" providerId="AD" clId="Web-{61038B0B-7121-2452-B103-A4A6CF2FE4D1}" dt="2023-09-16T06:23:10.759" v="7"/>
        <pc:sldMkLst>
          <pc:docMk/>
          <pc:sldMk cId="1734969900" sldId="2147474150"/>
        </pc:sldMkLst>
      </pc:sldChg>
      <pc:sldChg chg="mod ord modShow">
        <pc:chgData name="Li,Yuting (HP Medicine) BII-CN-S" userId="S::yuting.li@boehringer-ingelheim.com::ce8fbb54-122c-426d-b8da-fdcc5e1b5022" providerId="AD" clId="Web-{61038B0B-7121-2452-B103-A4A6CF2FE4D1}" dt="2023-09-16T06:23:10.572" v="6"/>
        <pc:sldMkLst>
          <pc:docMk/>
          <pc:sldMk cId="2084049232" sldId="2147474151"/>
        </pc:sldMkLst>
      </pc:sldChg>
    </pc:docChg>
  </pc:docChgLst>
  <pc:docChgLst>
    <pc:chgData name="Lu,Dr.,Jiaqi (HP Medicine) BII-CN-S" userId="8b183601-9cff-443d-8730-90ebdb48edb2" providerId="ADAL" clId="{048C7C7B-784A-44A0-81DF-AB3692189BC5}"/>
    <pc:docChg chg="custSel addSld delSld modSld">
      <pc:chgData name="Lu,Dr.,Jiaqi (HP Medicine) BII-CN-S" userId="8b183601-9cff-443d-8730-90ebdb48edb2" providerId="ADAL" clId="{048C7C7B-784A-44A0-81DF-AB3692189BC5}" dt="2024-03-20T05:59:07.585" v="636"/>
      <pc:docMkLst>
        <pc:docMk/>
      </pc:docMkLst>
      <pc:sldChg chg="modSp mod">
        <pc:chgData name="Lu,Dr.,Jiaqi (HP Medicine) BII-CN-S" userId="8b183601-9cff-443d-8730-90ebdb48edb2" providerId="ADAL" clId="{048C7C7B-784A-44A0-81DF-AB3692189BC5}" dt="2024-03-19T09:12:09.410" v="629" actId="20577"/>
        <pc:sldMkLst>
          <pc:docMk/>
          <pc:sldMk cId="2133848475" sldId="9860"/>
        </pc:sldMkLst>
        <pc:spChg chg="mod">
          <ac:chgData name="Lu,Dr.,Jiaqi (HP Medicine) BII-CN-S" userId="8b183601-9cff-443d-8730-90ebdb48edb2" providerId="ADAL" clId="{048C7C7B-784A-44A0-81DF-AB3692189BC5}" dt="2024-03-19T09:12:09.410" v="629" actId="20577"/>
          <ac:spMkLst>
            <pc:docMk/>
            <pc:sldMk cId="2133848475" sldId="9860"/>
            <ac:spMk id="3" creationId="{692796CB-E2C8-8508-DF5A-FC10693F0AFB}"/>
          </ac:spMkLst>
        </pc:spChg>
      </pc:sldChg>
      <pc:sldChg chg="modSp mod">
        <pc:chgData name="Lu,Dr.,Jiaqi (HP Medicine) BII-CN-S" userId="8b183601-9cff-443d-8730-90ebdb48edb2" providerId="ADAL" clId="{048C7C7B-784A-44A0-81DF-AB3692189BC5}" dt="2024-03-20T05:59:07.585" v="636"/>
        <pc:sldMkLst>
          <pc:docMk/>
          <pc:sldMk cId="4281621405" sldId="9861"/>
        </pc:sldMkLst>
        <pc:spChg chg="mod">
          <ac:chgData name="Lu,Dr.,Jiaqi (HP Medicine) BII-CN-S" userId="8b183601-9cff-443d-8730-90ebdb48edb2" providerId="ADAL" clId="{048C7C7B-784A-44A0-81DF-AB3692189BC5}" dt="2024-03-19T09:09:54.984" v="622" actId="14100"/>
          <ac:spMkLst>
            <pc:docMk/>
            <pc:sldMk cId="4281621405" sldId="9861"/>
            <ac:spMk id="10" creationId="{15C1856A-879E-64FA-6FFF-369CD3759927}"/>
          </ac:spMkLst>
        </pc:spChg>
        <pc:graphicFrameChg chg="mod modGraphic">
          <ac:chgData name="Lu,Dr.,Jiaqi (HP Medicine) BII-CN-S" userId="8b183601-9cff-443d-8730-90ebdb48edb2" providerId="ADAL" clId="{048C7C7B-784A-44A0-81DF-AB3692189BC5}" dt="2024-03-20T05:59:07.585" v="636"/>
          <ac:graphicFrameMkLst>
            <pc:docMk/>
            <pc:sldMk cId="4281621405" sldId="9861"/>
            <ac:graphicFrameMk id="13" creationId="{76B842C5-0BDC-F0F9-D21B-6C9BC88568AA}"/>
          </ac:graphicFrameMkLst>
        </pc:graphicFrameChg>
      </pc:sldChg>
      <pc:sldChg chg="add del">
        <pc:chgData name="Lu,Dr.,Jiaqi (HP Medicine) BII-CN-S" userId="8b183601-9cff-443d-8730-90ebdb48edb2" providerId="ADAL" clId="{048C7C7B-784A-44A0-81DF-AB3692189BC5}" dt="2024-03-18T09:17:32.130" v="2"/>
        <pc:sldMkLst>
          <pc:docMk/>
          <pc:sldMk cId="4208751464" sldId="2147473538"/>
        </pc:sldMkLst>
      </pc:sldChg>
      <pc:sldChg chg="add del">
        <pc:chgData name="Lu,Dr.,Jiaqi (HP Medicine) BII-CN-S" userId="8b183601-9cff-443d-8730-90ebdb48edb2" providerId="ADAL" clId="{048C7C7B-784A-44A0-81DF-AB3692189BC5}" dt="2024-03-18T09:17:32.130" v="2"/>
        <pc:sldMkLst>
          <pc:docMk/>
          <pc:sldMk cId="96561104" sldId="2147473541"/>
        </pc:sldMkLst>
      </pc:sldChg>
    </pc:docChg>
  </pc:docChgLst>
  <pc:docChgLst>
    <pc:chgData name="Lu,Dr.,Jiaqi (HP Medicine) BII-CN-S" userId="8b183601-9cff-443d-8730-90ebdb48edb2" providerId="ADAL" clId="{E0666F33-068C-46A3-95C7-087C8BBD0A60}"/>
    <pc:docChg chg="modSld">
      <pc:chgData name="Lu,Dr.,Jiaqi (HP Medicine) BII-CN-S" userId="8b183601-9cff-443d-8730-90ebdb48edb2" providerId="ADAL" clId="{E0666F33-068C-46A3-95C7-087C8BBD0A60}" dt="2023-04-09T15:01:56.050" v="251" actId="1076"/>
      <pc:docMkLst>
        <pc:docMk/>
      </pc:docMkLst>
      <pc:sldChg chg="modSp mod">
        <pc:chgData name="Lu,Dr.,Jiaqi (HP Medicine) BII-CN-S" userId="8b183601-9cff-443d-8730-90ebdb48edb2" providerId="ADAL" clId="{E0666F33-068C-46A3-95C7-087C8BBD0A60}" dt="2023-04-07T05:54:41.334" v="203" actId="6549"/>
        <pc:sldMkLst>
          <pc:docMk/>
          <pc:sldMk cId="2210452648" sldId="437"/>
        </pc:sldMkLst>
        <pc:graphicFrameChg chg="mod modGraphic">
          <ac:chgData name="Lu,Dr.,Jiaqi (HP Medicine) BII-CN-S" userId="8b183601-9cff-443d-8730-90ebdb48edb2" providerId="ADAL" clId="{E0666F33-068C-46A3-95C7-087C8BBD0A60}" dt="2023-04-07T05:54:41.334" v="203" actId="6549"/>
          <ac:graphicFrameMkLst>
            <pc:docMk/>
            <pc:sldMk cId="2210452648" sldId="437"/>
            <ac:graphicFrameMk id="10" creationId="{00000000-0000-0000-0000-000000000000}"/>
          </ac:graphicFrameMkLst>
        </pc:graphicFrameChg>
      </pc:sldChg>
      <pc:sldChg chg="modSp mod">
        <pc:chgData name="Lu,Dr.,Jiaqi (HP Medicine) BII-CN-S" userId="8b183601-9cff-443d-8730-90ebdb48edb2" providerId="ADAL" clId="{E0666F33-068C-46A3-95C7-087C8BBD0A60}" dt="2023-04-09T15:01:56.050" v="251" actId="1076"/>
        <pc:sldMkLst>
          <pc:docMk/>
          <pc:sldMk cId="1839113505" sldId="2145706805"/>
        </pc:sldMkLst>
        <pc:graphicFrameChg chg="modGraphic">
          <ac:chgData name="Lu,Dr.,Jiaqi (HP Medicine) BII-CN-S" userId="8b183601-9cff-443d-8730-90ebdb48edb2" providerId="ADAL" clId="{E0666F33-068C-46A3-95C7-087C8BBD0A60}" dt="2023-04-09T15:01:46.946" v="250" actId="20577"/>
          <ac:graphicFrameMkLst>
            <pc:docMk/>
            <pc:sldMk cId="1839113505" sldId="2145706805"/>
            <ac:graphicFrameMk id="5" creationId="{9E6669FA-B9C0-40D0-862B-7A2DD5C872D9}"/>
          </ac:graphicFrameMkLst>
        </pc:graphicFrameChg>
        <pc:picChg chg="mod">
          <ac:chgData name="Lu,Dr.,Jiaqi (HP Medicine) BII-CN-S" userId="8b183601-9cff-443d-8730-90ebdb48edb2" providerId="ADAL" clId="{E0666F33-068C-46A3-95C7-087C8BBD0A60}" dt="2023-04-09T15:01:56.050" v="251" actId="1076"/>
          <ac:picMkLst>
            <pc:docMk/>
            <pc:sldMk cId="1839113505" sldId="2145706805"/>
            <ac:picMk id="4" creationId="{E89C9707-B10A-4A30-B13C-20CB4A498F56}"/>
          </ac:picMkLst>
        </pc:picChg>
      </pc:sldChg>
    </pc:docChg>
  </pc:docChgLst>
  <pc:docChgLst>
    <pc:chgData name="Li,Yuting (HP Medicine) BII-CN-S" userId="ce8fbb54-122c-426d-b8da-fdcc5e1b5022" providerId="ADAL" clId="{E1B961A3-47B2-4848-8C99-1A185C387BA6}"/>
    <pc:docChg chg="modSld">
      <pc:chgData name="Li,Yuting (HP Medicine) BII-CN-S" userId="ce8fbb54-122c-426d-b8da-fdcc5e1b5022" providerId="ADAL" clId="{E1B961A3-47B2-4848-8C99-1A185C387BA6}" dt="2023-06-15T00:06:12.894" v="131" actId="6549"/>
      <pc:docMkLst>
        <pc:docMk/>
      </pc:docMkLst>
      <pc:sldChg chg="modSp mod">
        <pc:chgData name="Li,Yuting (HP Medicine) BII-CN-S" userId="ce8fbb54-122c-426d-b8da-fdcc5e1b5022" providerId="ADAL" clId="{E1B961A3-47B2-4848-8C99-1A185C387BA6}" dt="2023-06-15T00:06:12.894" v="131" actId="6549"/>
        <pc:sldMkLst>
          <pc:docMk/>
          <pc:sldMk cId="2210452648" sldId="437"/>
        </pc:sldMkLst>
        <pc:graphicFrameChg chg="mod modGraphic">
          <ac:chgData name="Li,Yuting (HP Medicine) BII-CN-S" userId="ce8fbb54-122c-426d-b8da-fdcc5e1b5022" providerId="ADAL" clId="{E1B961A3-47B2-4848-8C99-1A185C387BA6}" dt="2023-06-15T00:06:12.894" v="131" actId="6549"/>
          <ac:graphicFrameMkLst>
            <pc:docMk/>
            <pc:sldMk cId="2210452648" sldId="437"/>
            <ac:graphicFrameMk id="10" creationId="{00000000-0000-0000-0000-000000000000}"/>
          </ac:graphicFrameMkLst>
        </pc:graphicFrameChg>
      </pc:sldChg>
    </pc:docChg>
  </pc:docChgLst>
  <pc:docChgLst>
    <pc:chgData name="Li,Yuting (HP Medicine) BII-CN-S" userId="ce8fbb54-122c-426d-b8da-fdcc5e1b5022" providerId="ADAL" clId="{E64759E5-B1BB-4706-96E4-50A43F4BAAF4}"/>
    <pc:docChg chg="custSel modSld">
      <pc:chgData name="Li,Yuting (HP Medicine) BII-CN-S" userId="ce8fbb54-122c-426d-b8da-fdcc5e1b5022" providerId="ADAL" clId="{E64759E5-B1BB-4706-96E4-50A43F4BAAF4}" dt="2024-02-27T11:39:20.596" v="1215" actId="20577"/>
      <pc:docMkLst>
        <pc:docMk/>
      </pc:docMkLst>
      <pc:sldChg chg="modSp mod">
        <pc:chgData name="Li,Yuting (HP Medicine) BII-CN-S" userId="ce8fbb54-122c-426d-b8da-fdcc5e1b5022" providerId="ADAL" clId="{E64759E5-B1BB-4706-96E4-50A43F4BAAF4}" dt="2024-02-27T11:39:20.596" v="1215" actId="20577"/>
        <pc:sldMkLst>
          <pc:docMk/>
          <pc:sldMk cId="4281621405" sldId="9861"/>
        </pc:sldMkLst>
        <pc:graphicFrameChg chg="modGraphic">
          <ac:chgData name="Li,Yuting (HP Medicine) BII-CN-S" userId="ce8fbb54-122c-426d-b8da-fdcc5e1b5022" providerId="ADAL" clId="{E64759E5-B1BB-4706-96E4-50A43F4BAAF4}" dt="2024-02-27T11:39:20.596" v="1215" actId="20577"/>
          <ac:graphicFrameMkLst>
            <pc:docMk/>
            <pc:sldMk cId="4281621405" sldId="9861"/>
            <ac:graphicFrameMk id="13" creationId="{76B842C5-0BDC-F0F9-D21B-6C9BC88568AA}"/>
          </ac:graphicFrameMkLst>
        </pc:graphicFrameChg>
      </pc:sldChg>
    </pc:docChg>
  </pc:docChgLst>
  <pc:docChgLst>
    <pc:chgData name="Li,Yuting (HP Medicine) BII-CN-S" userId="S::yuting.li@boehringer-ingelheim.com::ce8fbb54-122c-426d-b8da-fdcc5e1b5022" providerId="AD" clId="Web-{C3A8F0D2-4F3A-CE4F-2310-4BE5E932D7D9}"/>
    <pc:docChg chg="modSld">
      <pc:chgData name="Li,Yuting (HP Medicine) BII-CN-S" userId="S::yuting.li@boehringer-ingelheim.com::ce8fbb54-122c-426d-b8da-fdcc5e1b5022" providerId="AD" clId="Web-{C3A8F0D2-4F3A-CE4F-2310-4BE5E932D7D9}" dt="2023-10-12T06:43:27.891" v="11"/>
      <pc:docMkLst>
        <pc:docMk/>
      </pc:docMkLst>
      <pc:sldChg chg="modSp">
        <pc:chgData name="Li,Yuting (HP Medicine) BII-CN-S" userId="S::yuting.li@boehringer-ingelheim.com::ce8fbb54-122c-426d-b8da-fdcc5e1b5022" providerId="AD" clId="Web-{C3A8F0D2-4F3A-CE4F-2310-4BE5E932D7D9}" dt="2023-10-12T06:43:27.891" v="11"/>
        <pc:sldMkLst>
          <pc:docMk/>
          <pc:sldMk cId="294211580" sldId="2147474152"/>
        </pc:sldMkLst>
        <pc:graphicFrameChg chg="mod modGraphic">
          <ac:chgData name="Li,Yuting (HP Medicine) BII-CN-S" userId="S::yuting.li@boehringer-ingelheim.com::ce8fbb54-122c-426d-b8da-fdcc5e1b5022" providerId="AD" clId="Web-{C3A8F0D2-4F3A-CE4F-2310-4BE5E932D7D9}" dt="2023-10-12T06:43:27.891" v="11"/>
          <ac:graphicFrameMkLst>
            <pc:docMk/>
            <pc:sldMk cId="294211580" sldId="2147474152"/>
            <ac:graphicFrameMk id="10" creationId="{00000000-0000-0000-0000-000000000000}"/>
          </ac:graphicFrameMkLst>
        </pc:graphicFrameChg>
      </pc:sldChg>
    </pc:docChg>
  </pc:docChgLst>
  <pc:docChgLst>
    <pc:chgData name="Kerui Han" userId="06a39f7b-f140-446e-81cc-4ce1bd36a97a" providerId="ADAL" clId="{4B781DC4-118F-41AD-AB8C-F759C0B436AE}"/>
    <pc:docChg chg="modSld">
      <pc:chgData name="Kerui Han" userId="06a39f7b-f140-446e-81cc-4ce1bd36a97a" providerId="ADAL" clId="{4B781DC4-118F-41AD-AB8C-F759C0B436AE}" dt="2023-04-07T05:53:44.309" v="293" actId="20577"/>
      <pc:docMkLst>
        <pc:docMk/>
      </pc:docMkLst>
      <pc:sldChg chg="modSp mod">
        <pc:chgData name="Kerui Han" userId="06a39f7b-f140-446e-81cc-4ce1bd36a97a" providerId="ADAL" clId="{4B781DC4-118F-41AD-AB8C-F759C0B436AE}" dt="2023-04-07T05:53:44.309" v="293" actId="20577"/>
        <pc:sldMkLst>
          <pc:docMk/>
          <pc:sldMk cId="2210452648" sldId="437"/>
        </pc:sldMkLst>
        <pc:graphicFrameChg chg="mod modGraphic">
          <ac:chgData name="Kerui Han" userId="06a39f7b-f140-446e-81cc-4ce1bd36a97a" providerId="ADAL" clId="{4B781DC4-118F-41AD-AB8C-F759C0B436AE}" dt="2023-04-07T05:53:44.309" v="293" actId="20577"/>
          <ac:graphicFrameMkLst>
            <pc:docMk/>
            <pc:sldMk cId="2210452648" sldId="437"/>
            <ac:graphicFrameMk id="10" creationId="{00000000-0000-0000-0000-000000000000}"/>
          </ac:graphicFrameMkLst>
        </pc:graphicFrameChg>
      </pc:sldChg>
    </pc:docChg>
  </pc:docChgLst>
  <pc:docChgLst>
    <pc:chgData name="Li,Ansu (HP Medicine) BII-CN-S" userId="ec2f8842-dc81-4094-912e-223fc8542a04" providerId="ADAL" clId="{F074D80B-DBC1-4DA1-A073-C44E4AAB7CAD}"/>
    <pc:docChg chg="delSld modSld delMainMaster">
      <pc:chgData name="Li,Ansu (HP Medicine) BII-CN-S" userId="ec2f8842-dc81-4094-912e-223fc8542a04" providerId="ADAL" clId="{F074D80B-DBC1-4DA1-A073-C44E4AAB7CAD}" dt="2024-04-21T05:20:54.116" v="136" actId="255"/>
      <pc:docMkLst>
        <pc:docMk/>
      </pc:docMkLst>
      <pc:sldChg chg="modSp mod">
        <pc:chgData name="Li,Ansu (HP Medicine) BII-CN-S" userId="ec2f8842-dc81-4094-912e-223fc8542a04" providerId="ADAL" clId="{F074D80B-DBC1-4DA1-A073-C44E4AAB7CAD}" dt="2024-04-19T05:18:53.443" v="13" actId="6549"/>
        <pc:sldMkLst>
          <pc:docMk/>
          <pc:sldMk cId="2133848475" sldId="9860"/>
        </pc:sldMkLst>
        <pc:spChg chg="mod">
          <ac:chgData name="Li,Ansu (HP Medicine) BII-CN-S" userId="ec2f8842-dc81-4094-912e-223fc8542a04" providerId="ADAL" clId="{F074D80B-DBC1-4DA1-A073-C44E4AAB7CAD}" dt="2024-04-19T05:18:53.443" v="13" actId="6549"/>
          <ac:spMkLst>
            <pc:docMk/>
            <pc:sldMk cId="2133848475" sldId="9860"/>
            <ac:spMk id="3" creationId="{692796CB-E2C8-8508-DF5A-FC10693F0AFB}"/>
          </ac:spMkLst>
        </pc:spChg>
      </pc:sldChg>
      <pc:sldChg chg="modSp mod">
        <pc:chgData name="Li,Ansu (HP Medicine) BII-CN-S" userId="ec2f8842-dc81-4094-912e-223fc8542a04" providerId="ADAL" clId="{F074D80B-DBC1-4DA1-A073-C44E4AAB7CAD}" dt="2024-04-21T05:20:46.500" v="134" actId="255"/>
        <pc:sldMkLst>
          <pc:docMk/>
          <pc:sldMk cId="4281621405" sldId="9861"/>
        </pc:sldMkLst>
        <pc:graphicFrameChg chg="mod modGraphic">
          <ac:chgData name="Li,Ansu (HP Medicine) BII-CN-S" userId="ec2f8842-dc81-4094-912e-223fc8542a04" providerId="ADAL" clId="{F074D80B-DBC1-4DA1-A073-C44E4AAB7CAD}" dt="2024-04-21T05:20:46.500" v="134" actId="255"/>
          <ac:graphicFrameMkLst>
            <pc:docMk/>
            <pc:sldMk cId="4281621405" sldId="9861"/>
            <ac:graphicFrameMk id="13" creationId="{76B842C5-0BDC-F0F9-D21B-6C9BC88568AA}"/>
          </ac:graphicFrameMkLst>
        </pc:graphicFrameChg>
      </pc:sldChg>
      <pc:sldChg chg="modSp mod">
        <pc:chgData name="Li,Ansu (HP Medicine) BII-CN-S" userId="ec2f8842-dc81-4094-912e-223fc8542a04" providerId="ADAL" clId="{F074D80B-DBC1-4DA1-A073-C44E4AAB7CAD}" dt="2024-04-21T05:20:54.116" v="136" actId="255"/>
        <pc:sldMkLst>
          <pc:docMk/>
          <pc:sldMk cId="744445281" sldId="9862"/>
        </pc:sldMkLst>
        <pc:graphicFrameChg chg="modGraphic">
          <ac:chgData name="Li,Ansu (HP Medicine) BII-CN-S" userId="ec2f8842-dc81-4094-912e-223fc8542a04" providerId="ADAL" clId="{F074D80B-DBC1-4DA1-A073-C44E4AAB7CAD}" dt="2024-04-21T05:20:54.116" v="136" actId="255"/>
          <ac:graphicFrameMkLst>
            <pc:docMk/>
            <pc:sldMk cId="744445281" sldId="9862"/>
            <ac:graphicFrameMk id="13" creationId="{76B842C5-0BDC-F0F9-D21B-6C9BC88568AA}"/>
          </ac:graphicFrameMkLst>
        </pc:graphicFrameChg>
      </pc:sldChg>
      <pc:sldChg chg="del">
        <pc:chgData name="Li,Ansu (HP Medicine) BII-CN-S" userId="ec2f8842-dc81-4094-912e-223fc8542a04" providerId="ADAL" clId="{F074D80B-DBC1-4DA1-A073-C44E4AAB7CAD}" dt="2024-04-19T05:18:25.692" v="1" actId="47"/>
        <pc:sldMkLst>
          <pc:docMk/>
          <pc:sldMk cId="4208751464" sldId="2147473538"/>
        </pc:sldMkLst>
      </pc:sldChg>
      <pc:sldChg chg="del">
        <pc:chgData name="Li,Ansu (HP Medicine) BII-CN-S" userId="ec2f8842-dc81-4094-912e-223fc8542a04" providerId="ADAL" clId="{F074D80B-DBC1-4DA1-A073-C44E4AAB7CAD}" dt="2024-04-19T05:18:25.225" v="0" actId="47"/>
        <pc:sldMkLst>
          <pc:docMk/>
          <pc:sldMk cId="96561104" sldId="2147473541"/>
        </pc:sldMkLst>
      </pc:sldChg>
      <pc:sldChg chg="del">
        <pc:chgData name="Li,Ansu (HP Medicine) BII-CN-S" userId="ec2f8842-dc81-4094-912e-223fc8542a04" providerId="ADAL" clId="{F074D80B-DBC1-4DA1-A073-C44E4AAB7CAD}" dt="2024-04-19T05:18:28.227" v="2" actId="47"/>
        <pc:sldMkLst>
          <pc:docMk/>
          <pc:sldMk cId="3399896003" sldId="2147473542"/>
        </pc:sldMkLst>
      </pc:sldChg>
      <pc:sldMasterChg chg="del delSldLayout">
        <pc:chgData name="Li,Ansu (HP Medicine) BII-CN-S" userId="ec2f8842-dc81-4094-912e-223fc8542a04" providerId="ADAL" clId="{F074D80B-DBC1-4DA1-A073-C44E4AAB7CAD}" dt="2024-04-19T05:18:28.227" v="2" actId="47"/>
        <pc:sldMasterMkLst>
          <pc:docMk/>
          <pc:sldMasterMk cId="196456743" sldId="2147483945"/>
        </pc:sldMasterMkLst>
        <pc:sldLayoutChg chg="del">
          <pc:chgData name="Li,Ansu (HP Medicine) BII-CN-S" userId="ec2f8842-dc81-4094-912e-223fc8542a04" providerId="ADAL" clId="{F074D80B-DBC1-4DA1-A073-C44E4AAB7CAD}" dt="2024-04-19T05:18:28.227" v="2" actId="47"/>
          <pc:sldLayoutMkLst>
            <pc:docMk/>
            <pc:sldMasterMk cId="196456743" sldId="2147483945"/>
            <pc:sldLayoutMk cId="2587919232" sldId="2147483946"/>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4121092328" sldId="2147483947"/>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474717459" sldId="2147483948"/>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684811843" sldId="2147483949"/>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930367644" sldId="2147483950"/>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4268194777" sldId="2147483951"/>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854248918" sldId="2147483952"/>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666391213" sldId="2147483953"/>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83481542" sldId="2147483954"/>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347173736" sldId="2147483955"/>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154060207" sldId="2147483956"/>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804840524" sldId="2147483957"/>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665613248" sldId="2147483958"/>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605242924" sldId="2147483959"/>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560785525" sldId="2147483960"/>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163767349" sldId="2147483961"/>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513116939" sldId="2147483962"/>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600252062" sldId="2147483963"/>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819523379" sldId="2147483964"/>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776194177" sldId="2147483965"/>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509815110" sldId="2147483966"/>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161389147" sldId="2147483967"/>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102258782" sldId="2147483968"/>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104761948" sldId="2147483969"/>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708360303" sldId="2147483970"/>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750221886" sldId="2147483971"/>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54038548" sldId="2147483972"/>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599155458" sldId="2147483973"/>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483538614" sldId="2147483974"/>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000816672" sldId="2147483975"/>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124920834" sldId="2147483976"/>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248426664" sldId="2147483977"/>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608785562" sldId="2147483978"/>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134208256" sldId="2147483981"/>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921858169" sldId="2147483982"/>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948222628" sldId="2147483983"/>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878550764" sldId="2147483984"/>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645953507" sldId="2147483988"/>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298167819" sldId="2147483990"/>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211913293" sldId="2147483991"/>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4119661138" sldId="2147483992"/>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191160263" sldId="2147483993"/>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069020893" sldId="2147483994"/>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700650643" sldId="2147483997"/>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817549700" sldId="2147483998"/>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899601982" sldId="2147483999"/>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168914326" sldId="2147484000"/>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132809616" sldId="2147484001"/>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395331442" sldId="2147484002"/>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1094821727" sldId="2147484003"/>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236717276" sldId="2147484004"/>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531075288" sldId="2147484005"/>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2404710770" sldId="2147484006"/>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4057960269" sldId="2147484007"/>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429075228" sldId="2147484010"/>
          </pc:sldLayoutMkLst>
        </pc:sldLayoutChg>
        <pc:sldLayoutChg chg="del">
          <pc:chgData name="Li,Ansu (HP Medicine) BII-CN-S" userId="ec2f8842-dc81-4094-912e-223fc8542a04" providerId="ADAL" clId="{F074D80B-DBC1-4DA1-A073-C44E4AAB7CAD}" dt="2024-04-19T05:18:28.227" v="2" actId="47"/>
          <pc:sldLayoutMkLst>
            <pc:docMk/>
            <pc:sldMasterMk cId="196456743" sldId="2147483945"/>
            <pc:sldLayoutMk cId="356537026" sldId="2147484012"/>
          </pc:sldLayoutMkLst>
        </pc:sldLayoutChg>
      </pc:sldMasterChg>
    </pc:docChg>
  </pc:docChgLst>
  <pc:docChgLst>
    <pc:chgData name="Du,Zhaoxia (MED BDS) BII-CN-S" userId="691607b6-ca5c-4112-8458-0d74bdb9c14d" providerId="ADAL" clId="{AE0BDE59-D06D-4C7C-B8F9-06161503F2A2}"/>
    <pc:docChg chg="undo redo custSel modSld">
      <pc:chgData name="Du,Zhaoxia (MED BDS) BII-CN-S" userId="691607b6-ca5c-4112-8458-0d74bdb9c14d" providerId="ADAL" clId="{AE0BDE59-D06D-4C7C-B8F9-06161503F2A2}" dt="2023-09-13T06:55:02.551" v="173" actId="20577"/>
      <pc:docMkLst>
        <pc:docMk/>
      </pc:docMkLst>
      <pc:sldChg chg="modSp mod">
        <pc:chgData name="Du,Zhaoxia (MED BDS) BII-CN-S" userId="691607b6-ca5c-4112-8458-0d74bdb9c14d" providerId="ADAL" clId="{AE0BDE59-D06D-4C7C-B8F9-06161503F2A2}" dt="2023-09-13T06:47:59.747" v="11" actId="20577"/>
        <pc:sldMkLst>
          <pc:docMk/>
          <pc:sldMk cId="1341461315" sldId="431"/>
        </pc:sldMkLst>
        <pc:spChg chg="mod">
          <ac:chgData name="Du,Zhaoxia (MED BDS) BII-CN-S" userId="691607b6-ca5c-4112-8458-0d74bdb9c14d" providerId="ADAL" clId="{AE0BDE59-D06D-4C7C-B8F9-06161503F2A2}" dt="2023-09-13T06:47:59.747" v="11" actId="20577"/>
          <ac:spMkLst>
            <pc:docMk/>
            <pc:sldMk cId="1341461315" sldId="431"/>
            <ac:spMk id="5" creationId="{00000000-0000-0000-0000-000000000000}"/>
          </ac:spMkLst>
        </pc:spChg>
      </pc:sldChg>
      <pc:sldChg chg="modSp mod">
        <pc:chgData name="Du,Zhaoxia (MED BDS) BII-CN-S" userId="691607b6-ca5c-4112-8458-0d74bdb9c14d" providerId="ADAL" clId="{AE0BDE59-D06D-4C7C-B8F9-06161503F2A2}" dt="2023-09-13T06:55:02.551" v="173" actId="20577"/>
        <pc:sldMkLst>
          <pc:docMk/>
          <pc:sldMk cId="2210452648" sldId="437"/>
        </pc:sldMkLst>
        <pc:graphicFrameChg chg="mod modGraphic">
          <ac:chgData name="Du,Zhaoxia (MED BDS) BII-CN-S" userId="691607b6-ca5c-4112-8458-0d74bdb9c14d" providerId="ADAL" clId="{AE0BDE59-D06D-4C7C-B8F9-06161503F2A2}" dt="2023-09-13T06:55:02.551" v="173" actId="20577"/>
          <ac:graphicFrameMkLst>
            <pc:docMk/>
            <pc:sldMk cId="2210452648" sldId="437"/>
            <ac:graphicFrameMk id="10" creationId="{00000000-0000-0000-0000-000000000000}"/>
          </ac:graphicFrameMkLst>
        </pc:graphicFrameChg>
      </pc:sldChg>
    </pc:docChg>
  </pc:docChgLst>
  <pc:docChgLst>
    <pc:chgData name="Li,Yuting (HP Medicine) BII-CN-S" userId="ce8fbb54-122c-426d-b8da-fdcc5e1b5022" providerId="ADAL" clId="{22A9FFE8-FC5C-49FD-8AE9-07EF16FC8EF6}"/>
    <pc:docChg chg="modSld">
      <pc:chgData name="Li,Yuting (HP Medicine) BII-CN-S" userId="ce8fbb54-122c-426d-b8da-fdcc5e1b5022" providerId="ADAL" clId="{22A9FFE8-FC5C-49FD-8AE9-07EF16FC8EF6}" dt="2023-10-12T13:37:13.682" v="195" actId="20577"/>
      <pc:docMkLst>
        <pc:docMk/>
      </pc:docMkLst>
      <pc:sldChg chg="addSp modSp mod">
        <pc:chgData name="Li,Yuting (HP Medicine) BII-CN-S" userId="ce8fbb54-122c-426d-b8da-fdcc5e1b5022" providerId="ADAL" clId="{22A9FFE8-FC5C-49FD-8AE9-07EF16FC8EF6}" dt="2023-10-12T13:37:13.682" v="195" actId="20577"/>
        <pc:sldMkLst>
          <pc:docMk/>
          <pc:sldMk cId="294211580" sldId="2147474152"/>
        </pc:sldMkLst>
        <pc:spChg chg="add mod">
          <ac:chgData name="Li,Yuting (HP Medicine) BII-CN-S" userId="ce8fbb54-122c-426d-b8da-fdcc5e1b5022" providerId="ADAL" clId="{22A9FFE8-FC5C-49FD-8AE9-07EF16FC8EF6}" dt="2023-10-11T06:58:47.506" v="143" actId="404"/>
          <ac:spMkLst>
            <pc:docMk/>
            <pc:sldMk cId="294211580" sldId="2147474152"/>
            <ac:spMk id="2" creationId="{DC4DD3AA-43C6-C548-EA20-0657DCF54646}"/>
          </ac:spMkLst>
        </pc:spChg>
        <pc:spChg chg="add mod">
          <ac:chgData name="Li,Yuting (HP Medicine) BII-CN-S" userId="ce8fbb54-122c-426d-b8da-fdcc5e1b5022" providerId="ADAL" clId="{22A9FFE8-FC5C-49FD-8AE9-07EF16FC8EF6}" dt="2023-10-12T13:37:13.682" v="195" actId="20577"/>
          <ac:spMkLst>
            <pc:docMk/>
            <pc:sldMk cId="294211580" sldId="2147474152"/>
            <ac:spMk id="5" creationId="{4AE5EC08-93D5-C803-2692-759C415EA338}"/>
          </ac:spMkLst>
        </pc:spChg>
        <pc:graphicFrameChg chg="mod modGraphic">
          <ac:chgData name="Li,Yuting (HP Medicine) BII-CN-S" userId="ce8fbb54-122c-426d-b8da-fdcc5e1b5022" providerId="ADAL" clId="{22A9FFE8-FC5C-49FD-8AE9-07EF16FC8EF6}" dt="2023-10-12T13:36:32.023" v="144" actId="1076"/>
          <ac:graphicFrameMkLst>
            <pc:docMk/>
            <pc:sldMk cId="294211580" sldId="2147474152"/>
            <ac:graphicFrameMk id="10" creationId="{00000000-0000-0000-0000-000000000000}"/>
          </ac:graphicFrameMkLst>
        </pc:graphicFrameChg>
      </pc:sldChg>
    </pc:docChg>
  </pc:docChgLst>
  <pc:docChgLst>
    <pc:chgData name="Liu,Dr.,Meiruo (HP Medicine) BII-CN-S" userId="ece9aa16-5bba-4d2f-b200-019c8e2ba0a0" providerId="ADAL" clId="{37E20DED-35B1-4CE7-BAF8-29227A85C311}"/>
    <pc:docChg chg="custSel modSld">
      <pc:chgData name="Liu,Dr.,Meiruo (HP Medicine) BII-CN-S" userId="ece9aa16-5bba-4d2f-b200-019c8e2ba0a0" providerId="ADAL" clId="{37E20DED-35B1-4CE7-BAF8-29227A85C311}" dt="2024-03-21T00:11:14.114" v="441" actId="1036"/>
      <pc:docMkLst>
        <pc:docMk/>
      </pc:docMkLst>
      <pc:sldChg chg="modSp mod">
        <pc:chgData name="Liu,Dr.,Meiruo (HP Medicine) BII-CN-S" userId="ece9aa16-5bba-4d2f-b200-019c8e2ba0a0" providerId="ADAL" clId="{37E20DED-35B1-4CE7-BAF8-29227A85C311}" dt="2024-03-21T00:11:14.114" v="441" actId="1036"/>
        <pc:sldMkLst>
          <pc:docMk/>
          <pc:sldMk cId="4281621405" sldId="9861"/>
        </pc:sldMkLst>
        <pc:graphicFrameChg chg="mod modGraphic">
          <ac:chgData name="Liu,Dr.,Meiruo (HP Medicine) BII-CN-S" userId="ece9aa16-5bba-4d2f-b200-019c8e2ba0a0" providerId="ADAL" clId="{37E20DED-35B1-4CE7-BAF8-29227A85C311}" dt="2024-03-21T00:11:14.114" v="441" actId="1036"/>
          <ac:graphicFrameMkLst>
            <pc:docMk/>
            <pc:sldMk cId="4281621405" sldId="9861"/>
            <ac:graphicFrameMk id="13" creationId="{76B842C5-0BDC-F0F9-D21B-6C9BC88568AA}"/>
          </ac:graphicFrameMkLst>
        </pc:graphicFrameChg>
      </pc:sldChg>
    </pc:docChg>
  </pc:docChgLst>
  <pc:docChgLst>
    <pc:chgData name="Han,Keri (HP Medicine) BII-CN-S" userId="S::keri.han@boehringer-ingelheim.com::06a39f7b-f140-446e-81cc-4ce1bd36a97a" providerId="AD" clId="Web-{CC81E9DF-5F89-A155-6782-4339927F763A}"/>
    <pc:docChg chg="modSld">
      <pc:chgData name="Han,Keri (HP Medicine) BII-CN-S" userId="S::keri.han@boehringer-ingelheim.com::06a39f7b-f140-446e-81cc-4ce1bd36a97a" providerId="AD" clId="Web-{CC81E9DF-5F89-A155-6782-4339927F763A}" dt="2024-03-20T06:49:04.710" v="337"/>
      <pc:docMkLst>
        <pc:docMk/>
      </pc:docMkLst>
      <pc:sldChg chg="modSp">
        <pc:chgData name="Han,Keri (HP Medicine) BII-CN-S" userId="S::keri.han@boehringer-ingelheim.com::06a39f7b-f140-446e-81cc-4ce1bd36a97a" providerId="AD" clId="Web-{CC81E9DF-5F89-A155-6782-4339927F763A}" dt="2024-03-20T06:49:04.710" v="337"/>
        <pc:sldMkLst>
          <pc:docMk/>
          <pc:sldMk cId="744445281" sldId="9862"/>
        </pc:sldMkLst>
        <pc:graphicFrameChg chg="mod modGraphic">
          <ac:chgData name="Han,Keri (HP Medicine) BII-CN-S" userId="S::keri.han@boehringer-ingelheim.com::06a39f7b-f140-446e-81cc-4ce1bd36a97a" providerId="AD" clId="Web-{CC81E9DF-5F89-A155-6782-4339927F763A}" dt="2024-03-20T06:49:04.710" v="337"/>
          <ac:graphicFrameMkLst>
            <pc:docMk/>
            <pc:sldMk cId="744445281" sldId="9862"/>
            <ac:graphicFrameMk id="13" creationId="{76B842C5-0BDC-F0F9-D21B-6C9BC88568AA}"/>
          </ac:graphicFrameMkLst>
        </pc:graphicFrameChg>
      </pc:sldChg>
    </pc:docChg>
  </pc:docChgLst>
  <pc:docChgLst>
    <pc:chgData name="Huiwen" userId="d3b97c2b-6a0a-46f1-ac75-ab5460a4a2b4" providerId="ADAL" clId="{93C9BE4F-1451-449E-B195-B3C90BCCFAC4}"/>
    <pc:docChg chg="modSld">
      <pc:chgData name="Huiwen" userId="d3b97c2b-6a0a-46f1-ac75-ab5460a4a2b4" providerId="ADAL" clId="{93C9BE4F-1451-449E-B195-B3C90BCCFAC4}" dt="2023-06-14T06:33:55.164" v="4" actId="255"/>
      <pc:docMkLst>
        <pc:docMk/>
      </pc:docMkLst>
      <pc:sldChg chg="modSp mod">
        <pc:chgData name="Huiwen" userId="d3b97c2b-6a0a-46f1-ac75-ab5460a4a2b4" providerId="ADAL" clId="{93C9BE4F-1451-449E-B195-B3C90BCCFAC4}" dt="2023-06-14T06:33:55.164" v="4" actId="255"/>
        <pc:sldMkLst>
          <pc:docMk/>
          <pc:sldMk cId="2210452648" sldId="437"/>
        </pc:sldMkLst>
        <pc:graphicFrameChg chg="modGraphic">
          <ac:chgData name="Huiwen" userId="d3b97c2b-6a0a-46f1-ac75-ab5460a4a2b4" providerId="ADAL" clId="{93C9BE4F-1451-449E-B195-B3C90BCCFAC4}" dt="2023-06-14T06:33:55.164" v="4" actId="255"/>
          <ac:graphicFrameMkLst>
            <pc:docMk/>
            <pc:sldMk cId="2210452648" sldId="437"/>
            <ac:graphicFrameMk id="10" creationId="{00000000-0000-0000-0000-000000000000}"/>
          </ac:graphicFrameMkLst>
        </pc:graphicFrameChg>
      </pc:sldChg>
    </pc:docChg>
  </pc:docChgLst>
  <pc:docChgLst>
    <pc:chgData name="Li,Ansu (HP Medicine) BII-CN-S" userId="ec2f8842-dc81-4094-912e-223fc8542a04" providerId="ADAL" clId="{AE540A14-8BF4-4030-B8F4-CEA091B62050}"/>
    <pc:docChg chg="undo custSel addSld modSld">
      <pc:chgData name="Li,Ansu (HP Medicine) BII-CN-S" userId="ec2f8842-dc81-4094-912e-223fc8542a04" providerId="ADAL" clId="{AE540A14-8BF4-4030-B8F4-CEA091B62050}" dt="2024-03-12T02:56:44.286" v="489" actId="20577"/>
      <pc:docMkLst>
        <pc:docMk/>
      </pc:docMkLst>
      <pc:sldChg chg="addSp modSp mod chgLayout">
        <pc:chgData name="Li,Ansu (HP Medicine) BII-CN-S" userId="ec2f8842-dc81-4094-912e-223fc8542a04" providerId="ADAL" clId="{AE540A14-8BF4-4030-B8F4-CEA091B62050}" dt="2024-03-12T02:56:44.286" v="489" actId="20577"/>
        <pc:sldMkLst>
          <pc:docMk/>
          <pc:sldMk cId="4281621405" sldId="9861"/>
        </pc:sldMkLst>
        <pc:spChg chg="add mod ord">
          <ac:chgData name="Li,Ansu (HP Medicine) BII-CN-S" userId="ec2f8842-dc81-4094-912e-223fc8542a04" providerId="ADAL" clId="{AE540A14-8BF4-4030-B8F4-CEA091B62050}" dt="2024-03-12T02:45:51.179" v="175" actId="700"/>
          <ac:spMkLst>
            <pc:docMk/>
            <pc:sldMk cId="4281621405" sldId="9861"/>
            <ac:spMk id="2" creationId="{DB02B30E-FE23-31F6-82C2-75E447345005}"/>
          </ac:spMkLst>
        </pc:spChg>
        <pc:spChg chg="mod ord">
          <ac:chgData name="Li,Ansu (HP Medicine) BII-CN-S" userId="ec2f8842-dc81-4094-912e-223fc8542a04" providerId="ADAL" clId="{AE540A14-8BF4-4030-B8F4-CEA091B62050}" dt="2024-03-12T02:45:51.179" v="175" actId="700"/>
          <ac:spMkLst>
            <pc:docMk/>
            <pc:sldMk cId="4281621405" sldId="9861"/>
            <ac:spMk id="10" creationId="{15C1856A-879E-64FA-6FFF-369CD3759927}"/>
          </ac:spMkLst>
        </pc:spChg>
        <pc:spChg chg="mod ord">
          <ac:chgData name="Li,Ansu (HP Medicine) BII-CN-S" userId="ec2f8842-dc81-4094-912e-223fc8542a04" providerId="ADAL" clId="{AE540A14-8BF4-4030-B8F4-CEA091B62050}" dt="2024-03-12T02:45:51.179" v="175" actId="700"/>
          <ac:spMkLst>
            <pc:docMk/>
            <pc:sldMk cId="4281621405" sldId="9861"/>
            <ac:spMk id="15" creationId="{128DF07C-F7C2-4E13-43FC-822690645555}"/>
          </ac:spMkLst>
        </pc:spChg>
        <pc:graphicFrameChg chg="mod modGraphic">
          <ac:chgData name="Li,Ansu (HP Medicine) BII-CN-S" userId="ec2f8842-dc81-4094-912e-223fc8542a04" providerId="ADAL" clId="{AE540A14-8BF4-4030-B8F4-CEA091B62050}" dt="2024-03-12T02:56:44.286" v="489" actId="20577"/>
          <ac:graphicFrameMkLst>
            <pc:docMk/>
            <pc:sldMk cId="4281621405" sldId="9861"/>
            <ac:graphicFrameMk id="13" creationId="{76B842C5-0BDC-F0F9-D21B-6C9BC88568AA}"/>
          </ac:graphicFrameMkLst>
        </pc:graphicFrameChg>
      </pc:sldChg>
      <pc:sldChg chg="modSp add mod">
        <pc:chgData name="Li,Ansu (HP Medicine) BII-CN-S" userId="ec2f8842-dc81-4094-912e-223fc8542a04" providerId="ADAL" clId="{AE540A14-8BF4-4030-B8F4-CEA091B62050}" dt="2024-03-12T02:55:03.349" v="380" actId="1076"/>
        <pc:sldMkLst>
          <pc:docMk/>
          <pc:sldMk cId="744445281" sldId="9862"/>
        </pc:sldMkLst>
        <pc:graphicFrameChg chg="mod modGraphic">
          <ac:chgData name="Li,Ansu (HP Medicine) BII-CN-S" userId="ec2f8842-dc81-4094-912e-223fc8542a04" providerId="ADAL" clId="{AE540A14-8BF4-4030-B8F4-CEA091B62050}" dt="2024-03-12T02:55:03.349" v="380" actId="1076"/>
          <ac:graphicFrameMkLst>
            <pc:docMk/>
            <pc:sldMk cId="744445281" sldId="9862"/>
            <ac:graphicFrameMk id="13" creationId="{76B842C5-0BDC-F0F9-D21B-6C9BC88568AA}"/>
          </ac:graphicFrameMkLst>
        </pc:graphicFrameChg>
      </pc:sldChg>
    </pc:docChg>
  </pc:docChgLst>
  <pc:docChgLst>
    <pc:chgData name="Lu,Dr.,Jiaqi (HP Medicine) BII-CN-S" userId="8b183601-9cff-443d-8730-90ebdb48edb2" providerId="ADAL" clId="{8387EB55-59EB-4806-99C2-BC53347066FD}"/>
    <pc:docChg chg="custSel modSld">
      <pc:chgData name="Lu,Dr.,Jiaqi (HP Medicine) BII-CN-S" userId="8b183601-9cff-443d-8730-90ebdb48edb2" providerId="ADAL" clId="{8387EB55-59EB-4806-99C2-BC53347066FD}" dt="2024-02-26T01:20:13.488" v="290" actId="20577"/>
      <pc:docMkLst>
        <pc:docMk/>
      </pc:docMkLst>
      <pc:sldChg chg="modSp mod">
        <pc:chgData name="Lu,Dr.,Jiaqi (HP Medicine) BII-CN-S" userId="8b183601-9cff-443d-8730-90ebdb48edb2" providerId="ADAL" clId="{8387EB55-59EB-4806-99C2-BC53347066FD}" dt="2024-02-26T01:20:13.488" v="290" actId="20577"/>
        <pc:sldMkLst>
          <pc:docMk/>
          <pc:sldMk cId="4281621405" sldId="9861"/>
        </pc:sldMkLst>
        <pc:graphicFrameChg chg="mod modGraphic">
          <ac:chgData name="Lu,Dr.,Jiaqi (HP Medicine) BII-CN-S" userId="8b183601-9cff-443d-8730-90ebdb48edb2" providerId="ADAL" clId="{8387EB55-59EB-4806-99C2-BC53347066FD}" dt="2024-02-26T01:20:13.488" v="290" actId="20577"/>
          <ac:graphicFrameMkLst>
            <pc:docMk/>
            <pc:sldMk cId="4281621405" sldId="9861"/>
            <ac:graphicFrameMk id="13" creationId="{76B842C5-0BDC-F0F9-D21B-6C9BC88568AA}"/>
          </ac:graphicFrameMkLst>
        </pc:graphicFrameChg>
      </pc:sldChg>
    </pc:docChg>
  </pc:docChgLst>
  <pc:docChgLst>
    <pc:chgData name="Lu,Dr.,Jiaqi (HP Medicine) BII-CN-S" userId="8b183601-9cff-443d-8730-90ebdb48edb2" providerId="ADAL" clId="{1C3DD0D3-2BB3-4C4F-AFD6-29900165206B}"/>
    <pc:docChg chg="undo redo custSel addSld delSld modSld modMainMaster">
      <pc:chgData name="Lu,Dr.,Jiaqi (HP Medicine) BII-CN-S" userId="8b183601-9cff-443d-8730-90ebdb48edb2" providerId="ADAL" clId="{1C3DD0D3-2BB3-4C4F-AFD6-29900165206B}" dt="2023-11-13T02:34:18.150" v="290"/>
      <pc:docMkLst>
        <pc:docMk/>
      </pc:docMkLst>
      <pc:sldChg chg="modSp del mod">
        <pc:chgData name="Lu,Dr.,Jiaqi (HP Medicine) BII-CN-S" userId="8b183601-9cff-443d-8730-90ebdb48edb2" providerId="ADAL" clId="{1C3DD0D3-2BB3-4C4F-AFD6-29900165206B}" dt="2023-11-10T06:03:34.676" v="243" actId="47"/>
        <pc:sldMkLst>
          <pc:docMk/>
          <pc:sldMk cId="1341461315" sldId="431"/>
        </pc:sldMkLst>
        <pc:spChg chg="mod">
          <ac:chgData name="Lu,Dr.,Jiaqi (HP Medicine) BII-CN-S" userId="8b183601-9cff-443d-8730-90ebdb48edb2" providerId="ADAL" clId="{1C3DD0D3-2BB3-4C4F-AFD6-29900165206B}" dt="2023-11-09T14:17:56.550" v="13" actId="20577"/>
          <ac:spMkLst>
            <pc:docMk/>
            <pc:sldMk cId="1341461315" sldId="431"/>
            <ac:spMk id="5" creationId="{00000000-0000-0000-0000-000000000000}"/>
          </ac:spMkLst>
        </pc:spChg>
      </pc:sldChg>
      <pc:sldChg chg="addSp delSp modSp add del mod">
        <pc:chgData name="Lu,Dr.,Jiaqi (HP Medicine) BII-CN-S" userId="8b183601-9cff-443d-8730-90ebdb48edb2" providerId="ADAL" clId="{1C3DD0D3-2BB3-4C4F-AFD6-29900165206B}" dt="2023-11-13T02:34:18.150" v="290"/>
        <pc:sldMkLst>
          <pc:docMk/>
          <pc:sldMk cId="3849017147" sldId="2595"/>
        </pc:sldMkLst>
        <pc:spChg chg="del">
          <ac:chgData name="Lu,Dr.,Jiaqi (HP Medicine) BII-CN-S" userId="8b183601-9cff-443d-8730-90ebdb48edb2" providerId="ADAL" clId="{1C3DD0D3-2BB3-4C4F-AFD6-29900165206B}" dt="2023-11-10T06:04:17.631" v="252" actId="478"/>
          <ac:spMkLst>
            <pc:docMk/>
            <pc:sldMk cId="3849017147" sldId="2595"/>
            <ac:spMk id="5" creationId="{AB80CFFF-C73F-1EB0-5866-0C6A6C1AA31E}"/>
          </ac:spMkLst>
        </pc:spChg>
        <pc:spChg chg="del">
          <ac:chgData name="Lu,Dr.,Jiaqi (HP Medicine) BII-CN-S" userId="8b183601-9cff-443d-8730-90ebdb48edb2" providerId="ADAL" clId="{1C3DD0D3-2BB3-4C4F-AFD6-29900165206B}" dt="2023-11-10T06:04:17.631" v="252" actId="478"/>
          <ac:spMkLst>
            <pc:docMk/>
            <pc:sldMk cId="3849017147" sldId="2595"/>
            <ac:spMk id="6" creationId="{DFC6DCB7-0319-02AB-A9FB-4C76C779C334}"/>
          </ac:spMkLst>
        </pc:spChg>
        <pc:spChg chg="del">
          <ac:chgData name="Lu,Dr.,Jiaqi (HP Medicine) BII-CN-S" userId="8b183601-9cff-443d-8730-90ebdb48edb2" providerId="ADAL" clId="{1C3DD0D3-2BB3-4C4F-AFD6-29900165206B}" dt="2023-11-10T06:04:21.898" v="253" actId="478"/>
          <ac:spMkLst>
            <pc:docMk/>
            <pc:sldMk cId="3849017147" sldId="2595"/>
            <ac:spMk id="7" creationId="{9791EEE0-4B83-12A9-CD3B-43BD159B3E5D}"/>
          </ac:spMkLst>
        </pc:spChg>
        <pc:spChg chg="add del">
          <ac:chgData name="Lu,Dr.,Jiaqi (HP Medicine) BII-CN-S" userId="8b183601-9cff-443d-8730-90ebdb48edb2" providerId="ADAL" clId="{1C3DD0D3-2BB3-4C4F-AFD6-29900165206B}" dt="2023-11-10T06:05:49.698" v="263" actId="22"/>
          <ac:spMkLst>
            <pc:docMk/>
            <pc:sldMk cId="3849017147" sldId="2595"/>
            <ac:spMk id="9" creationId="{00ACC13A-3A0C-037F-7C88-8B13CFF12CE7}"/>
          </ac:spMkLst>
        </pc:spChg>
        <pc:spChg chg="mod">
          <ac:chgData name="Lu,Dr.,Jiaqi (HP Medicine) BII-CN-S" userId="8b183601-9cff-443d-8730-90ebdb48edb2" providerId="ADAL" clId="{1C3DD0D3-2BB3-4C4F-AFD6-29900165206B}" dt="2023-11-10T06:06:13.078" v="270" actId="1076"/>
          <ac:spMkLst>
            <pc:docMk/>
            <pc:sldMk cId="3849017147" sldId="2595"/>
            <ac:spMk id="10" creationId="{15C1856A-879E-64FA-6FFF-369CD3759927}"/>
          </ac:spMkLst>
        </pc:spChg>
        <pc:spChg chg="add del">
          <ac:chgData name="Lu,Dr.,Jiaqi (HP Medicine) BII-CN-S" userId="8b183601-9cff-443d-8730-90ebdb48edb2" providerId="ADAL" clId="{1C3DD0D3-2BB3-4C4F-AFD6-29900165206B}" dt="2023-11-10T06:05:57.259" v="268" actId="478"/>
          <ac:spMkLst>
            <pc:docMk/>
            <pc:sldMk cId="3849017147" sldId="2595"/>
            <ac:spMk id="12" creationId="{73D75E34-7541-BF75-FD04-36901F9E558B}"/>
          </ac:spMkLst>
        </pc:spChg>
        <pc:spChg chg="del">
          <ac:chgData name="Lu,Dr.,Jiaqi (HP Medicine) BII-CN-S" userId="8b183601-9cff-443d-8730-90ebdb48edb2" providerId="ADAL" clId="{1C3DD0D3-2BB3-4C4F-AFD6-29900165206B}" dt="2023-11-10T06:04:17.631" v="252" actId="478"/>
          <ac:spMkLst>
            <pc:docMk/>
            <pc:sldMk cId="3849017147" sldId="2595"/>
            <ac:spMk id="14" creationId="{2D0D66A2-ECA7-02B9-88CD-3E372DB91827}"/>
          </ac:spMkLst>
        </pc:spChg>
        <pc:spChg chg="del">
          <ac:chgData name="Lu,Dr.,Jiaqi (HP Medicine) BII-CN-S" userId="8b183601-9cff-443d-8730-90ebdb48edb2" providerId="ADAL" clId="{1C3DD0D3-2BB3-4C4F-AFD6-29900165206B}" dt="2023-11-10T06:04:21.898" v="253" actId="478"/>
          <ac:spMkLst>
            <pc:docMk/>
            <pc:sldMk cId="3849017147" sldId="2595"/>
            <ac:spMk id="19" creationId="{B893B8E4-F62E-9D2E-ED32-EDA82EF518F8}"/>
          </ac:spMkLst>
        </pc:spChg>
        <pc:graphicFrameChg chg="add mod modGraphic">
          <ac:chgData name="Lu,Dr.,Jiaqi (HP Medicine) BII-CN-S" userId="8b183601-9cff-443d-8730-90ebdb48edb2" providerId="ADAL" clId="{1C3DD0D3-2BB3-4C4F-AFD6-29900165206B}" dt="2023-11-13T02:34:18.150" v="290"/>
          <ac:graphicFrameMkLst>
            <pc:docMk/>
            <pc:sldMk cId="3849017147" sldId="2595"/>
            <ac:graphicFrameMk id="13" creationId="{76B842C5-0BDC-F0F9-D21B-6C9BC88568AA}"/>
          </ac:graphicFrameMkLst>
        </pc:graphicFrameChg>
        <pc:picChg chg="del">
          <ac:chgData name="Lu,Dr.,Jiaqi (HP Medicine) BII-CN-S" userId="8b183601-9cff-443d-8730-90ebdb48edb2" providerId="ADAL" clId="{1C3DD0D3-2BB3-4C4F-AFD6-29900165206B}" dt="2023-11-10T06:04:17.631" v="252" actId="478"/>
          <ac:picMkLst>
            <pc:docMk/>
            <pc:sldMk cId="3849017147" sldId="2595"/>
            <ac:picMk id="2" creationId="{60F7166A-A206-2B26-4380-72273E3B3868}"/>
          </ac:picMkLst>
        </pc:picChg>
        <pc:picChg chg="del">
          <ac:chgData name="Lu,Dr.,Jiaqi (HP Medicine) BII-CN-S" userId="8b183601-9cff-443d-8730-90ebdb48edb2" providerId="ADAL" clId="{1C3DD0D3-2BB3-4C4F-AFD6-29900165206B}" dt="2023-11-10T06:04:17.631" v="252" actId="478"/>
          <ac:picMkLst>
            <pc:docMk/>
            <pc:sldMk cId="3849017147" sldId="2595"/>
            <ac:picMk id="3" creationId="{3B86C423-11A8-E25D-D06A-C3EE1FAD1C78}"/>
          </ac:picMkLst>
        </pc:picChg>
        <pc:picChg chg="del">
          <ac:chgData name="Lu,Dr.,Jiaqi (HP Medicine) BII-CN-S" userId="8b183601-9cff-443d-8730-90ebdb48edb2" providerId="ADAL" clId="{1C3DD0D3-2BB3-4C4F-AFD6-29900165206B}" dt="2023-11-10T06:04:17.631" v="252" actId="478"/>
          <ac:picMkLst>
            <pc:docMk/>
            <pc:sldMk cId="3849017147" sldId="2595"/>
            <ac:picMk id="4" creationId="{5653DC92-710B-1DB8-3D1B-5F6DB7FF9112}"/>
          </ac:picMkLst>
        </pc:picChg>
      </pc:sldChg>
      <pc:sldChg chg="delSp modSp add del mod">
        <pc:chgData name="Lu,Dr.,Jiaqi (HP Medicine) BII-CN-S" userId="8b183601-9cff-443d-8730-90ebdb48edb2" providerId="ADAL" clId="{1C3DD0D3-2BB3-4C4F-AFD6-29900165206B}" dt="2023-11-10T06:08:15.491" v="284" actId="478"/>
        <pc:sldMkLst>
          <pc:docMk/>
          <pc:sldMk cId="2133848475" sldId="9860"/>
        </pc:sldMkLst>
        <pc:spChg chg="del">
          <ac:chgData name="Lu,Dr.,Jiaqi (HP Medicine) BII-CN-S" userId="8b183601-9cff-443d-8730-90ebdb48edb2" providerId="ADAL" clId="{1C3DD0D3-2BB3-4C4F-AFD6-29900165206B}" dt="2023-11-10T06:08:15.491" v="284" actId="478"/>
          <ac:spMkLst>
            <pc:docMk/>
            <pc:sldMk cId="2133848475" sldId="9860"/>
            <ac:spMk id="2" creationId="{4711B23F-E209-9619-601A-F909503A038A}"/>
          </ac:spMkLst>
        </pc:spChg>
        <pc:spChg chg="mod">
          <ac:chgData name="Lu,Dr.,Jiaqi (HP Medicine) BII-CN-S" userId="8b183601-9cff-443d-8730-90ebdb48edb2" providerId="ADAL" clId="{1C3DD0D3-2BB3-4C4F-AFD6-29900165206B}" dt="2023-11-10T06:03:30.391" v="242" actId="1076"/>
          <ac:spMkLst>
            <pc:docMk/>
            <pc:sldMk cId="2133848475" sldId="9860"/>
            <ac:spMk id="3" creationId="{692796CB-E2C8-8508-DF5A-FC10693F0AFB}"/>
          </ac:spMkLst>
        </pc:spChg>
        <pc:spChg chg="del">
          <ac:chgData name="Lu,Dr.,Jiaqi (HP Medicine) BII-CN-S" userId="8b183601-9cff-443d-8730-90ebdb48edb2" providerId="ADAL" clId="{1C3DD0D3-2BB3-4C4F-AFD6-29900165206B}" dt="2023-11-10T06:01:56.065" v="177" actId="478"/>
          <ac:spMkLst>
            <pc:docMk/>
            <pc:sldMk cId="2133848475" sldId="9860"/>
            <ac:spMk id="8" creationId="{DC222B9D-FFB7-5EE4-B25D-AAE8C9BCE84F}"/>
          </ac:spMkLst>
        </pc:spChg>
        <pc:spChg chg="mod">
          <ac:chgData name="Lu,Dr.,Jiaqi (HP Medicine) BII-CN-S" userId="8b183601-9cff-443d-8730-90ebdb48edb2" providerId="ADAL" clId="{1C3DD0D3-2BB3-4C4F-AFD6-29900165206B}" dt="2023-11-10T06:02:32.935" v="190" actId="14100"/>
          <ac:spMkLst>
            <pc:docMk/>
            <pc:sldMk cId="2133848475" sldId="9860"/>
            <ac:spMk id="20" creationId="{8D17EF76-2217-4565-20CD-D65D723EE31F}"/>
          </ac:spMkLst>
        </pc:spChg>
        <pc:picChg chg="del">
          <ac:chgData name="Lu,Dr.,Jiaqi (HP Medicine) BII-CN-S" userId="8b183601-9cff-443d-8730-90ebdb48edb2" providerId="ADAL" clId="{1C3DD0D3-2BB3-4C4F-AFD6-29900165206B}" dt="2023-11-10T06:08:15.491" v="284" actId="478"/>
          <ac:picMkLst>
            <pc:docMk/>
            <pc:sldMk cId="2133848475" sldId="9860"/>
            <ac:picMk id="12" creationId="{2DAC5FC5-3DA1-1566-1926-5DD771671C23}"/>
          </ac:picMkLst>
        </pc:picChg>
        <pc:picChg chg="del">
          <ac:chgData name="Lu,Dr.,Jiaqi (HP Medicine) BII-CN-S" userId="8b183601-9cff-443d-8730-90ebdb48edb2" providerId="ADAL" clId="{1C3DD0D3-2BB3-4C4F-AFD6-29900165206B}" dt="2023-11-10T06:01:58.410" v="178" actId="478"/>
          <ac:picMkLst>
            <pc:docMk/>
            <pc:sldMk cId="2133848475" sldId="9860"/>
            <ac:picMk id="16" creationId="{E45AA567-BB92-842B-D1EF-B4ADE9B54872}"/>
          </ac:picMkLst>
        </pc:picChg>
      </pc:sldChg>
      <pc:sldChg chg="addSp delSp modSp del mod">
        <pc:chgData name="Lu,Dr.,Jiaqi (HP Medicine) BII-CN-S" userId="8b183601-9cff-443d-8730-90ebdb48edb2" providerId="ADAL" clId="{1C3DD0D3-2BB3-4C4F-AFD6-29900165206B}" dt="2023-11-10T06:07:18.036" v="280" actId="47"/>
        <pc:sldMkLst>
          <pc:docMk/>
          <pc:sldMk cId="294211580" sldId="2147474152"/>
        </pc:sldMkLst>
        <pc:spChg chg="del">
          <ac:chgData name="Lu,Dr.,Jiaqi (HP Medicine) BII-CN-S" userId="8b183601-9cff-443d-8730-90ebdb48edb2" providerId="ADAL" clId="{1C3DD0D3-2BB3-4C4F-AFD6-29900165206B}" dt="2023-11-09T14:24:27.757" v="125" actId="478"/>
          <ac:spMkLst>
            <pc:docMk/>
            <pc:sldMk cId="294211580" sldId="2147474152"/>
            <ac:spMk id="5" creationId="{4AE5EC08-93D5-C803-2692-759C415EA338}"/>
          </ac:spMkLst>
        </pc:spChg>
        <pc:graphicFrameChg chg="mod modGraphic">
          <ac:chgData name="Lu,Dr.,Jiaqi (HP Medicine) BII-CN-S" userId="8b183601-9cff-443d-8730-90ebdb48edb2" providerId="ADAL" clId="{1C3DD0D3-2BB3-4C4F-AFD6-29900165206B}" dt="2023-11-10T06:07:10.898" v="279" actId="404"/>
          <ac:graphicFrameMkLst>
            <pc:docMk/>
            <pc:sldMk cId="294211580" sldId="2147474152"/>
            <ac:graphicFrameMk id="10" creationId="{00000000-0000-0000-0000-000000000000}"/>
          </ac:graphicFrameMkLst>
        </pc:graphicFrameChg>
        <pc:picChg chg="add del">
          <ac:chgData name="Lu,Dr.,Jiaqi (HP Medicine) BII-CN-S" userId="8b183601-9cff-443d-8730-90ebdb48edb2" providerId="ADAL" clId="{1C3DD0D3-2BB3-4C4F-AFD6-29900165206B}" dt="2023-11-10T06:04:02.628" v="249"/>
          <ac:picMkLst>
            <pc:docMk/>
            <pc:sldMk cId="294211580" sldId="2147474152"/>
            <ac:picMk id="2" creationId="{C3F2FAE5-51CB-370E-8397-5C3FCAEC8BFD}"/>
          </ac:picMkLst>
        </pc:picChg>
      </pc:sldChg>
      <pc:sldChg chg="new del">
        <pc:chgData name="Lu,Dr.,Jiaqi (HP Medicine) BII-CN-S" userId="8b183601-9cff-443d-8730-90ebdb48edb2" providerId="ADAL" clId="{1C3DD0D3-2BB3-4C4F-AFD6-29900165206B}" dt="2023-11-10T06:01:46.810" v="173" actId="680"/>
        <pc:sldMkLst>
          <pc:docMk/>
          <pc:sldMk cId="3592989460" sldId="2147474153"/>
        </pc:sldMkLst>
      </pc:sldChg>
      <pc:sldMasterChg chg="addSp modTransition modSldLayout">
        <pc:chgData name="Lu,Dr.,Jiaqi (HP Medicine) BII-CN-S" userId="8b183601-9cff-443d-8730-90ebdb48edb2" providerId="ADAL" clId="{1C3DD0D3-2BB3-4C4F-AFD6-29900165206B}" dt="2023-11-10T05:59:44.947" v="171"/>
        <pc:sldMasterMkLst>
          <pc:docMk/>
          <pc:sldMasterMk cId="1132360483" sldId="2147483911"/>
        </pc:sldMasterMkLst>
        <pc:picChg chg="add">
          <ac:chgData name="Lu,Dr.,Jiaqi (HP Medicine) BII-CN-S" userId="8b183601-9cff-443d-8730-90ebdb48edb2" providerId="ADAL" clId="{1C3DD0D3-2BB3-4C4F-AFD6-29900165206B}" dt="2023-11-10T05:59:26.104" v="170"/>
          <ac:picMkLst>
            <pc:docMk/>
            <pc:sldMasterMk cId="1132360483" sldId="2147483911"/>
            <ac:picMk id="4" creationId="{5093C326-2A42-A369-8840-FA7EEA34BE6C}"/>
          </ac:picMkLst>
        </pc:picChg>
        <pc:sldLayoutChg chg="addSp delSp">
          <pc:chgData name="Lu,Dr.,Jiaqi (HP Medicine) BII-CN-S" userId="8b183601-9cff-443d-8730-90ebdb48edb2" providerId="ADAL" clId="{1C3DD0D3-2BB3-4C4F-AFD6-29900165206B}" dt="2023-11-10T05:59:44.947" v="171"/>
          <pc:sldLayoutMkLst>
            <pc:docMk/>
            <pc:sldMasterMk cId="1132360483" sldId="2147483911"/>
            <pc:sldLayoutMk cId="3968600637" sldId="2147483945"/>
          </pc:sldLayoutMkLst>
          <pc:cxnChg chg="add del">
            <ac:chgData name="Lu,Dr.,Jiaqi (HP Medicine) BII-CN-S" userId="8b183601-9cff-443d-8730-90ebdb48edb2" providerId="ADAL" clId="{1C3DD0D3-2BB3-4C4F-AFD6-29900165206B}" dt="2023-11-10T05:59:44.947" v="171"/>
            <ac:cxnSpMkLst>
              <pc:docMk/>
              <pc:sldMasterMk cId="1132360483" sldId="2147483911"/>
              <pc:sldLayoutMk cId="3968600637" sldId="2147483945"/>
              <ac:cxnSpMk id="24" creationId="{00000000-0000-0000-0000-000000000000}"/>
            </ac:cxnSpMkLst>
          </pc:cxnChg>
        </pc:sldLayoutChg>
      </pc:sldMasterChg>
    </pc:docChg>
  </pc:docChgLst>
  <pc:docChgLst>
    <pc:chgData name="Li,Yuting (HP Medicine) BII-CN-S" userId="S::yuting.li@boehringer-ingelheim.com::ce8fbb54-122c-426d-b8da-fdcc5e1b5022" providerId="AD" clId="Web-{7357BEB0-BB26-E2A9-3B43-1DCF02A2B7B4}"/>
    <pc:docChg chg="modSld">
      <pc:chgData name="Li,Yuting (HP Medicine) BII-CN-S" userId="S::yuting.li@boehringer-ingelheim.com::ce8fbb54-122c-426d-b8da-fdcc5e1b5022" providerId="AD" clId="Web-{7357BEB0-BB26-E2A9-3B43-1DCF02A2B7B4}" dt="2024-02-26T12:47:09.428" v="2"/>
      <pc:docMkLst>
        <pc:docMk/>
      </pc:docMkLst>
      <pc:sldChg chg="modSp">
        <pc:chgData name="Li,Yuting (HP Medicine) BII-CN-S" userId="S::yuting.li@boehringer-ingelheim.com::ce8fbb54-122c-426d-b8da-fdcc5e1b5022" providerId="AD" clId="Web-{7357BEB0-BB26-E2A9-3B43-1DCF02A2B7B4}" dt="2024-02-26T12:47:09.428" v="2"/>
        <pc:sldMkLst>
          <pc:docMk/>
          <pc:sldMk cId="4281621405" sldId="9861"/>
        </pc:sldMkLst>
        <pc:graphicFrameChg chg="mod modGraphic">
          <ac:chgData name="Li,Yuting (HP Medicine) BII-CN-S" userId="S::yuting.li@boehringer-ingelheim.com::ce8fbb54-122c-426d-b8da-fdcc5e1b5022" providerId="AD" clId="Web-{7357BEB0-BB26-E2A9-3B43-1DCF02A2B7B4}" dt="2024-02-26T12:47:09.428" v="2"/>
          <ac:graphicFrameMkLst>
            <pc:docMk/>
            <pc:sldMk cId="4281621405" sldId="9861"/>
            <ac:graphicFrameMk id="13" creationId="{76B842C5-0BDC-F0F9-D21B-6C9BC88568AA}"/>
          </ac:graphicFrameMkLst>
        </pc:graphicFrameChg>
      </pc:sldChg>
    </pc:docChg>
  </pc:docChgLst>
  <pc:docChgLst>
    <pc:chgData name="Han,Keri (HP Medicine) BII-CN-S" userId="06a39f7b-f140-446e-81cc-4ce1bd36a97a" providerId="ADAL" clId="{3C086C09-B31D-4243-9430-41E0EE7E5628}"/>
    <pc:docChg chg="modSld">
      <pc:chgData name="Han,Keri (HP Medicine) BII-CN-S" userId="06a39f7b-f140-446e-81cc-4ce1bd36a97a" providerId="ADAL" clId="{3C086C09-B31D-4243-9430-41E0EE7E5628}" dt="2024-03-21T00:13:58.890" v="2" actId="20577"/>
      <pc:docMkLst>
        <pc:docMk/>
      </pc:docMkLst>
      <pc:sldChg chg="modSp mod">
        <pc:chgData name="Han,Keri (HP Medicine) BII-CN-S" userId="06a39f7b-f140-446e-81cc-4ce1bd36a97a" providerId="ADAL" clId="{3C086C09-B31D-4243-9430-41E0EE7E5628}" dt="2024-03-21T00:13:58.890" v="2" actId="20577"/>
        <pc:sldMkLst>
          <pc:docMk/>
          <pc:sldMk cId="744445281" sldId="9862"/>
        </pc:sldMkLst>
        <pc:graphicFrameChg chg="modGraphic">
          <ac:chgData name="Han,Keri (HP Medicine) BII-CN-S" userId="06a39f7b-f140-446e-81cc-4ce1bd36a97a" providerId="ADAL" clId="{3C086C09-B31D-4243-9430-41E0EE7E5628}" dt="2024-03-21T00:13:58.890" v="2" actId="20577"/>
          <ac:graphicFrameMkLst>
            <pc:docMk/>
            <pc:sldMk cId="744445281" sldId="9862"/>
            <ac:graphicFrameMk id="13" creationId="{76B842C5-0BDC-F0F9-D21B-6C9BC88568AA}"/>
          </ac:graphicFrameMkLst>
        </pc:graphicFrameChg>
      </pc:sldChg>
    </pc:docChg>
  </pc:docChgLst>
  <pc:docChgLst>
    <pc:chgData name="Han,Keri (HP Medicine) BII-CN-S" userId="S::keri.han@boehringer-ingelheim.com::06a39f7b-f140-446e-81cc-4ce1bd36a97a" providerId="AD" clId="Web-{5022BFB2-2B4B-BA7F-ECE3-0C4D92C35093}"/>
    <pc:docChg chg="modSld">
      <pc:chgData name="Han,Keri (HP Medicine) BII-CN-S" userId="S::keri.han@boehringer-ingelheim.com::06a39f7b-f140-446e-81cc-4ce1bd36a97a" providerId="AD" clId="Web-{5022BFB2-2B4B-BA7F-ECE3-0C4D92C35093}" dt="2024-02-22T07:38:11.148" v="144"/>
      <pc:docMkLst>
        <pc:docMk/>
      </pc:docMkLst>
      <pc:sldChg chg="modSp">
        <pc:chgData name="Han,Keri (HP Medicine) BII-CN-S" userId="S::keri.han@boehringer-ingelheim.com::06a39f7b-f140-446e-81cc-4ce1bd36a97a" providerId="AD" clId="Web-{5022BFB2-2B4B-BA7F-ECE3-0C4D92C35093}" dt="2024-02-22T07:38:11.148" v="144"/>
        <pc:sldMkLst>
          <pc:docMk/>
          <pc:sldMk cId="4281621405" sldId="9861"/>
        </pc:sldMkLst>
        <pc:graphicFrameChg chg="mod modGraphic">
          <ac:chgData name="Han,Keri (HP Medicine) BII-CN-S" userId="S::keri.han@boehringer-ingelheim.com::06a39f7b-f140-446e-81cc-4ce1bd36a97a" providerId="AD" clId="Web-{5022BFB2-2B4B-BA7F-ECE3-0C4D92C35093}" dt="2024-02-22T07:38:11.148" v="144"/>
          <ac:graphicFrameMkLst>
            <pc:docMk/>
            <pc:sldMk cId="4281621405" sldId="9861"/>
            <ac:graphicFrameMk id="13" creationId="{76B842C5-0BDC-F0F9-D21B-6C9BC88568AA}"/>
          </ac:graphicFrameMkLst>
        </pc:graphicFrameChg>
      </pc:sldChg>
    </pc:docChg>
  </pc:docChgLst>
  <pc:docChgLst>
    <pc:chgData name="Han,Keri (HP Medicine) BII-CN-S" userId="06a39f7b-f140-446e-81cc-4ce1bd36a97a" providerId="ADAL" clId="{AA35D0D6-F01E-4564-B491-5E24948FC217}"/>
    <pc:docChg chg="modSld">
      <pc:chgData name="Han,Keri (HP Medicine) BII-CN-S" userId="06a39f7b-f140-446e-81cc-4ce1bd36a97a" providerId="ADAL" clId="{AA35D0D6-F01E-4564-B491-5E24948FC217}" dt="2023-10-12T06:46:16.015" v="88" actId="20577"/>
      <pc:docMkLst>
        <pc:docMk/>
      </pc:docMkLst>
      <pc:sldChg chg="modSp mod">
        <pc:chgData name="Han,Keri (HP Medicine) BII-CN-S" userId="06a39f7b-f140-446e-81cc-4ce1bd36a97a" providerId="ADAL" clId="{AA35D0D6-F01E-4564-B491-5E24948FC217}" dt="2023-10-12T06:46:16.015" v="88" actId="20577"/>
        <pc:sldMkLst>
          <pc:docMk/>
          <pc:sldMk cId="294211580" sldId="2147474152"/>
        </pc:sldMkLst>
        <pc:graphicFrameChg chg="modGraphic">
          <ac:chgData name="Han,Keri (HP Medicine) BII-CN-S" userId="06a39f7b-f140-446e-81cc-4ce1bd36a97a" providerId="ADAL" clId="{AA35D0D6-F01E-4564-B491-5E24948FC217}" dt="2023-10-12T06:46:16.015" v="88" actId="20577"/>
          <ac:graphicFrameMkLst>
            <pc:docMk/>
            <pc:sldMk cId="294211580" sldId="2147474152"/>
            <ac:graphicFrameMk id="10" creationId="{00000000-0000-0000-0000-000000000000}"/>
          </ac:graphicFrameMkLst>
        </pc:graphicFrameChg>
      </pc:sldChg>
    </pc:docChg>
  </pc:docChgLst>
  <pc:docChgLst>
    <pc:chgData name="Lian,Christina (HP Medicine) BII-CN-S" userId="d3b97c2b-6a0a-46f1-ac75-ab5460a4a2b4" providerId="ADAL" clId="{48AB8E0E-4509-4C23-BAE6-4BD51BC77BBF}"/>
    <pc:docChg chg="undo custSel modSld">
      <pc:chgData name="Lian,Christina (HP Medicine) BII-CN-S" userId="d3b97c2b-6a0a-46f1-ac75-ab5460a4a2b4" providerId="ADAL" clId="{48AB8E0E-4509-4C23-BAE6-4BD51BC77BBF}" dt="2023-09-17T23:56:19.427" v="153" actId="14100"/>
      <pc:docMkLst>
        <pc:docMk/>
      </pc:docMkLst>
      <pc:sldChg chg="modSp mod">
        <pc:chgData name="Lian,Christina (HP Medicine) BII-CN-S" userId="d3b97c2b-6a0a-46f1-ac75-ab5460a4a2b4" providerId="ADAL" clId="{48AB8E0E-4509-4C23-BAE6-4BD51BC77BBF}" dt="2023-09-15T06:56:37.218" v="151" actId="14100"/>
        <pc:sldMkLst>
          <pc:docMk/>
          <pc:sldMk cId="2210452648" sldId="437"/>
        </pc:sldMkLst>
        <pc:spChg chg="mod">
          <ac:chgData name="Lian,Christina (HP Medicine) BII-CN-S" userId="d3b97c2b-6a0a-46f1-ac75-ab5460a4a2b4" providerId="ADAL" clId="{48AB8E0E-4509-4C23-BAE6-4BD51BC77BBF}" dt="2023-09-15T06:50:28.581" v="67" actId="1076"/>
          <ac:spMkLst>
            <pc:docMk/>
            <pc:sldMk cId="2210452648" sldId="437"/>
            <ac:spMk id="3" creationId="{00000000-0000-0000-0000-000000000000}"/>
          </ac:spMkLst>
        </pc:spChg>
        <pc:graphicFrameChg chg="mod modGraphic">
          <ac:chgData name="Lian,Christina (HP Medicine) BII-CN-S" userId="d3b97c2b-6a0a-46f1-ac75-ab5460a4a2b4" providerId="ADAL" clId="{48AB8E0E-4509-4C23-BAE6-4BD51BC77BBF}" dt="2023-09-15T06:56:37.218" v="151" actId="14100"/>
          <ac:graphicFrameMkLst>
            <pc:docMk/>
            <pc:sldMk cId="2210452648" sldId="437"/>
            <ac:graphicFrameMk id="10" creationId="{00000000-0000-0000-0000-000000000000}"/>
          </ac:graphicFrameMkLst>
        </pc:graphicFrameChg>
      </pc:sldChg>
      <pc:sldChg chg="modSp mod">
        <pc:chgData name="Lian,Christina (HP Medicine) BII-CN-S" userId="d3b97c2b-6a0a-46f1-ac75-ab5460a4a2b4" providerId="ADAL" clId="{48AB8E0E-4509-4C23-BAE6-4BD51BC77BBF}" dt="2023-09-17T23:56:19.427" v="153" actId="14100"/>
        <pc:sldMkLst>
          <pc:docMk/>
          <pc:sldMk cId="294211580" sldId="2147474152"/>
        </pc:sldMkLst>
        <pc:graphicFrameChg chg="mod modGraphic">
          <ac:chgData name="Lian,Christina (HP Medicine) BII-CN-S" userId="d3b97c2b-6a0a-46f1-ac75-ab5460a4a2b4" providerId="ADAL" clId="{48AB8E0E-4509-4C23-BAE6-4BD51BC77BBF}" dt="2023-09-17T23:56:19.427" v="153" actId="14100"/>
          <ac:graphicFrameMkLst>
            <pc:docMk/>
            <pc:sldMk cId="294211580" sldId="2147474152"/>
            <ac:graphicFrameMk id="10" creationId="{00000000-0000-0000-0000-000000000000}"/>
          </ac:graphicFrameMkLst>
        </pc:graphicFrameChg>
      </pc:sldChg>
    </pc:docChg>
  </pc:docChgLst>
  <pc:docChgLst>
    <pc:chgData name="Zhang,Ying (MED CD&amp;O) BII-CN-S" userId="456eb1e0-4978-443e-822e-be854341a778" providerId="ADAL" clId="{25E300A7-00F1-4EA6-A9DD-7FAE926ED7EA}"/>
    <pc:docChg chg="custSel modSld">
      <pc:chgData name="Zhang,Ying (MED CD&amp;O) BII-CN-S" userId="456eb1e0-4978-443e-822e-be854341a778" providerId="ADAL" clId="{25E300A7-00F1-4EA6-A9DD-7FAE926ED7EA}" dt="2023-07-10T08:17:34.575" v="232" actId="20577"/>
      <pc:docMkLst>
        <pc:docMk/>
      </pc:docMkLst>
      <pc:sldChg chg="modSp mod">
        <pc:chgData name="Zhang,Ying (MED CD&amp;O) BII-CN-S" userId="456eb1e0-4978-443e-822e-be854341a778" providerId="ADAL" clId="{25E300A7-00F1-4EA6-A9DD-7FAE926ED7EA}" dt="2023-07-10T08:17:34.575" v="232" actId="20577"/>
        <pc:sldMkLst>
          <pc:docMk/>
          <pc:sldMk cId="2210452648" sldId="437"/>
        </pc:sldMkLst>
        <pc:graphicFrameChg chg="modGraphic">
          <ac:chgData name="Zhang,Ying (MED CD&amp;O) BII-CN-S" userId="456eb1e0-4978-443e-822e-be854341a778" providerId="ADAL" clId="{25E300A7-00F1-4EA6-A9DD-7FAE926ED7EA}" dt="2023-07-10T08:17:34.575" v="232" actId="20577"/>
          <ac:graphicFrameMkLst>
            <pc:docMk/>
            <pc:sldMk cId="2210452648" sldId="437"/>
            <ac:graphicFrameMk id="10" creationId="{00000000-0000-0000-0000-000000000000}"/>
          </ac:graphicFrameMkLst>
        </pc:graphicFrameChg>
      </pc:sldChg>
    </pc:docChg>
  </pc:docChgLst>
  <pc:docChgLst>
    <pc:chgData name="Du,Zhaoxia (MED BDS) BII-CN-S" userId="691607b6-ca5c-4112-8458-0d74bdb9c14d" providerId="ADAL" clId="{0B5B2617-DEFE-497B-A75A-C78CC0713F94}"/>
    <pc:docChg chg="undo custSel delSld modSld delMainMaster">
      <pc:chgData name="Du,Zhaoxia (MED BDS) BII-CN-S" userId="691607b6-ca5c-4112-8458-0d74bdb9c14d" providerId="ADAL" clId="{0B5B2617-DEFE-497B-A75A-C78CC0713F94}" dt="2023-07-10T01:46:03.311" v="133" actId="20577"/>
      <pc:docMkLst>
        <pc:docMk/>
      </pc:docMkLst>
      <pc:sldChg chg="modSp mod">
        <pc:chgData name="Du,Zhaoxia (MED BDS) BII-CN-S" userId="691607b6-ca5c-4112-8458-0d74bdb9c14d" providerId="ADAL" clId="{0B5B2617-DEFE-497B-A75A-C78CC0713F94}" dt="2023-07-10T01:37:40.371" v="3" actId="20577"/>
        <pc:sldMkLst>
          <pc:docMk/>
          <pc:sldMk cId="1341461315" sldId="431"/>
        </pc:sldMkLst>
        <pc:spChg chg="mod">
          <ac:chgData name="Du,Zhaoxia (MED BDS) BII-CN-S" userId="691607b6-ca5c-4112-8458-0d74bdb9c14d" providerId="ADAL" clId="{0B5B2617-DEFE-497B-A75A-C78CC0713F94}" dt="2023-07-10T01:37:40.371" v="3" actId="20577"/>
          <ac:spMkLst>
            <pc:docMk/>
            <pc:sldMk cId="1341461315" sldId="431"/>
            <ac:spMk id="5" creationId="{00000000-0000-0000-0000-000000000000}"/>
          </ac:spMkLst>
        </pc:spChg>
      </pc:sldChg>
      <pc:sldChg chg="modSp mod">
        <pc:chgData name="Du,Zhaoxia (MED BDS) BII-CN-S" userId="691607b6-ca5c-4112-8458-0d74bdb9c14d" providerId="ADAL" clId="{0B5B2617-DEFE-497B-A75A-C78CC0713F94}" dt="2023-07-10T01:46:03.311" v="133" actId="20577"/>
        <pc:sldMkLst>
          <pc:docMk/>
          <pc:sldMk cId="2210452648" sldId="437"/>
        </pc:sldMkLst>
        <pc:graphicFrameChg chg="mod modGraphic">
          <ac:chgData name="Du,Zhaoxia (MED BDS) BII-CN-S" userId="691607b6-ca5c-4112-8458-0d74bdb9c14d" providerId="ADAL" clId="{0B5B2617-DEFE-497B-A75A-C78CC0713F94}" dt="2023-07-10T01:46:03.311" v="133" actId="20577"/>
          <ac:graphicFrameMkLst>
            <pc:docMk/>
            <pc:sldMk cId="2210452648" sldId="437"/>
            <ac:graphicFrameMk id="10" creationId="{00000000-0000-0000-0000-000000000000}"/>
          </ac:graphicFrameMkLst>
        </pc:graphicFrameChg>
      </pc:sldChg>
      <pc:sldChg chg="del">
        <pc:chgData name="Du,Zhaoxia (MED BDS) BII-CN-S" userId="691607b6-ca5c-4112-8458-0d74bdb9c14d" providerId="ADAL" clId="{0B5B2617-DEFE-497B-A75A-C78CC0713F94}" dt="2023-07-10T01:38:06.284" v="4" actId="47"/>
        <pc:sldMkLst>
          <pc:docMk/>
          <pc:sldMk cId="2472844228" sldId="2147473448"/>
        </pc:sldMkLst>
      </pc:sldChg>
      <pc:sldMasterChg chg="del delSldLayout">
        <pc:chgData name="Du,Zhaoxia (MED BDS) BII-CN-S" userId="691607b6-ca5c-4112-8458-0d74bdb9c14d" providerId="ADAL" clId="{0B5B2617-DEFE-497B-A75A-C78CC0713F94}" dt="2023-07-10T01:38:06.284" v="4" actId="47"/>
        <pc:sldMasterMkLst>
          <pc:docMk/>
          <pc:sldMasterMk cId="2214287586" sldId="2147483889"/>
        </pc:sldMasterMkLst>
        <pc:sldLayoutChg chg="del">
          <pc:chgData name="Du,Zhaoxia (MED BDS) BII-CN-S" userId="691607b6-ca5c-4112-8458-0d74bdb9c14d" providerId="ADAL" clId="{0B5B2617-DEFE-497B-A75A-C78CC0713F94}" dt="2023-07-10T01:38:06.284" v="4" actId="47"/>
          <pc:sldLayoutMkLst>
            <pc:docMk/>
            <pc:sldMasterMk cId="2214287586" sldId="2147483889"/>
            <pc:sldLayoutMk cId="1744206805" sldId="2147483890"/>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2516830315" sldId="2147483891"/>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2827850318" sldId="2147483892"/>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2153588661" sldId="2147483893"/>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373525385" sldId="2147483894"/>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3806215923" sldId="2147483895"/>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2017488144" sldId="2147483896"/>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768290611" sldId="2147483897"/>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115134593" sldId="2147483898"/>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3481207547" sldId="2147483899"/>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1705372710" sldId="2147483900"/>
          </pc:sldLayoutMkLst>
        </pc:sldLayoutChg>
        <pc:sldLayoutChg chg="del">
          <pc:chgData name="Du,Zhaoxia (MED BDS) BII-CN-S" userId="691607b6-ca5c-4112-8458-0d74bdb9c14d" providerId="ADAL" clId="{0B5B2617-DEFE-497B-A75A-C78CC0713F94}" dt="2023-07-10T01:38:06.284" v="4" actId="47"/>
          <pc:sldLayoutMkLst>
            <pc:docMk/>
            <pc:sldMasterMk cId="2214287586" sldId="2147483889"/>
            <pc:sldLayoutMk cId="1856124962" sldId="2147483901"/>
          </pc:sldLayoutMkLst>
        </pc:sldLayoutChg>
      </pc:sldMasterChg>
    </pc:docChg>
  </pc:docChgLst>
  <pc:docChgLst>
    <pc:chgData name="Lian,Christina (HP Medicine) BII-CN-S" userId="d3b97c2b-6a0a-46f1-ac75-ab5460a4a2b4" providerId="ADAL" clId="{9AA34A1F-A404-49AD-891B-8D03444DE411}"/>
    <pc:docChg chg="custSel modSld">
      <pc:chgData name="Lian,Christina (HP Medicine) BII-CN-S" userId="d3b97c2b-6a0a-46f1-ac75-ab5460a4a2b4" providerId="ADAL" clId="{9AA34A1F-A404-49AD-891B-8D03444DE411}" dt="2023-03-15T15:00:13.614" v="736" actId="20577"/>
      <pc:docMkLst>
        <pc:docMk/>
      </pc:docMkLst>
      <pc:sldChg chg="modSp mod">
        <pc:chgData name="Lian,Christina (HP Medicine) BII-CN-S" userId="d3b97c2b-6a0a-46f1-ac75-ab5460a4a2b4" providerId="ADAL" clId="{9AA34A1F-A404-49AD-891B-8D03444DE411}" dt="2023-03-15T15:00:13.614" v="736" actId="20577"/>
        <pc:sldMkLst>
          <pc:docMk/>
          <pc:sldMk cId="2210452648" sldId="437"/>
        </pc:sldMkLst>
        <pc:graphicFrameChg chg="mod modGraphic">
          <ac:chgData name="Lian,Christina (HP Medicine) BII-CN-S" userId="d3b97c2b-6a0a-46f1-ac75-ab5460a4a2b4" providerId="ADAL" clId="{9AA34A1F-A404-49AD-891B-8D03444DE411}" dt="2023-03-15T15:00:13.614" v="736" actId="20577"/>
          <ac:graphicFrameMkLst>
            <pc:docMk/>
            <pc:sldMk cId="2210452648" sldId="437"/>
            <ac:graphicFrameMk id="10" creationId="{00000000-0000-0000-0000-000000000000}"/>
          </ac:graphicFrameMkLst>
        </pc:graphicFrameChg>
      </pc:sldChg>
      <pc:sldChg chg="modSp mod">
        <pc:chgData name="Lian,Christina (HP Medicine) BII-CN-S" userId="d3b97c2b-6a0a-46f1-ac75-ab5460a4a2b4" providerId="ADAL" clId="{9AA34A1F-A404-49AD-891B-8D03444DE411}" dt="2023-03-15T14:58:57.879" v="728" actId="207"/>
        <pc:sldMkLst>
          <pc:docMk/>
          <pc:sldMk cId="775362551" sldId="2147470851"/>
        </pc:sldMkLst>
        <pc:spChg chg="mod">
          <ac:chgData name="Lian,Christina (HP Medicine) BII-CN-S" userId="d3b97c2b-6a0a-46f1-ac75-ab5460a4a2b4" providerId="ADAL" clId="{9AA34A1F-A404-49AD-891B-8D03444DE411}" dt="2023-03-15T14:58:57.879" v="728" actId="207"/>
          <ac:spMkLst>
            <pc:docMk/>
            <pc:sldMk cId="775362551" sldId="2147470851"/>
            <ac:spMk id="4" creationId="{5B8B556E-184D-4FC4-A8E6-01C9BC189C10}"/>
          </ac:spMkLst>
        </pc:spChg>
      </pc:sldChg>
    </pc:docChg>
  </pc:docChgLst>
  <pc:docChgLst>
    <pc:chgData name="Han,Keri (HP Medicine) BII-CN-S" userId="06a39f7b-f140-446e-81cc-4ce1bd36a97a" providerId="ADAL" clId="{8035AD3F-46BA-4421-963F-4B321CE502F6}"/>
    <pc:docChg chg="modSld">
      <pc:chgData name="Han,Keri (HP Medicine) BII-CN-S" userId="06a39f7b-f140-446e-81cc-4ce1bd36a97a" providerId="ADAL" clId="{8035AD3F-46BA-4421-963F-4B321CE502F6}" dt="2023-03-09T06:03:57.299" v="429" actId="20577"/>
      <pc:docMkLst>
        <pc:docMk/>
      </pc:docMkLst>
      <pc:sldChg chg="modSp mod">
        <pc:chgData name="Han,Keri (HP Medicine) BII-CN-S" userId="06a39f7b-f140-446e-81cc-4ce1bd36a97a" providerId="ADAL" clId="{8035AD3F-46BA-4421-963F-4B321CE502F6}" dt="2023-03-09T06:03:57.299" v="429" actId="20577"/>
        <pc:sldMkLst>
          <pc:docMk/>
          <pc:sldMk cId="2210452648" sldId="437"/>
        </pc:sldMkLst>
        <pc:graphicFrameChg chg="mod modGraphic">
          <ac:chgData name="Han,Keri (HP Medicine) BII-CN-S" userId="06a39f7b-f140-446e-81cc-4ce1bd36a97a" providerId="ADAL" clId="{8035AD3F-46BA-4421-963F-4B321CE502F6}" dt="2023-03-09T06:03:57.299" v="429" actId="20577"/>
          <ac:graphicFrameMkLst>
            <pc:docMk/>
            <pc:sldMk cId="2210452648" sldId="437"/>
            <ac:graphicFrameMk id="10" creationId="{00000000-0000-0000-0000-000000000000}"/>
          </ac:graphicFrameMkLst>
        </pc:graphicFrameChg>
      </pc:sldChg>
    </pc:docChg>
  </pc:docChgLst>
  <pc:docChgLst>
    <pc:chgData name="Dai,Dr.,Chris (HP Medicine) BII-CN-S" userId="3e58a745-3dd4-4a16-bba7-0132b90feb2d" providerId="ADAL" clId="{F2AE6F6A-C5B9-46CC-8D9B-CAB950E6BFFD}"/>
    <pc:docChg chg="modSld">
      <pc:chgData name="Dai,Dr.,Chris (HP Medicine) BII-CN-S" userId="3e58a745-3dd4-4a16-bba7-0132b90feb2d" providerId="ADAL" clId="{F2AE6F6A-C5B9-46CC-8D9B-CAB950E6BFFD}" dt="2023-03-15T05:27:56.940" v="4" actId="20577"/>
      <pc:docMkLst>
        <pc:docMk/>
      </pc:docMkLst>
      <pc:sldChg chg="modSp mod">
        <pc:chgData name="Dai,Dr.,Chris (HP Medicine) BII-CN-S" userId="3e58a745-3dd4-4a16-bba7-0132b90feb2d" providerId="ADAL" clId="{F2AE6F6A-C5B9-46CC-8D9B-CAB950E6BFFD}" dt="2023-03-15T05:27:56.940" v="4" actId="20577"/>
        <pc:sldMkLst>
          <pc:docMk/>
          <pc:sldMk cId="2210452648" sldId="437"/>
        </pc:sldMkLst>
        <pc:graphicFrameChg chg="modGraphic">
          <ac:chgData name="Dai,Dr.,Chris (HP Medicine) BII-CN-S" userId="3e58a745-3dd4-4a16-bba7-0132b90feb2d" providerId="ADAL" clId="{F2AE6F6A-C5B9-46CC-8D9B-CAB950E6BFFD}" dt="2023-03-15T05:27:56.940" v="4" actId="20577"/>
          <ac:graphicFrameMkLst>
            <pc:docMk/>
            <pc:sldMk cId="2210452648" sldId="437"/>
            <ac:graphicFrameMk id="10" creationId="{00000000-0000-0000-0000-000000000000}"/>
          </ac:graphicFrameMkLst>
        </pc:graphicFrameChg>
      </pc:sldChg>
    </pc:docChg>
  </pc:docChgLst>
  <pc:docChgLst>
    <pc:chgData name="Jiaqi Lu" userId="8b183601-9cff-443d-8730-90ebdb48edb2" providerId="ADAL" clId="{E560C320-7576-4C4C-8F1D-FCF36A67BF6D}"/>
    <pc:docChg chg="modSld">
      <pc:chgData name="Jiaqi Lu" userId="8b183601-9cff-443d-8730-90ebdb48edb2" providerId="ADAL" clId="{E560C320-7576-4C4C-8F1D-FCF36A67BF6D}" dt="2023-06-15T00:15:32.566" v="13" actId="12"/>
      <pc:docMkLst>
        <pc:docMk/>
      </pc:docMkLst>
      <pc:sldChg chg="modSp mod">
        <pc:chgData name="Jiaqi Lu" userId="8b183601-9cff-443d-8730-90ebdb48edb2" providerId="ADAL" clId="{E560C320-7576-4C4C-8F1D-FCF36A67BF6D}" dt="2023-06-15T00:15:32.566" v="13" actId="12"/>
        <pc:sldMkLst>
          <pc:docMk/>
          <pc:sldMk cId="2210452648" sldId="437"/>
        </pc:sldMkLst>
        <pc:graphicFrameChg chg="modGraphic">
          <ac:chgData name="Jiaqi Lu" userId="8b183601-9cff-443d-8730-90ebdb48edb2" providerId="ADAL" clId="{E560C320-7576-4C4C-8F1D-FCF36A67BF6D}" dt="2023-06-15T00:15:32.566" v="13" actId="12"/>
          <ac:graphicFrameMkLst>
            <pc:docMk/>
            <pc:sldMk cId="2210452648" sldId="437"/>
            <ac:graphicFrameMk id="10" creationId="{00000000-0000-0000-0000-000000000000}"/>
          </ac:graphicFrameMkLst>
        </pc:graphicFrameChg>
      </pc:sldChg>
      <pc:sldChg chg="modSp mod">
        <pc:chgData name="Jiaqi Lu" userId="8b183601-9cff-443d-8730-90ebdb48edb2" providerId="ADAL" clId="{E560C320-7576-4C4C-8F1D-FCF36A67BF6D}" dt="2023-06-14T23:49:15.437" v="12" actId="20577"/>
        <pc:sldMkLst>
          <pc:docMk/>
          <pc:sldMk cId="2472844228" sldId="2147473448"/>
        </pc:sldMkLst>
        <pc:spChg chg="mod">
          <ac:chgData name="Jiaqi Lu" userId="8b183601-9cff-443d-8730-90ebdb48edb2" providerId="ADAL" clId="{E560C320-7576-4C4C-8F1D-FCF36A67BF6D}" dt="2023-06-14T23:49:15.437" v="12" actId="20577"/>
          <ac:spMkLst>
            <pc:docMk/>
            <pc:sldMk cId="2472844228" sldId="2147473448"/>
            <ac:spMk id="3" creationId="{0FF4150B-7C01-0740-A330-040819B99EBF}"/>
          </ac:spMkLst>
        </pc:spChg>
      </pc:sldChg>
    </pc:docChg>
  </pc:docChgLst>
  <pc:docChgLst>
    <pc:chgData name="Li,Yuting (HP Medicine) BII-CN-S" userId="ce8fbb54-122c-426d-b8da-fdcc5e1b5022" providerId="ADAL" clId="{CDC53F4E-50B8-4AF3-86C6-C1B311643401}"/>
    <pc:docChg chg="custSel modSld">
      <pc:chgData name="Li,Yuting (HP Medicine) BII-CN-S" userId="ce8fbb54-122c-426d-b8da-fdcc5e1b5022" providerId="ADAL" clId="{CDC53F4E-50B8-4AF3-86C6-C1B311643401}" dt="2023-07-10T12:17:22.652" v="460" actId="207"/>
      <pc:docMkLst>
        <pc:docMk/>
      </pc:docMkLst>
      <pc:sldChg chg="modSp mod">
        <pc:chgData name="Li,Yuting (HP Medicine) BII-CN-S" userId="ce8fbb54-122c-426d-b8da-fdcc5e1b5022" providerId="ADAL" clId="{CDC53F4E-50B8-4AF3-86C6-C1B311643401}" dt="2023-07-10T12:17:22.652" v="460" actId="207"/>
        <pc:sldMkLst>
          <pc:docMk/>
          <pc:sldMk cId="2210452648" sldId="437"/>
        </pc:sldMkLst>
        <pc:graphicFrameChg chg="mod modGraphic">
          <ac:chgData name="Li,Yuting (HP Medicine) BII-CN-S" userId="ce8fbb54-122c-426d-b8da-fdcc5e1b5022" providerId="ADAL" clId="{CDC53F4E-50B8-4AF3-86C6-C1B311643401}" dt="2023-07-10T12:17:22.652" v="460" actId="207"/>
          <ac:graphicFrameMkLst>
            <pc:docMk/>
            <pc:sldMk cId="2210452648" sldId="437"/>
            <ac:graphicFrameMk id="10"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7C27A4-4073-422E-968C-70AFF2AEC3EB}" type="datetimeFigureOut">
              <a:rPr lang="en-US" smtClean="0"/>
              <a:t>3/25/2025</a:t>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7AD632-1452-404E-849C-5FF98D2B82CC}" type="slidenum">
              <a:rPr lang="en-US" smtClean="0"/>
              <a:t>‹#›</a:t>
            </a:fld>
            <a:endParaRPr lang="en-US"/>
          </a:p>
        </p:txBody>
      </p:sp>
    </p:spTree>
    <p:extLst>
      <p:ext uri="{BB962C8B-B14F-4D97-AF65-F5344CB8AC3E}">
        <p14:creationId xmlns:p14="http://schemas.microsoft.com/office/powerpoint/2010/main" val="63720717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BISansOpti"/>
              </a:defRPr>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BISansOpti"/>
              </a:defRPr>
            </a:lvl1pPr>
          </a:lstStyle>
          <a:p>
            <a:fld id="{1704522E-CA49-444F-A3F4-1E49B55AA7A5}" type="datetimeFigureOut">
              <a:rPr lang="de-DE" smtClean="0"/>
              <a:pPr/>
              <a:t>25.03.2025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BISansOpti"/>
              </a:defRPr>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BISansOpti"/>
              </a:defRPr>
            </a:lvl1pPr>
          </a:lstStyle>
          <a:p>
            <a:fld id="{240BD463-D209-4FAB-A722-B2AFE81AC984}" type="slidenum">
              <a:rPr lang="de-DE" smtClean="0"/>
              <a:pPr/>
              <a:t>‹#›</a:t>
            </a:fld>
            <a:endParaRPr lang="de-DE"/>
          </a:p>
        </p:txBody>
      </p:sp>
    </p:spTree>
    <p:extLst>
      <p:ext uri="{BB962C8B-B14F-4D97-AF65-F5344CB8AC3E}">
        <p14:creationId xmlns:p14="http://schemas.microsoft.com/office/powerpoint/2010/main" val="19854012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BISansOpti"/>
        <a:ea typeface="+mn-ea"/>
        <a:cs typeface="+mn-cs"/>
      </a:defRPr>
    </a:lvl1pPr>
    <a:lvl2pPr marL="457200" algn="l" defTabSz="914400" rtl="0" eaLnBrk="1" latinLnBrk="0" hangingPunct="1">
      <a:defRPr sz="1200" kern="1200">
        <a:solidFill>
          <a:schemeClr val="tx1"/>
        </a:solidFill>
        <a:latin typeface="BISansOpti"/>
        <a:ea typeface="+mn-ea"/>
        <a:cs typeface="+mn-cs"/>
      </a:defRPr>
    </a:lvl2pPr>
    <a:lvl3pPr marL="914400" algn="l" defTabSz="914400" rtl="0" eaLnBrk="1" latinLnBrk="0" hangingPunct="1">
      <a:defRPr sz="1200" kern="1200">
        <a:solidFill>
          <a:schemeClr val="tx1"/>
        </a:solidFill>
        <a:latin typeface="BISansOpti"/>
        <a:ea typeface="+mn-ea"/>
        <a:cs typeface="+mn-cs"/>
      </a:defRPr>
    </a:lvl3pPr>
    <a:lvl4pPr marL="1371600" algn="l" defTabSz="914400" rtl="0" eaLnBrk="1" latinLnBrk="0" hangingPunct="1">
      <a:defRPr sz="1200" kern="1200">
        <a:solidFill>
          <a:schemeClr val="tx1"/>
        </a:solidFill>
        <a:latin typeface="BISansOpti"/>
        <a:ea typeface="+mn-ea"/>
        <a:cs typeface="+mn-cs"/>
      </a:defRPr>
    </a:lvl4pPr>
    <a:lvl5pPr marL="1828800" algn="l" defTabSz="914400" rtl="0" eaLnBrk="1" latinLnBrk="0" hangingPunct="1">
      <a:defRPr sz="1200" kern="1200">
        <a:solidFill>
          <a:schemeClr val="tx1"/>
        </a:solidFill>
        <a:latin typeface="BISansOpti"/>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97032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bildplatzhalter 6">
            <a:extLst>
              <a:ext uri="{FF2B5EF4-FFF2-40B4-BE49-F238E27FC236}">
                <a16:creationId xmlns:a16="http://schemas.microsoft.com/office/drawing/2014/main" id="{9D30DC11-E462-277E-8FAA-23EBB3813AF4}"/>
              </a:ext>
            </a:extLst>
          </p:cNvPr>
          <p:cNvSpPr>
            <a:spLocks noGrp="1" noRot="1" noChangeAspect="1"/>
          </p:cNvSpPr>
          <p:nvPr>
            <p:ph type="sldImg"/>
          </p:nvPr>
        </p:nvSpPr>
        <p:spPr>
          <a:xfrm>
            <a:off x="476250" y="611188"/>
            <a:ext cx="5903913" cy="3321050"/>
          </a:xfrm>
        </p:spPr>
      </p:sp>
      <p:sp>
        <p:nvSpPr>
          <p:cNvPr id="8" name="Notizenplatzhalter 7">
            <a:extLst>
              <a:ext uri="{FF2B5EF4-FFF2-40B4-BE49-F238E27FC236}">
                <a16:creationId xmlns:a16="http://schemas.microsoft.com/office/drawing/2014/main" id="{A5149A69-06B1-D6F2-43F2-F8C1377CDF1B}"/>
              </a:ext>
            </a:extLst>
          </p:cNvPr>
          <p:cNvSpPr>
            <a:spLocks noGrp="1"/>
          </p:cNvSpPr>
          <p:nvPr>
            <p:ph type="body" idx="1"/>
          </p:nvPr>
        </p:nvSpPr>
        <p:spPr/>
        <p:txBody>
          <a:bodyPr/>
          <a:lstStyle/>
          <a:p>
            <a:endParaRPr lang="de-DE"/>
          </a:p>
        </p:txBody>
      </p:sp>
      <p:sp>
        <p:nvSpPr>
          <p:cNvPr id="9" name="Fußzeilenplatzhalter 3">
            <a:extLst>
              <a:ext uri="{FF2B5EF4-FFF2-40B4-BE49-F238E27FC236}">
                <a16:creationId xmlns:a16="http://schemas.microsoft.com/office/drawing/2014/main" id="{0FCB5869-2713-E5EF-AC9B-F673C182D45F}"/>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p>
        </p:txBody>
      </p:sp>
      <p:sp>
        <p:nvSpPr>
          <p:cNvPr id="10" name="Foliennummernplatzhalter 4">
            <a:extLst>
              <a:ext uri="{FF2B5EF4-FFF2-40B4-BE49-F238E27FC236}">
                <a16:creationId xmlns:a16="http://schemas.microsoft.com/office/drawing/2014/main" id="{D8E4090B-BBBB-D2C6-63AB-1F0DAAFF492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2</a:t>
            </a:fld>
            <a:endParaRPr lang="en-US" sz="800">
              <a:solidFill>
                <a:schemeClr val="bg2"/>
              </a:solidFill>
            </a:endParaRPr>
          </a:p>
        </p:txBody>
      </p:sp>
    </p:spTree>
    <p:extLst>
      <p:ext uri="{BB962C8B-B14F-4D97-AF65-F5344CB8AC3E}">
        <p14:creationId xmlns:p14="http://schemas.microsoft.com/office/powerpoint/2010/main" val="16940378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6.png"/><Relationship Id="rId4" Type="http://schemas.openxmlformats.org/officeDocument/2006/relationships/image" Target="../media/image5.emf"/></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5.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5.em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5.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5.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5.xml"/><Relationship Id="rId4" Type="http://schemas.microsoft.com/office/2007/relationships/hdphoto" Target="../media/hdphoto1.wdp"/></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1.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10.xml"/><Relationship Id="rId4" Type="http://schemas.openxmlformats.org/officeDocument/2006/relationships/image" Target="../media/image23.emf"/></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5.xml"/><Relationship Id="rId1" Type="http://schemas.openxmlformats.org/officeDocument/2006/relationships/tags" Target="../tags/tag11.xml"/><Relationship Id="rId5" Type="http://schemas.openxmlformats.org/officeDocument/2006/relationships/image" Target="../media/image16.png"/><Relationship Id="rId4" Type="http://schemas.openxmlformats.org/officeDocument/2006/relationships/image" Target="../media/image15.emf"/></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12.xml"/><Relationship Id="rId5" Type="http://schemas.openxmlformats.org/officeDocument/2006/relationships/image" Target="../media/image16.png"/><Relationship Id="rId4" Type="http://schemas.openxmlformats.org/officeDocument/2006/relationships/image" Target="../media/image15.emf"/></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5.xml"/><Relationship Id="rId1" Type="http://schemas.openxmlformats.org/officeDocument/2006/relationships/tags" Target="../tags/tag13.xml"/><Relationship Id="rId4" Type="http://schemas.openxmlformats.org/officeDocument/2006/relationships/image" Target="../media/image24.emf"/></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5.xml"/><Relationship Id="rId1" Type="http://schemas.openxmlformats.org/officeDocument/2006/relationships/tags" Target="../tags/tag14.xml"/><Relationship Id="rId4" Type="http://schemas.openxmlformats.org/officeDocument/2006/relationships/image" Target="../media/image23.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5.xml"/><Relationship Id="rId1" Type="http://schemas.openxmlformats.org/officeDocument/2006/relationships/tags" Target="../tags/tag15.xml"/><Relationship Id="rId4" Type="http://schemas.openxmlformats.org/officeDocument/2006/relationships/image" Target="../media/image23.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5.xml"/><Relationship Id="rId1" Type="http://schemas.openxmlformats.org/officeDocument/2006/relationships/tags" Target="../tags/tag16.xml"/><Relationship Id="rId4" Type="http://schemas.openxmlformats.org/officeDocument/2006/relationships/image" Target="../media/image23.emf"/></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5.xml"/><Relationship Id="rId1" Type="http://schemas.openxmlformats.org/officeDocument/2006/relationships/tags" Target="../tags/tag17.xml"/><Relationship Id="rId4" Type="http://schemas.openxmlformats.org/officeDocument/2006/relationships/image" Target="../media/image23.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18.xml"/><Relationship Id="rId5" Type="http://schemas.openxmlformats.org/officeDocument/2006/relationships/image" Target="../media/image27.jpeg"/><Relationship Id="rId4" Type="http://schemas.openxmlformats.org/officeDocument/2006/relationships/image" Target="../media/image26.emf"/></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5.xml"/><Relationship Id="rId1" Type="http://schemas.openxmlformats.org/officeDocument/2006/relationships/tags" Target="../tags/tag19.xml"/><Relationship Id="rId4" Type="http://schemas.openxmlformats.org/officeDocument/2006/relationships/image" Target="../media/image23.emf"/></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5.xml"/><Relationship Id="rId1" Type="http://schemas.openxmlformats.org/officeDocument/2006/relationships/tags" Target="../tags/tag20.xml"/><Relationship Id="rId4" Type="http://schemas.openxmlformats.org/officeDocument/2006/relationships/image" Target="../media/image23.emf"/></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tags" Target="../tags/tag23.xml"/><Relationship Id="rId7" Type="http://schemas.openxmlformats.org/officeDocument/2006/relationships/oleObject" Target="../embeddings/oleObject12.bin"/><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slideMaster" Target="../slideMasters/slideMaster5.xml"/><Relationship Id="rId5" Type="http://schemas.openxmlformats.org/officeDocument/2006/relationships/tags" Target="../tags/tag25.xml"/><Relationship Id="rId4" Type="http://schemas.openxmlformats.org/officeDocument/2006/relationships/tags" Target="../tags/tag24.xml"/></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5.xml"/><Relationship Id="rId1" Type="http://schemas.openxmlformats.org/officeDocument/2006/relationships/tags" Target="../tags/tag26.xml"/><Relationship Id="rId4" Type="http://schemas.openxmlformats.org/officeDocument/2006/relationships/image" Target="../media/image30.emf"/></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5.xml"/><Relationship Id="rId1" Type="http://schemas.openxmlformats.org/officeDocument/2006/relationships/tags" Target="../tags/tag27.xml"/><Relationship Id="rId4" Type="http://schemas.openxmlformats.org/officeDocument/2006/relationships/image" Target="../media/image23.emf"/></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6.xml"/><Relationship Id="rId4" Type="http://schemas.openxmlformats.org/officeDocument/2006/relationships/image" Target="../media/image31.emf"/></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1.emf"/><Relationship Id="rId1" Type="http://schemas.openxmlformats.org/officeDocument/2006/relationships/slideMaster" Target="../slideMasters/slideMaster6.xml"/><Relationship Id="rId4" Type="http://schemas.openxmlformats.org/officeDocument/2006/relationships/image" Target="../media/image35.jpe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Master" Target="../slideMasters/slideMaster6.xml"/><Relationship Id="rId4" Type="http://schemas.openxmlformats.org/officeDocument/2006/relationships/image" Target="../media/image38.jpe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Master" Target="../slideMasters/slideMaster6.xml"/><Relationship Id="rId4" Type="http://schemas.openxmlformats.org/officeDocument/2006/relationships/image" Target="../media/image38.jpeg"/></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6.xml"/><Relationship Id="rId4" Type="http://schemas.openxmlformats.org/officeDocument/2006/relationships/image" Target="../media/image43.jpe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6.xml"/><Relationship Id="rId4" Type="http://schemas.openxmlformats.org/officeDocument/2006/relationships/image" Target="../media/image46.jpe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Master" Target="../slideMasters/slideMaster6.xml"/><Relationship Id="rId4" Type="http://schemas.openxmlformats.org/officeDocument/2006/relationships/image" Target="../media/image53.jpeg"/></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slideMaster" Target="../slideMasters/slideMaster6.xml"/><Relationship Id="rId4" Type="http://schemas.openxmlformats.org/officeDocument/2006/relationships/image" Target="../media/image56.jpe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7.xml"/><Relationship Id="rId4" Type="http://schemas.openxmlformats.org/officeDocument/2006/relationships/image" Target="../media/image31.emf"/></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1.emf"/><Relationship Id="rId1" Type="http://schemas.openxmlformats.org/officeDocument/2006/relationships/slideMaster" Target="../slideMasters/slideMaster7.xml"/><Relationship Id="rId4" Type="http://schemas.openxmlformats.org/officeDocument/2006/relationships/image" Target="../media/image35.jpeg"/></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1.png"/><Relationship Id="rId1" Type="http://schemas.openxmlformats.org/officeDocument/2006/relationships/slideMaster" Target="../slideMasters/slideMaster8.xml"/><Relationship Id="rId5" Type="http://schemas.openxmlformats.org/officeDocument/2006/relationships/image" Target="../media/image65.svg"/><Relationship Id="rId4" Type="http://schemas.openxmlformats.org/officeDocument/2006/relationships/image" Target="../media/image64.pn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image" Target="../media/image66.png"/><Relationship Id="rId1" Type="http://schemas.openxmlformats.org/officeDocument/2006/relationships/slideMaster" Target="../slideMasters/slideMaster8.xml"/><Relationship Id="rId5" Type="http://schemas.openxmlformats.org/officeDocument/2006/relationships/image" Target="../media/image69.svg"/><Relationship Id="rId4" Type="http://schemas.openxmlformats.org/officeDocument/2006/relationships/image" Target="../media/image68.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8.xml"/><Relationship Id="rId6" Type="http://schemas.openxmlformats.org/officeDocument/2006/relationships/image" Target="../media/image74.png"/><Relationship Id="rId5" Type="http://schemas.openxmlformats.org/officeDocument/2006/relationships/image" Target="../media/image73.svg"/><Relationship Id="rId4" Type="http://schemas.openxmlformats.org/officeDocument/2006/relationships/image" Target="../media/image72.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png"/><Relationship Id="rId1" Type="http://schemas.openxmlformats.org/officeDocument/2006/relationships/slideMaster" Target="../slideMasters/slideMaster8.xml"/><Relationship Id="rId6" Type="http://schemas.openxmlformats.org/officeDocument/2006/relationships/image" Target="../media/image74.png"/><Relationship Id="rId5" Type="http://schemas.openxmlformats.org/officeDocument/2006/relationships/image" Target="../media/image65.svg"/><Relationship Id="rId4" Type="http://schemas.openxmlformats.org/officeDocument/2006/relationships/image" Target="../media/image64.pn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 Id="rId6" Type="http://schemas.openxmlformats.org/officeDocument/2006/relationships/image" Target="../media/image74.png"/><Relationship Id="rId5" Type="http://schemas.openxmlformats.org/officeDocument/2006/relationships/image" Target="../media/image76.svg"/><Relationship Id="rId4" Type="http://schemas.openxmlformats.org/officeDocument/2006/relationships/image" Target="../media/image64.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8.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66.png"/><Relationship Id="rId1" Type="http://schemas.openxmlformats.org/officeDocument/2006/relationships/slideMaster" Target="../slideMasters/slideMaster8.xml"/><Relationship Id="rId4" Type="http://schemas.openxmlformats.org/officeDocument/2006/relationships/image" Target="../media/image74.pn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4" y="3572753"/>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988461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3"/>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416229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1"/>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3619499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2511441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2727196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737E52C-13E7-4544-B37B-080AFD478AFE}"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439343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7E2357C-9078-4CE2-A060-C9248E0BDF27}" type="datetime1">
              <a:rPr lang="en-US" smtClean="0"/>
              <a:t>3/25/2025</a:t>
            </a:fld>
            <a:endParaRPr lang="en-GB"/>
          </a:p>
        </p:txBody>
      </p:sp>
      <p:sp>
        <p:nvSpPr>
          <p:cNvPr id="5" name="Fußzeilenplatzhalter 4"/>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2" name="Grafik 6">
            <a:extLst>
              <a:ext uri="{FF2B5EF4-FFF2-40B4-BE49-F238E27FC236}">
                <a16:creationId xmlns:a16="http://schemas.microsoft.com/office/drawing/2014/main" id="{4A308AC3-2DFB-4776-8175-7F153737565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64980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2FB2E6CE-7CF7-4763-8D38-C124E8443AF9}" type="datetime1">
              <a:rPr lang="en-US" smtClean="0"/>
              <a:t>3/25/2025</a:t>
            </a:fld>
            <a:endParaRPr lang="en-GB"/>
          </a:p>
        </p:txBody>
      </p:sp>
      <p:sp>
        <p:nvSpPr>
          <p:cNvPr id="7" name="Fußzeilenplatzhalter 6"/>
          <p:cNvSpPr>
            <a:spLocks noGrp="1"/>
          </p:cNvSpPr>
          <p:nvPr>
            <p:ph type="ftr" sz="quarter" idx="11"/>
          </p:nvPr>
        </p:nvSpPr>
        <p:spPr/>
        <p:txBody>
          <a:bodyPr/>
          <a:lstStyle/>
          <a:p>
            <a:r>
              <a:rPr lang="en-US"/>
              <a:t>Confidential</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725176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8B85F7BB-6266-4C51-94A6-270F5CCB97CE}"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pic>
        <p:nvPicPr>
          <p:cNvPr id="13" name="Grafik 6">
            <a:extLst>
              <a:ext uri="{FF2B5EF4-FFF2-40B4-BE49-F238E27FC236}">
                <a16:creationId xmlns:a16="http://schemas.microsoft.com/office/drawing/2014/main" id="{EFAECF66-AB61-4E10-AEFE-44D0D59697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4101064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5" y="1200151"/>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CB7C1B2-0968-45B8-94EE-095402613A8F}" type="datetime1">
              <a:rPr lang="en-US" smtClean="0"/>
              <a:t>3/25/2025</a:t>
            </a:fld>
            <a:endParaRPr lang="en-GB"/>
          </a:p>
        </p:txBody>
      </p:sp>
      <p:sp>
        <p:nvSpPr>
          <p:cNvPr id="6" name="Fußzeilenplatzhalter 5"/>
          <p:cNvSpPr>
            <a:spLocks noGrp="1"/>
          </p:cNvSpPr>
          <p:nvPr>
            <p:ph type="ftr" sz="quarter" idx="11"/>
          </p:nvPr>
        </p:nvSpPr>
        <p:spPr/>
        <p:txBody>
          <a:bodyPr/>
          <a:lstStyle/>
          <a:p>
            <a:r>
              <a:rPr lang="en-US"/>
              <a:t>Confidential</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a:extLst>
              <a:ext uri="{FF2B5EF4-FFF2-40B4-BE49-F238E27FC236}">
                <a16:creationId xmlns:a16="http://schemas.microsoft.com/office/drawing/2014/main" id="{6C234CF1-A616-4231-ADA7-35D8DA275E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2756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0165E05A-694E-4DEA-91AD-D8B269840734}" type="datetime1">
              <a:rPr lang="en-US" smtClean="0"/>
              <a:t>3/25/2025</a:t>
            </a:fld>
            <a:endParaRPr lang="en-GB"/>
          </a:p>
        </p:txBody>
      </p:sp>
      <p:sp>
        <p:nvSpPr>
          <p:cNvPr id="5" name="Fußzeilenplatzhalter 4"/>
          <p:cNvSpPr>
            <a:spLocks noGrp="1"/>
          </p:cNvSpPr>
          <p:nvPr>
            <p:ph type="ftr" sz="quarter" idx="13"/>
          </p:nvPr>
        </p:nvSpPr>
        <p:spPr/>
        <p:txBody>
          <a:bodyPr/>
          <a:lstStyle/>
          <a:p>
            <a:r>
              <a:rPr lang="en-US"/>
              <a:t>Confidential</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1771575" y="659904"/>
            <a:ext cx="5065660" cy="369332"/>
          </a:xfrm>
        </p:spPr>
        <p:txBody>
          <a:bodyPr/>
          <a:lstStyle/>
          <a:p>
            <a:r>
              <a:rPr lang="en-GB" noProof="0"/>
              <a:t>Click to add headline</a:t>
            </a:r>
          </a:p>
        </p:txBody>
      </p:sp>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pic>
        <p:nvPicPr>
          <p:cNvPr id="14" name="Grafik 6">
            <a:extLst>
              <a:ext uri="{FF2B5EF4-FFF2-40B4-BE49-F238E27FC236}">
                <a16:creationId xmlns:a16="http://schemas.microsoft.com/office/drawing/2014/main" id="{21F18078-CC02-47CE-8B54-BA5C5CC9A3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693783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6341158B-12CC-45FE-95C2-ABDE91176BE6}"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55B728A9-CC9C-455B-921D-2C4FC3E09B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106805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46A9521D-5A84-4472-9D54-834EF8C93088}" type="datetime1">
              <a:rPr lang="en-US" noProof="0" smtClean="0"/>
              <a:t>3/25/2025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19560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E38A10C-3066-4CE9-A86D-296D891B7154}" type="datetime1">
              <a:rPr lang="en-US" noProof="0" smtClean="0"/>
              <a:t>3/25/2025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1" name="Grafik 6">
            <a:extLst>
              <a:ext uri="{FF2B5EF4-FFF2-40B4-BE49-F238E27FC236}">
                <a16:creationId xmlns:a16="http://schemas.microsoft.com/office/drawing/2014/main" id="{26A9ED82-AC90-489D-ABD4-FF1F9D4377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45995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fld id="{E3DEE4CE-9D9A-4804-B782-2B81EC143780}" type="datetime1">
              <a:rPr lang="en-US" smtClean="0"/>
              <a:t>3/25/2025</a:t>
            </a:fld>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Confidential</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92033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967" y="413086"/>
            <a:ext cx="8408458" cy="307777"/>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6AD62AEF-0A88-4D11-BE02-3D67B99F04B6}" type="datetime1">
              <a:rPr lang="en-US" smtClean="0"/>
              <a:t>3/25/2025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403293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367967" y="413086"/>
            <a:ext cx="8408458" cy="307777"/>
          </a:xfrm>
        </p:spPr>
        <p:txBody>
          <a:bodyPr anchor="b"/>
          <a:lstStyle>
            <a:lvl1pPr>
              <a:defRPr sz="2000">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29391290-1E60-4F5D-82A8-60C02A83ACE1}" type="datetime1">
              <a:rPr lang="en-US" smtClean="0"/>
              <a:t>3/25/2025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314660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184DB573-5146-453C-A648-0D3398B8A163}" type="datetime1">
              <a:rPr lang="en-US" noProof="0" smtClean="0"/>
              <a:t>3/25/2025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700" indent="0">
              <a:buNone/>
              <a:defRPr>
                <a:latin typeface="+mn-lt"/>
              </a:defRPr>
            </a:lvl2pPr>
            <a:lvl3pPr marL="450850" indent="0">
              <a:buNone/>
              <a:defRPr>
                <a:latin typeface="+mn-lt"/>
              </a:defRPr>
            </a:lvl3pPr>
            <a:lvl4pPr marL="628650" indent="0">
              <a:buNone/>
              <a:defRPr>
                <a:latin typeface="+mn-lt"/>
              </a:defRPr>
            </a:lvl4pPr>
            <a:lvl5pPr marL="806450" indent="0">
              <a:buNone/>
              <a:defRPr>
                <a:latin typeface="+mn-lt"/>
              </a:defRPr>
            </a:lvl5pPr>
          </a:lstStyle>
          <a:p>
            <a:pPr lvl="0"/>
            <a:r>
              <a:rPr lang="en-GB" noProof="0"/>
              <a:t>Click to add text</a:t>
            </a:r>
          </a:p>
        </p:txBody>
      </p:sp>
      <p:pic>
        <p:nvPicPr>
          <p:cNvPr id="12" name="Grafik 6">
            <a:extLst>
              <a:ext uri="{FF2B5EF4-FFF2-40B4-BE49-F238E27FC236}">
                <a16:creationId xmlns:a16="http://schemas.microsoft.com/office/drawing/2014/main" id="{D7E7076B-485A-4369-ACCD-D9A21C2087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82159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5" y="1200151"/>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7E22DF30-76B2-4B10-B00C-7388FE258C58}" type="datetime1">
              <a:rPr lang="en-US" noProof="0" smtClean="0"/>
              <a:t>3/25/2025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1" name="Grafik 6">
            <a:extLst>
              <a:ext uri="{FF2B5EF4-FFF2-40B4-BE49-F238E27FC236}">
                <a16:creationId xmlns:a16="http://schemas.microsoft.com/office/drawing/2014/main" id="{3393933D-9300-4794-8EDF-1BAA7CFF73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71660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37F1BEF-6C94-48F6-984C-5BA1A4FFBB99}" type="datetime1">
              <a:rPr lang="en-US" noProof="0" smtClean="0"/>
              <a:t>3/25/2025</a:t>
            </a:fld>
            <a:endParaRPr lang="en-GB" noProof="0"/>
          </a:p>
        </p:txBody>
      </p:sp>
      <p:sp>
        <p:nvSpPr>
          <p:cNvPr id="3" name="Fußzeilenplatzhalter 2"/>
          <p:cNvSpPr>
            <a:spLocks noGrp="1"/>
          </p:cNvSpPr>
          <p:nvPr>
            <p:ph type="ftr" sz="quarter" idx="11"/>
          </p:nvPr>
        </p:nvSpPr>
        <p:spPr/>
        <p:txBody>
          <a:bodyPr/>
          <a:lstStyle/>
          <a:p>
            <a:r>
              <a:rPr lang="en-US" noProof="0"/>
              <a:t>Confidential</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9" name="Grafik 6">
            <a:extLst>
              <a:ext uri="{FF2B5EF4-FFF2-40B4-BE49-F238E27FC236}">
                <a16:creationId xmlns:a16="http://schemas.microsoft.com/office/drawing/2014/main" id="{FF072EF7-A9BF-4AD8-BBED-A19992A139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378070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7D2FCB2-D38E-48E5-B289-3C641F3F9F55}"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a:extLst>
              <a:ext uri="{FF2B5EF4-FFF2-40B4-BE49-F238E27FC236}">
                <a16:creationId xmlns:a16="http://schemas.microsoft.com/office/drawing/2014/main" id="{DF0E7695-4F43-4EE7-963E-76FE6CBE5F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124825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E74F134-301E-4F0F-B5E8-77DA2641C1EF}"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3164AE3-231F-4C4D-8CA4-567AA24000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931244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05B5DCD-FE2D-4CE2-BFE2-ACFF26C3637B}"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55B95F1-4984-4D55-BCED-41295408934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024135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728A356-4994-45DE-B196-68883C65C824}"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F2F6B163-49E8-4974-9780-8CB6AE6F18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418794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F831E99-82A4-4651-A184-D064A1E395C5}"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3BBD0AA3-94CE-47A1-BAC6-D2B0ECC308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31911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6A40A984-815E-4C86-8EF6-9084578C022F}"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8288A59C-63A5-4CD0-8236-4AF96E3F93D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778338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436BA60-A581-4A0D-AFBA-AAF428EA5368}" type="datetime1">
              <a:rPr lang="en-US" smtClean="0"/>
              <a:t>3/25/2025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2" y="731224"/>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3848399"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4" name="Grafik 6">
            <a:extLst>
              <a:ext uri="{FF2B5EF4-FFF2-40B4-BE49-F238E27FC236}">
                <a16:creationId xmlns:a16="http://schemas.microsoft.com/office/drawing/2014/main" id="{490AF8E5-BD09-4F34-8613-8E6AF052FB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169327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769441"/>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a:latin typeface="BISansOpti"/>
            </a:endParaRPr>
          </a:p>
        </p:txBody>
      </p:sp>
      <p:sp>
        <p:nvSpPr>
          <p:cNvPr id="15" name="Freeform 2"/>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a:latin typeface="BISansOpti"/>
            </a:endParaRPr>
          </a:p>
        </p:txBody>
      </p:sp>
      <p:sp>
        <p:nvSpPr>
          <p:cNvPr id="16" name="Freeform 2"/>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a:latin typeface="BISansOpti"/>
            </a:endParaRPr>
          </a:p>
        </p:txBody>
      </p:sp>
      <p:sp>
        <p:nvSpPr>
          <p:cNvPr id="17" name="Freeform 2"/>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0" y="1097781"/>
            <a:ext cx="186073"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0"/>
            <a:ext cx="217236"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0"/>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1600418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5" y="3985478"/>
            <a:ext cx="4626700" cy="923330"/>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 International GmbH 2017</a:t>
            </a:r>
          </a:p>
          <a:p>
            <a:pPr algn="just"/>
            <a:r>
              <a:rPr lang="de-DE" sz="1000">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a:latin typeface="BISansOpti"/>
            </a:endParaRPr>
          </a:p>
        </p:txBody>
      </p:sp>
      <p:sp>
        <p:nvSpPr>
          <p:cNvPr id="15" name="Freeform 2"/>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a:latin typeface="BISansOpti"/>
            </a:endParaRPr>
          </a:p>
        </p:txBody>
      </p:sp>
      <p:sp>
        <p:nvSpPr>
          <p:cNvPr id="16" name="Freeform 2"/>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a:latin typeface="BISansOpti"/>
            </a:endParaRPr>
          </a:p>
        </p:txBody>
      </p:sp>
      <p:sp>
        <p:nvSpPr>
          <p:cNvPr id="17" name="Freeform 2"/>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0" y="1097781"/>
            <a:ext cx="186073"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0"/>
            <a:ext cx="217236"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0"/>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2831651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553998"/>
          </a:xfrm>
        </p:spPr>
        <p:txBody>
          <a:bodyPr wrap="square" lIns="0">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098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pic>
        <p:nvPicPr>
          <p:cNvPr id="14" name="Picture 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24" name="Gerade Verbindung 23"/>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553998"/>
          </a:xfrm>
        </p:spPr>
        <p:txBody>
          <a:bodyPr wrap="square">
            <a:spAutoFit/>
          </a:bodyPr>
          <a:lstStyle>
            <a:lvl1pPr>
              <a:defRPr sz="36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367576" y="3572753"/>
            <a:ext cx="5374856"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225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2873849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2"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de-DE" noProof="0"/>
              <a:t>Mastertextformat bearbeiten</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813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2"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de-DE" noProof="0"/>
              <a:t>Mastertextformat bearbeiten</a:t>
            </a:r>
          </a:p>
        </p:txBody>
      </p:sp>
      <p:cxnSp>
        <p:nvCxnSpPr>
          <p:cNvPr id="10" name="Gerade Verbindung 9"/>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de-DE" noProof="0"/>
              <a:t>Mastertextformat bearbeiten</a:t>
            </a:r>
          </a:p>
        </p:txBody>
      </p:sp>
    </p:spTree>
    <p:extLst>
      <p:ext uri="{BB962C8B-B14F-4D97-AF65-F5344CB8AC3E}">
        <p14:creationId xmlns:p14="http://schemas.microsoft.com/office/powerpoint/2010/main" val="238693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prstClr val="white"/>
              </a:solidFill>
            </a:endParaRPr>
          </a:p>
        </p:txBody>
      </p: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519698" y="4416838"/>
            <a:ext cx="1259701" cy="381600"/>
          </a:xfrm>
          <a:prstGeom prst="rect">
            <a:avLst/>
          </a:prstGeom>
        </p:spPr>
      </p:pic>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2"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de-DE" noProof="0"/>
              <a:t>Mastertextformat bearbeiten</a:t>
            </a:r>
          </a:p>
        </p:txBody>
      </p:sp>
      <p:sp>
        <p:nvSpPr>
          <p:cNvPr id="20" name="Textplatzhalter 18"/>
          <p:cNvSpPr>
            <a:spLocks noGrp="1"/>
          </p:cNvSpPr>
          <p:nvPr>
            <p:ph type="body" sz="quarter" idx="12"/>
          </p:nvPr>
        </p:nvSpPr>
        <p:spPr>
          <a:xfrm>
            <a:off x="351829" y="2788611"/>
            <a:ext cx="2954642"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de-DE" noProof="0"/>
              <a:t>Mastertextformat bearbeiten</a:t>
            </a:r>
          </a:p>
        </p:txBody>
      </p:sp>
      <p:cxnSp>
        <p:nvCxnSpPr>
          <p:cNvPr id="13" name="Gerade Verbindung 12"/>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de-DE" noProof="0"/>
              <a:t>Mastertextformat bearbeiten</a:t>
            </a:r>
          </a:p>
        </p:txBody>
      </p:sp>
      <p:sp>
        <p:nvSpPr>
          <p:cNvPr id="23" name="Bildplatzhalter 22"/>
          <p:cNvSpPr>
            <a:spLocks noGrp="1"/>
          </p:cNvSpPr>
          <p:nvPr>
            <p:ph type="pic" sz="quarter" idx="13"/>
          </p:nvPr>
        </p:nvSpPr>
        <p:spPr>
          <a:xfrm>
            <a:off x="3359168" y="2342800"/>
            <a:ext cx="2260800" cy="2260800"/>
          </a:xfrm>
          <a:prstGeom prst="ellipse">
            <a:avLst/>
          </a:prstGeom>
        </p:spPr>
        <p:txBody>
          <a:bodyPr/>
          <a:lstStyle>
            <a:lvl1pPr marL="0" indent="0">
              <a:buNone/>
              <a:defRPr sz="675"/>
            </a:lvl1pPr>
          </a:lstStyle>
          <a:p>
            <a:r>
              <a:rPr lang="de-DE" noProof="0"/>
              <a:t>Bild auf Platzhalter ziehen oder durch Klicken auf Symbol hinzufügen</a:t>
            </a:r>
            <a:endParaRPr lang="en-GB" noProof="0"/>
          </a:p>
        </p:txBody>
      </p:sp>
    </p:spTree>
    <p:extLst>
      <p:ext uri="{BB962C8B-B14F-4D97-AF65-F5344CB8AC3E}">
        <p14:creationId xmlns:p14="http://schemas.microsoft.com/office/powerpoint/2010/main" val="395333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extLst>
              <p:ext uri="{D42A27DB-BD31-4B8C-83A1-F6EECF244321}">
                <p14:modId xmlns:p14="http://schemas.microsoft.com/office/powerpoint/2010/main" val="3669446438"/>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9" name="Rechteck 8"/>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pic>
        <p:nvPicPr>
          <p:cNvPr id="7" name="Grafik 6"/>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solidFill>
                  <a:prstClr val="white">
                    <a:lumMod val="50000"/>
                  </a:prstClr>
                </a:solidFill>
              </a:rPr>
              <a:pPr/>
              <a:t>25/03/2025</a:t>
            </a:fld>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97430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pic>
        <p:nvPicPr>
          <p:cNvPr id="9" name="Grafik 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a:xfrm>
            <a:off x="367575" y="78437"/>
            <a:ext cx="8408850" cy="415499"/>
          </a:xfrm>
        </p:spPr>
        <p:txBody>
          <a:bodyPr/>
          <a:lstStyle>
            <a:lvl1pPr>
              <a:defRPr sz="2700"/>
            </a:lvl1pPr>
          </a:lstStyle>
          <a:p>
            <a:r>
              <a:rPr lang="de-DE" noProof="0"/>
              <a:t>Mastertitelformat bearbeiten</a:t>
            </a:r>
            <a:endParaRPr lang="en-GB" noProof="0"/>
          </a:p>
        </p:txBody>
      </p:sp>
    </p:spTree>
    <p:extLst>
      <p:ext uri="{BB962C8B-B14F-4D97-AF65-F5344CB8AC3E}">
        <p14:creationId xmlns:p14="http://schemas.microsoft.com/office/powerpoint/2010/main" val="1971998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Titel 3"/>
          <p:cNvSpPr>
            <a:spLocks noGrp="1"/>
          </p:cNvSpPr>
          <p:nvPr>
            <p:ph type="title"/>
          </p:nvPr>
        </p:nvSpPr>
        <p:spPr/>
        <p:txBody>
          <a:bodyPr/>
          <a:lstStyle/>
          <a:p>
            <a:r>
              <a:rPr lang="de-DE" noProof="0"/>
              <a:t>Mastertitelformat bearbeiten</a:t>
            </a:r>
            <a:endParaRPr lang="en-GB" noProof="0"/>
          </a:p>
        </p:txBody>
      </p:sp>
      <p:sp>
        <p:nvSpPr>
          <p:cNvPr id="6" name="Datumsplatzhalter 5"/>
          <p:cNvSpPr>
            <a:spLocks noGrp="1"/>
          </p:cNvSpPr>
          <p:nvPr>
            <p:ph type="dt" sz="half" idx="10"/>
          </p:nvPr>
        </p:nvSpPr>
        <p:spPr/>
        <p:txBody>
          <a:bodyPr/>
          <a:lstStyle/>
          <a:p>
            <a:fld id="{1C661359-A780-4E12-A6C3-DC4E2163D090}" type="datetime1">
              <a:rPr lang="en-GB" smtClean="0">
                <a:solidFill>
                  <a:prstClr val="white">
                    <a:lumMod val="50000"/>
                  </a:prstClr>
                </a:solidFill>
              </a:rPr>
              <a:pPr/>
              <a:t>25/03/2025</a:t>
            </a:fld>
            <a:endParaRPr lang="en-GB">
              <a:solidFill>
                <a:prstClr val="white">
                  <a:lumMod val="50000"/>
                </a:prstClr>
              </a:solidFill>
            </a:endParaRPr>
          </a:p>
        </p:txBody>
      </p:sp>
      <p:sp>
        <p:nvSpPr>
          <p:cNvPr id="7" name="Fußzeilenplatzhalter 6"/>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229521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14" name="Inhaltsplatzhalter 2"/>
          <p:cNvSpPr>
            <a:spLocks noGrp="1"/>
          </p:cNvSpPr>
          <p:nvPr>
            <p:ph idx="1"/>
          </p:nvPr>
        </p:nvSpPr>
        <p:spPr>
          <a:xfrm>
            <a:off x="1771574" y="1200152"/>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de-DE" noProof="0"/>
              <a:t>Mastertextformat bearbeiten</a:t>
            </a:r>
          </a:p>
          <a:p>
            <a:pPr lvl="1"/>
            <a:r>
              <a:rPr lang="de-DE" noProof="0"/>
              <a:t>Zweite Ebene</a:t>
            </a:r>
          </a:p>
          <a:p>
            <a:pPr lvl="2"/>
            <a:r>
              <a:rPr lang="de-DE" noProof="0"/>
              <a:t>Dritte Ebene</a:t>
            </a:r>
          </a:p>
        </p:txBody>
      </p:sp>
      <p:sp>
        <p:nvSpPr>
          <p:cNvPr id="3" name="Datumsplatzhalter 2"/>
          <p:cNvSpPr>
            <a:spLocks noGrp="1"/>
          </p:cNvSpPr>
          <p:nvPr>
            <p:ph type="dt" sz="half" idx="10"/>
          </p:nvPr>
        </p:nvSpPr>
        <p:spPr/>
        <p:txBody>
          <a:bodyPr/>
          <a:lstStyle/>
          <a:p>
            <a:fld id="{C111D5BD-A427-4B29-9DEE-6B9E4BFFF318}" type="datetime1">
              <a:rPr lang="en-GB" smtClean="0">
                <a:solidFill>
                  <a:prstClr val="white">
                    <a:lumMod val="50000"/>
                  </a:prstClr>
                </a:solidFill>
              </a:rPr>
              <a:pPr/>
              <a:t>25/03/2025</a:t>
            </a:fld>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7" name="Titel 6"/>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201892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15" name="Rechteck 14"/>
          <p:cNvSpPr/>
          <p:nvPr/>
        </p:nvSpPr>
        <p:spPr>
          <a:xfrm>
            <a:off x="0" y="1035592"/>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a:xfrm>
            <a:off x="367576" y="1200152"/>
            <a:ext cx="2934425" cy="2782569"/>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0"/>
          </p:nvPr>
        </p:nvSpPr>
        <p:spPr/>
        <p:txBody>
          <a:bodyPr/>
          <a:lstStyle/>
          <a:p>
            <a:fld id="{19D781AB-E714-4F09-8D28-226A45E82554}" type="datetime1">
              <a:rPr lang="en-GB" smtClean="0">
                <a:solidFill>
                  <a:prstClr val="white">
                    <a:lumMod val="50000"/>
                  </a:prstClr>
                </a:solidFill>
              </a:rPr>
              <a:pPr/>
              <a:t>25/03/2025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p:txBody>
          <a:bodyPr/>
          <a:lstStyle/>
          <a:p>
            <a:r>
              <a:rPr lang="de-DE" noProof="0"/>
              <a:t>Mastertitelformat bearbeiten</a:t>
            </a:r>
            <a:endParaRPr lang="en-GB" noProof="0"/>
          </a:p>
        </p:txBody>
      </p:sp>
    </p:spTree>
    <p:extLst>
      <p:ext uri="{BB962C8B-B14F-4D97-AF65-F5344CB8AC3E}">
        <p14:creationId xmlns:p14="http://schemas.microsoft.com/office/powerpoint/2010/main" val="170478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sp>
        <p:nvSpPr>
          <p:cNvPr id="3" name="Inhaltsplatzhalter 2"/>
          <p:cNvSpPr>
            <a:spLocks noGrp="1"/>
          </p:cNvSpPr>
          <p:nvPr>
            <p:ph idx="1"/>
          </p:nvPr>
        </p:nvSpPr>
        <p:spPr>
          <a:xfrm>
            <a:off x="1771579" y="1451438"/>
            <a:ext cx="5065659" cy="923330"/>
          </a:xfrm>
        </p:spPr>
        <p:txBody>
          <a:bodyPr>
            <a:spAutoFit/>
          </a:bodyPr>
          <a:lstStyle>
            <a:lvl1pPr>
              <a:defRPr sz="1200"/>
            </a:lvl1pPr>
            <a:lvl2pPr>
              <a:defRPr sz="1200"/>
            </a:lvl2pPr>
            <a:lvl3pPr>
              <a:defRPr sz="1200"/>
            </a:lvl3pPr>
            <a:lvl4pPr>
              <a:defRPr sz="1200"/>
            </a:lvl4pPr>
            <a:lvl5pPr>
              <a:defRPr sz="1200"/>
            </a:lvl5p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15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2"/>
          </p:nvPr>
        </p:nvSpPr>
        <p:spPr/>
        <p:txBody>
          <a:bodyPr/>
          <a:lstStyle/>
          <a:p>
            <a:fld id="{EC17428A-2D47-45E0-A069-3589CCCD6CCB}"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13"/>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8" name="Titel 7"/>
          <p:cNvSpPr>
            <a:spLocks noGrp="1"/>
          </p:cNvSpPr>
          <p:nvPr>
            <p:ph type="title"/>
          </p:nvPr>
        </p:nvSpPr>
        <p:spPr>
          <a:xfrm>
            <a:off x="1771575" y="659904"/>
            <a:ext cx="5065660" cy="276999"/>
          </a:xfrm>
        </p:spPr>
        <p:txBody>
          <a:bodyPr/>
          <a:lstStyle/>
          <a:p>
            <a:r>
              <a:rPr lang="de-DE" noProof="0"/>
              <a:t>Mastertitelformat bearbeiten</a:t>
            </a:r>
            <a:endParaRPr lang="en-GB" noProof="0"/>
          </a:p>
        </p:txBody>
      </p:sp>
    </p:spTree>
    <p:extLst>
      <p:ext uri="{BB962C8B-B14F-4D97-AF65-F5344CB8AC3E}">
        <p14:creationId xmlns:p14="http://schemas.microsoft.com/office/powerpoint/2010/main" val="1385539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19637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prstClr val="black"/>
              </a:solidFill>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3" name="Datumsplatzhalter 2"/>
          <p:cNvSpPr>
            <a:spLocks noGrp="1"/>
          </p:cNvSpPr>
          <p:nvPr>
            <p:ph type="dt" sz="half" idx="10"/>
          </p:nvPr>
        </p:nvSpPr>
        <p:spPr/>
        <p:txBody>
          <a:bodyPr/>
          <a:lstStyle/>
          <a:p>
            <a:fld id="{1EC6BB9B-C051-45A6-8B80-D4145CF47D8A}" type="datetime1">
              <a:rPr lang="en-GB" smtClean="0">
                <a:solidFill>
                  <a:prstClr val="white">
                    <a:lumMod val="50000"/>
                  </a:prstClr>
                </a:solidFill>
              </a:rPr>
              <a:pPr/>
              <a:t>25/03/2025</a:t>
            </a:fld>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59091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7796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de-DE" noProof="0"/>
              <a:t>Mastertitelformat bearbeiten</a:t>
            </a:r>
            <a:endParaRPr lang="en-GB" noProof="0"/>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0"/>
          </p:nvPr>
        </p:nvSpPr>
        <p:spPr/>
        <p:txBody>
          <a:bodyPr/>
          <a:lstStyle/>
          <a:p>
            <a:fld id="{B97B442D-D596-4A22-B59F-2B4C559DB2B8}"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75114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Mastertitelformat bearbeiten</a:t>
            </a:r>
            <a:endParaRPr lang="en-GB" noProof="0"/>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0"/>
          </p:nvPr>
        </p:nvSpPr>
        <p:spPr/>
        <p:txBody>
          <a:bodyPr/>
          <a:lstStyle/>
          <a:p>
            <a:fld id="{98F3AA7F-89C7-4646-B972-BDD77134FD4C}"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4468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1771574" y="1200152"/>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de-DE" noProof="0"/>
              <a:t>Mastertextformat bearbeiten</a:t>
            </a:r>
          </a:p>
          <a:p>
            <a:pPr lvl="1"/>
            <a:r>
              <a:rPr lang="de-DE" noProof="0"/>
              <a:t>Zweite Ebene</a:t>
            </a:r>
          </a:p>
          <a:p>
            <a:pPr lvl="2"/>
            <a:r>
              <a:rPr lang="de-DE" noProof="0"/>
              <a:t>Dritte Ebene</a:t>
            </a:r>
          </a:p>
        </p:txBody>
      </p:sp>
      <p:pic>
        <p:nvPicPr>
          <p:cNvPr id="13" name="Grafik 12"/>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2"/>
          </p:nvPr>
        </p:nvSpPr>
        <p:spPr/>
        <p:txBody>
          <a:bodyPr/>
          <a:lstStyle/>
          <a:p>
            <a:fld id="{9C15FEBD-85B6-4A0B-9BA4-99E119B10886}" type="datetime1">
              <a:rPr lang="en-GB" smtClean="0">
                <a:solidFill>
                  <a:prstClr val="white">
                    <a:lumMod val="50000"/>
                  </a:prstClr>
                </a:solidFill>
              </a:rPr>
              <a:pPr/>
              <a:t>25/03/2025</a:t>
            </a:fld>
            <a:endParaRPr lang="en-GB">
              <a:solidFill>
                <a:prstClr val="white">
                  <a:lumMod val="50000"/>
                </a:prstClr>
              </a:solidFill>
            </a:endParaRPr>
          </a:p>
        </p:txBody>
      </p:sp>
      <p:sp>
        <p:nvSpPr>
          <p:cNvPr id="6" name="Fußzeilenplatzhalter 5"/>
          <p:cNvSpPr>
            <a:spLocks noGrp="1"/>
          </p:cNvSpPr>
          <p:nvPr>
            <p:ph type="ftr" sz="quarter" idx="13"/>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4"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Mastertitelformat bearbeiten</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7764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367576" y="1200152"/>
            <a:ext cx="2934425" cy="2782569"/>
          </a:xfrm>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pic>
        <p:nvPicPr>
          <p:cNvPr id="11" name="Grafik 10"/>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
        <p:nvSpPr>
          <p:cNvPr id="4" name="Datumsplatzhalter 3"/>
          <p:cNvSpPr>
            <a:spLocks noGrp="1"/>
          </p:cNvSpPr>
          <p:nvPr>
            <p:ph type="dt" sz="half" idx="12"/>
          </p:nvPr>
        </p:nvSpPr>
        <p:spPr/>
        <p:txBody>
          <a:bodyPr/>
          <a:lstStyle/>
          <a:p>
            <a:fld id="{C7B72EF1-134D-476C-B146-ED8DB9215F2F}" type="datetime1">
              <a:rPr lang="en-GB" smtClean="0">
                <a:solidFill>
                  <a:prstClr val="white">
                    <a:lumMod val="50000"/>
                  </a:prstClr>
                </a:solidFill>
              </a:rPr>
              <a:pPr/>
              <a:t>25/03/2025</a:t>
            </a:fld>
            <a:endParaRPr lang="en-GB">
              <a:solidFill>
                <a:prstClr val="white">
                  <a:lumMod val="50000"/>
                </a:prstClr>
              </a:solidFill>
            </a:endParaRPr>
          </a:p>
        </p:txBody>
      </p:sp>
      <p:sp>
        <p:nvSpPr>
          <p:cNvPr id="6" name="Fußzeilenplatzhalter 5"/>
          <p:cNvSpPr>
            <a:spLocks noGrp="1"/>
          </p:cNvSpPr>
          <p:nvPr>
            <p:ph type="ftr" sz="quarter" idx="13"/>
          </p:nvPr>
        </p:nvSpPr>
        <p:spPr/>
        <p:txBody>
          <a:bodyPr/>
          <a:lstStyle/>
          <a:p>
            <a:r>
              <a:rPr lang="en-GB">
                <a:solidFill>
                  <a:prstClr val="white">
                    <a:lumMod val="50000"/>
                  </a:prstClr>
                </a:solidFill>
              </a:rPr>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6"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Mastertitelformat bearbeiten</a:t>
            </a:r>
            <a:endParaRPr lang="en-GB" noProof="0"/>
          </a:p>
        </p:txBody>
      </p:sp>
      <p:cxnSp>
        <p:nvCxnSpPr>
          <p:cNvPr id="8" name="Gerade Verbindung 7"/>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663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smtClean="0">
                <a:solidFill>
                  <a:prstClr val="white">
                    <a:lumMod val="50000"/>
                  </a:prstClr>
                </a:solidFill>
              </a:rPr>
              <a:pPr/>
              <a:t>25/03/2025</a:t>
            </a:fld>
            <a:endParaRPr lang="en-GB">
              <a:solidFill>
                <a:prstClr val="white">
                  <a:lumMod val="50000"/>
                </a:prstClr>
              </a:solidFill>
            </a:endParaRPr>
          </a:p>
        </p:txBody>
      </p:sp>
      <p:sp>
        <p:nvSpPr>
          <p:cNvPr id="3" name="Fußzeilenplatzhalter 2"/>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1598912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786674769"/>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25 March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3977863466"/>
      </p:ext>
    </p:extLst>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Nur Titel">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3396188526"/>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Object 5"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Titel 1"/>
          <p:cNvSpPr>
            <a:spLocks noGrp="1"/>
          </p:cNvSpPr>
          <p:nvPr>
            <p:ph type="title"/>
          </p:nvPr>
        </p:nvSpPr>
        <p:spPr/>
        <p:txBody>
          <a:bodyPr/>
          <a:lstStyle/>
          <a:p>
            <a:r>
              <a:rPr lang="de-DE" noProof="0"/>
              <a:t>Titelmasterformat durch Klicken bearbeiten</a:t>
            </a:r>
            <a:endParaRPr lang="en-US" noProof="0"/>
          </a:p>
        </p:txBody>
      </p:sp>
      <p:sp>
        <p:nvSpPr>
          <p:cNvPr id="3" name="Datumsplatzhalter 2"/>
          <p:cNvSpPr>
            <a:spLocks noGrp="1"/>
          </p:cNvSpPr>
          <p:nvPr>
            <p:ph type="dt" sz="half" idx="10"/>
          </p:nvPr>
        </p:nvSpPr>
        <p:spPr>
          <a:xfrm>
            <a:off x="8204051" y="4929944"/>
            <a:ext cx="65" cy="115416"/>
          </a:xfrm>
        </p:spPr>
        <p:txBody>
          <a:bodyPr/>
          <a:lstStyle>
            <a:lvl1pPr fontAlgn="base">
              <a:spcBef>
                <a:spcPct val="0"/>
              </a:spcBef>
              <a:spcAft>
                <a:spcPct val="0"/>
              </a:spcAft>
              <a:defRPr/>
            </a:lvl1pPr>
          </a:lstStyle>
          <a:p>
            <a:pPr>
              <a:defRPr/>
            </a:pPr>
            <a:endParaRPr lang="de-DE">
              <a:solidFill>
                <a:prstClr val="white">
                  <a:lumMod val="50000"/>
                </a:prstClr>
              </a:solidFill>
            </a:endParaRPr>
          </a:p>
        </p:txBody>
      </p:sp>
      <p:sp>
        <p:nvSpPr>
          <p:cNvPr id="4" name="Fußzeilenplatzhalter 3"/>
          <p:cNvSpPr>
            <a:spLocks noGrp="1"/>
          </p:cNvSpPr>
          <p:nvPr>
            <p:ph type="ftr" sz="quarter" idx="11"/>
          </p:nvPr>
        </p:nvSpPr>
        <p:spPr/>
        <p:txBody>
          <a:bodyPr/>
          <a:lstStyle>
            <a:lvl1pPr fontAlgn="base">
              <a:spcBef>
                <a:spcPct val="0"/>
              </a:spcBef>
              <a:spcAft>
                <a:spcPct val="0"/>
              </a:spcAft>
              <a:defRPr/>
            </a:lvl1pPr>
          </a:lstStyle>
          <a:p>
            <a:pPr>
              <a:defRPr/>
            </a:pPr>
            <a:r>
              <a:rPr lang="de-DE">
                <a:solidFill>
                  <a:prstClr val="white">
                    <a:lumMod val="50000"/>
                  </a:prstClr>
                </a:solidFill>
              </a:rPr>
              <a:t>2015-07-02 E-EMC Mainz</a:t>
            </a:r>
          </a:p>
        </p:txBody>
      </p:sp>
      <p:sp>
        <p:nvSpPr>
          <p:cNvPr id="5" name="Foliennummernplatzhalter 4"/>
          <p:cNvSpPr>
            <a:spLocks noGrp="1"/>
          </p:cNvSpPr>
          <p:nvPr>
            <p:ph type="sldNum" sz="quarter" idx="12"/>
          </p:nvPr>
        </p:nvSpPr>
        <p:spPr/>
        <p:txBody>
          <a:bodyPr/>
          <a:lstStyle>
            <a:lvl1pPr fontAlgn="base">
              <a:spcBef>
                <a:spcPct val="0"/>
              </a:spcBef>
              <a:spcAft>
                <a:spcPct val="0"/>
              </a:spcAft>
              <a:defRPr/>
            </a:lvl1pPr>
          </a:lstStyle>
          <a:p>
            <a:pPr>
              <a:defRPr/>
            </a:pPr>
            <a:fld id="{E3722809-07C4-41E2-AFCE-9AEDF2C71FB2}" type="slidenum">
              <a:rPr lang="de-DE">
                <a:solidFill>
                  <a:prstClr val="white">
                    <a:lumMod val="50000"/>
                  </a:prstClr>
                </a:solidFill>
              </a:rPr>
              <a:pPr>
                <a:defRPr/>
              </a:pPr>
              <a:t>‹#›</a:t>
            </a:fld>
            <a:endParaRPr lang="de-DE">
              <a:solidFill>
                <a:prstClr val="white">
                  <a:lumMod val="50000"/>
                </a:prstClr>
              </a:solidFill>
            </a:endParaRPr>
          </a:p>
        </p:txBody>
      </p:sp>
    </p:spTree>
    <p:extLst>
      <p:ext uri="{BB962C8B-B14F-4D97-AF65-F5344CB8AC3E}">
        <p14:creationId xmlns:p14="http://schemas.microsoft.com/office/powerpoint/2010/main" val="951627815"/>
      </p:ext>
    </p:extLst>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cSld name="Empty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noProof="0"/>
              <a:t>Titelmasterformat durch Klicken bearbeiten</a:t>
            </a:r>
            <a:endParaRPr lang="en-GB" noProof="0"/>
          </a:p>
        </p:txBody>
      </p:sp>
      <p:sp>
        <p:nvSpPr>
          <p:cNvPr id="3" name="Datumsplatzhalter 2"/>
          <p:cNvSpPr>
            <a:spLocks noGrp="1"/>
          </p:cNvSpPr>
          <p:nvPr>
            <p:ph type="dt" sz="half" idx="10"/>
          </p:nvPr>
        </p:nvSpPr>
        <p:spPr>
          <a:xfrm>
            <a:off x="8204051" y="4929944"/>
            <a:ext cx="65" cy="115416"/>
          </a:xfrm>
        </p:spPr>
        <p:txBody>
          <a:bodyPr/>
          <a:lstStyle>
            <a:lvl1pPr>
              <a:defRPr/>
            </a:lvl1pPr>
          </a:lstStyle>
          <a:p>
            <a:endParaRPr lang="en-GB">
              <a:solidFill>
                <a:prstClr val="white">
                  <a:lumMod val="50000"/>
                </a:prstClr>
              </a:solidFill>
            </a:endParaRPr>
          </a:p>
        </p:txBody>
      </p:sp>
      <p:sp>
        <p:nvSpPr>
          <p:cNvPr id="4" name="Fußzeilenplatzhalter 3"/>
          <p:cNvSpPr>
            <a:spLocks noGrp="1"/>
          </p:cNvSpPr>
          <p:nvPr>
            <p:ph type="ftr" sz="quarter" idx="11"/>
          </p:nvPr>
        </p:nvSpPr>
        <p:spPr/>
        <p:txBody>
          <a:bodyPr/>
          <a:lstStyle>
            <a:lvl1pPr>
              <a:defRPr/>
            </a:lvl1pPr>
          </a:lstStyle>
          <a:p>
            <a:r>
              <a:rPr lang="en-GB">
                <a:solidFill>
                  <a:prstClr val="white">
                    <a:lumMod val="50000"/>
                  </a:prstClr>
                </a:solidFill>
              </a:rPr>
              <a:t>Board meeting 21.10.2013</a:t>
            </a:r>
          </a:p>
        </p:txBody>
      </p:sp>
      <p:sp>
        <p:nvSpPr>
          <p:cNvPr id="5" name="Foliennummernplatzhalter 4"/>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3676738313"/>
      </p:ext>
    </p:extLst>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422739528"/>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25 March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3539795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2_标题和内容">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extLst>
              <p:ext uri="{D42A27DB-BD31-4B8C-83A1-F6EECF244321}">
                <p14:modId xmlns:p14="http://schemas.microsoft.com/office/powerpoint/2010/main" val="2161087625"/>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9" y="1193"/>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25 March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385771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xfrm>
            <a:off x="7580546" y="4929944"/>
            <a:ext cx="623569" cy="115416"/>
          </a:xfrm>
          <a:ln/>
        </p:spPr>
        <p:txBody>
          <a:bodyPr/>
          <a:lstStyle>
            <a:lvl1pPr>
              <a:defRPr/>
            </a:lvl1pPr>
          </a:lstStyle>
          <a:p>
            <a:pPr>
              <a:defRPr/>
            </a:pPr>
            <a:fld id="{5B6051FE-1AD1-4E9A-9704-0A8293BB56C5}" type="datetime4">
              <a:rPr lang="en-GB" altLang="zh-CN" smtClean="0">
                <a:solidFill>
                  <a:prstClr val="white">
                    <a:lumMod val="50000"/>
                  </a:prstClr>
                </a:solidFill>
              </a:rPr>
              <a:pPr>
                <a:defRPr/>
              </a:pPr>
              <a:t>25 March 2025</a:t>
            </a:fld>
            <a:endParaRPr lang="en-GB">
              <a:solidFill>
                <a:prstClr val="white">
                  <a:lumMod val="50000"/>
                </a:prst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GB">
              <a:solidFill>
                <a:prstClr val="white">
                  <a:lumMod val="50000"/>
                </a:prst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2243116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itle with leading picture">
    <p:bg>
      <p:bgPr>
        <a:solidFill>
          <a:schemeClr val="tx1"/>
        </a:solidFill>
        <a:effectLst/>
      </p:bgPr>
    </p:bg>
    <p:spTree>
      <p:nvGrpSpPr>
        <p:cNvPr id="1" name=""/>
        <p:cNvGrpSpPr/>
        <p:nvPr/>
      </p:nvGrpSpPr>
      <p:grpSpPr>
        <a:xfrm>
          <a:off x="0" y="0"/>
          <a:ext cx="0" cy="0"/>
          <a:chOff x="0" y="0"/>
          <a:chExt cx="0" cy="0"/>
        </a:xfrm>
      </p:grpSpPr>
      <p:pic>
        <p:nvPicPr>
          <p:cNvPr id="64539" name="Picture 10" descr="BI-Logo_36pt_blue_neg"/>
          <p:cNvPicPr>
            <a:picLocks noChangeAspect="1" noChangeArrowheads="1"/>
          </p:cNvPicPr>
          <p:nvPr/>
        </p:nvPicPr>
        <p:blipFill>
          <a:blip r:embed="rId2" cstate="print"/>
          <a:srcRect/>
          <a:stretch>
            <a:fillRect/>
          </a:stretch>
        </p:blipFill>
        <p:spPr bwMode="black">
          <a:xfrm>
            <a:off x="6737350" y="4452940"/>
            <a:ext cx="2159000" cy="498872"/>
          </a:xfrm>
          <a:prstGeom prst="rect">
            <a:avLst/>
          </a:prstGeom>
          <a:noFill/>
          <a:ln w="9525">
            <a:noFill/>
            <a:miter lim="800000"/>
            <a:headEnd/>
            <a:tailEnd/>
          </a:ln>
        </p:spPr>
      </p:pic>
      <p:sp>
        <p:nvSpPr>
          <p:cNvPr id="64530" name="Rectangle 18"/>
          <p:cNvSpPr>
            <a:spLocks noChangeArrowheads="1"/>
          </p:cNvSpPr>
          <p:nvPr/>
        </p:nvSpPr>
        <p:spPr bwMode="auto">
          <a:xfrm>
            <a:off x="0" y="1339445"/>
            <a:ext cx="9144000" cy="1875248"/>
          </a:xfrm>
          <a:prstGeom prst="rect">
            <a:avLst/>
          </a:prstGeom>
          <a:solidFill>
            <a:schemeClr val="accent4"/>
          </a:solidFill>
          <a:ln w="12700">
            <a:noFill/>
            <a:miter lim="800000"/>
            <a:headEnd/>
            <a:tailEnd/>
          </a:ln>
          <a:effectLst/>
        </p:spPr>
        <p:txBody>
          <a:bodyPr wrap="none" anchor="ctr"/>
          <a:lstStyle/>
          <a:p>
            <a:endParaRPr lang="en-GB" sz="1350">
              <a:solidFill>
                <a:srgbClr val="003366"/>
              </a:solidFill>
            </a:endParaRPr>
          </a:p>
        </p:txBody>
      </p:sp>
      <p:grpSp>
        <p:nvGrpSpPr>
          <p:cNvPr id="2" name="Group 8"/>
          <p:cNvGrpSpPr>
            <a:grpSpLocks/>
          </p:cNvGrpSpPr>
          <p:nvPr/>
        </p:nvGrpSpPr>
        <p:grpSpPr bwMode="auto">
          <a:xfrm>
            <a:off x="0" y="0"/>
            <a:ext cx="9144000" cy="5143500"/>
            <a:chOff x="0" y="0"/>
            <a:chExt cx="5760" cy="4320"/>
          </a:xfrm>
        </p:grpSpPr>
        <p:sp>
          <p:nvSpPr>
            <p:cNvPr id="64521" name="Line 9"/>
            <p:cNvSpPr>
              <a:spLocks noChangeShapeType="1"/>
            </p:cNvSpPr>
            <p:nvPr/>
          </p:nvSpPr>
          <p:spPr bwMode="auto">
            <a:xfrm flipH="1">
              <a:off x="0" y="3978"/>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2" name="Line 10"/>
            <p:cNvSpPr>
              <a:spLocks noChangeShapeType="1"/>
            </p:cNvSpPr>
            <p:nvPr/>
          </p:nvSpPr>
          <p:spPr bwMode="auto">
            <a:xfrm>
              <a:off x="222"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3" name="Line 11"/>
            <p:cNvSpPr>
              <a:spLocks noChangeShapeType="1"/>
            </p:cNvSpPr>
            <p:nvPr/>
          </p:nvSpPr>
          <p:spPr bwMode="auto">
            <a:xfrm>
              <a:off x="5538"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4" name="Line 12"/>
            <p:cNvSpPr>
              <a:spLocks noChangeShapeType="1"/>
            </p:cNvSpPr>
            <p:nvPr/>
          </p:nvSpPr>
          <p:spPr bwMode="auto">
            <a:xfrm flipH="1">
              <a:off x="0" y="874"/>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grpSp>
      <p:sp>
        <p:nvSpPr>
          <p:cNvPr id="12" name="Rectangle 4"/>
          <p:cNvSpPr>
            <a:spLocks noGrp="1" noChangeArrowheads="1"/>
          </p:cNvSpPr>
          <p:nvPr>
            <p:ph type="subTitle" idx="1"/>
          </p:nvPr>
        </p:nvSpPr>
        <p:spPr bwMode="white">
          <a:xfrm>
            <a:off x="3571869" y="2143124"/>
            <a:ext cx="4786346" cy="230833"/>
          </a:xfrm>
        </p:spPr>
        <p:txBody>
          <a:bodyPr wrap="square">
            <a:spAutoFit/>
          </a:bodyPr>
          <a:lstStyle>
            <a:lvl1pPr>
              <a:spcBef>
                <a:spcPct val="0"/>
              </a:spcBef>
              <a:defRPr>
                <a:solidFill>
                  <a:schemeClr val="bg1"/>
                </a:solidFill>
                <a:sym typeface="Symbol" pitchFamily="18" charset="2"/>
              </a:defRPr>
            </a:lvl1pPr>
          </a:lstStyle>
          <a:p>
            <a:r>
              <a:rPr lang="en-US" noProof="0">
                <a:sym typeface="Symbol" pitchFamily="18" charset="2"/>
              </a:rPr>
              <a:t>Click to edit Master subtitle style</a:t>
            </a:r>
            <a:endParaRPr lang="en-GB" noProof="0">
              <a:sym typeface="Symbol" pitchFamily="18" charset="2"/>
            </a:endParaRPr>
          </a:p>
        </p:txBody>
      </p:sp>
      <p:sp>
        <p:nvSpPr>
          <p:cNvPr id="13" name="Rectangle 5"/>
          <p:cNvSpPr>
            <a:spLocks noGrp="1" noChangeArrowheads="1"/>
          </p:cNvSpPr>
          <p:nvPr>
            <p:ph type="ctrTitle"/>
          </p:nvPr>
        </p:nvSpPr>
        <p:spPr>
          <a:xfrm>
            <a:off x="3571869" y="1716190"/>
            <a:ext cx="4714908" cy="323165"/>
          </a:xfrm>
          <a:noFill/>
        </p:spPr>
        <p:txBody>
          <a:bodyPr wrap="square" anchor="b">
            <a:spAutoFit/>
          </a:bodyPr>
          <a:lstStyle>
            <a:lvl1pPr>
              <a:defRPr sz="2100"/>
            </a:lvl1pPr>
          </a:lstStyle>
          <a:p>
            <a:r>
              <a:rPr lang="en-US" noProof="0"/>
              <a:t>Click to edit Master title style</a:t>
            </a:r>
            <a:endParaRPr lang="en-GB" noProof="0"/>
          </a:p>
        </p:txBody>
      </p:sp>
      <p:sp>
        <p:nvSpPr>
          <p:cNvPr id="15" name="Bildplatzhalter 14"/>
          <p:cNvSpPr>
            <a:spLocks noGrp="1"/>
          </p:cNvSpPr>
          <p:nvPr>
            <p:ph type="pic" sz="quarter" idx="10"/>
          </p:nvPr>
        </p:nvSpPr>
        <p:spPr>
          <a:xfrm>
            <a:off x="1" y="1339445"/>
            <a:ext cx="3143240" cy="1875243"/>
          </a:xfrm>
        </p:spPr>
        <p:txBody>
          <a:bodyPr/>
          <a:lstStyle/>
          <a:p>
            <a:r>
              <a:rPr lang="en-US" noProof="0"/>
              <a:t>Click icon to add picture</a:t>
            </a:r>
            <a:endParaRPr lang="en-GB" noProof="0"/>
          </a:p>
        </p:txBody>
      </p:sp>
    </p:spTree>
    <p:extLst>
      <p:ext uri="{BB962C8B-B14F-4D97-AF65-F5344CB8AC3E}">
        <p14:creationId xmlns:p14="http://schemas.microsoft.com/office/powerpoint/2010/main" val="83894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Title with leading color and picture">
    <p:bg>
      <p:bgPr>
        <a:solidFill>
          <a:schemeClr val="tx1"/>
        </a:solidFill>
        <a:effectLst/>
      </p:bgPr>
    </p:bg>
    <p:spTree>
      <p:nvGrpSpPr>
        <p:cNvPr id="1" name=""/>
        <p:cNvGrpSpPr/>
        <p:nvPr/>
      </p:nvGrpSpPr>
      <p:grpSpPr>
        <a:xfrm>
          <a:off x="0" y="0"/>
          <a:ext cx="0" cy="0"/>
          <a:chOff x="0" y="0"/>
          <a:chExt cx="0" cy="0"/>
        </a:xfrm>
      </p:grpSpPr>
      <p:pic>
        <p:nvPicPr>
          <p:cNvPr id="64539" name="Picture 10" descr="BI-Logo_36pt_blue_neg"/>
          <p:cNvPicPr>
            <a:picLocks noChangeAspect="1" noChangeArrowheads="1"/>
          </p:cNvPicPr>
          <p:nvPr/>
        </p:nvPicPr>
        <p:blipFill>
          <a:blip r:embed="rId2" cstate="print"/>
          <a:srcRect/>
          <a:stretch>
            <a:fillRect/>
          </a:stretch>
        </p:blipFill>
        <p:spPr bwMode="black">
          <a:xfrm>
            <a:off x="6737350" y="4452940"/>
            <a:ext cx="2159000" cy="498872"/>
          </a:xfrm>
          <a:prstGeom prst="rect">
            <a:avLst/>
          </a:prstGeom>
          <a:noFill/>
          <a:ln w="9525">
            <a:noFill/>
            <a:miter lim="800000"/>
            <a:headEnd/>
            <a:tailEnd/>
          </a:ln>
        </p:spPr>
      </p:pic>
      <p:sp>
        <p:nvSpPr>
          <p:cNvPr id="64530" name="Rectangle 18"/>
          <p:cNvSpPr>
            <a:spLocks noChangeArrowheads="1"/>
          </p:cNvSpPr>
          <p:nvPr/>
        </p:nvSpPr>
        <p:spPr bwMode="auto">
          <a:xfrm>
            <a:off x="0" y="964396"/>
            <a:ext cx="9144000" cy="3107553"/>
          </a:xfrm>
          <a:prstGeom prst="rect">
            <a:avLst/>
          </a:prstGeom>
          <a:solidFill>
            <a:schemeClr val="accent1"/>
          </a:solidFill>
          <a:ln w="12700">
            <a:noFill/>
            <a:miter lim="800000"/>
            <a:headEnd/>
            <a:tailEnd/>
          </a:ln>
          <a:effectLst/>
        </p:spPr>
        <p:txBody>
          <a:bodyPr wrap="none" anchor="ctr"/>
          <a:lstStyle/>
          <a:p>
            <a:endParaRPr lang="en-GB" sz="1350">
              <a:solidFill>
                <a:srgbClr val="003366"/>
              </a:solidFill>
            </a:endParaRPr>
          </a:p>
        </p:txBody>
      </p:sp>
      <p:sp>
        <p:nvSpPr>
          <p:cNvPr id="64516" name="Rectangle 4"/>
          <p:cNvSpPr>
            <a:spLocks noGrp="1" noChangeArrowheads="1"/>
          </p:cNvSpPr>
          <p:nvPr>
            <p:ph type="subTitle" idx="1"/>
          </p:nvPr>
        </p:nvSpPr>
        <p:spPr bwMode="white">
          <a:xfrm>
            <a:off x="3571869" y="2143124"/>
            <a:ext cx="4786346" cy="230833"/>
          </a:xfrm>
        </p:spPr>
        <p:txBody>
          <a:bodyPr wrap="square">
            <a:spAutoFit/>
          </a:bodyPr>
          <a:lstStyle>
            <a:lvl1pPr>
              <a:spcBef>
                <a:spcPct val="0"/>
              </a:spcBef>
              <a:defRPr>
                <a:solidFill>
                  <a:schemeClr val="bg1"/>
                </a:solidFill>
                <a:sym typeface="Symbol" pitchFamily="18" charset="2"/>
              </a:defRPr>
            </a:lvl1pPr>
          </a:lstStyle>
          <a:p>
            <a:r>
              <a:rPr lang="en-US" noProof="0">
                <a:sym typeface="Symbol" pitchFamily="18" charset="2"/>
              </a:rPr>
              <a:t>Click to edit Master subtitle style</a:t>
            </a:r>
            <a:endParaRPr lang="en-GB" noProof="0">
              <a:sym typeface="Symbol" pitchFamily="18" charset="2"/>
            </a:endParaRPr>
          </a:p>
        </p:txBody>
      </p:sp>
      <p:sp>
        <p:nvSpPr>
          <p:cNvPr id="64517" name="Rectangle 5"/>
          <p:cNvSpPr>
            <a:spLocks noGrp="1" noChangeArrowheads="1"/>
          </p:cNvSpPr>
          <p:nvPr>
            <p:ph type="ctrTitle"/>
          </p:nvPr>
        </p:nvSpPr>
        <p:spPr>
          <a:xfrm>
            <a:off x="3571869" y="1393025"/>
            <a:ext cx="4714908" cy="646331"/>
          </a:xfrm>
          <a:noFill/>
        </p:spPr>
        <p:txBody>
          <a:bodyPr wrap="square" anchor="b">
            <a:noAutofit/>
          </a:bodyPr>
          <a:lstStyle>
            <a:lvl1pPr>
              <a:defRPr sz="2100"/>
            </a:lvl1pPr>
          </a:lstStyle>
          <a:p>
            <a:r>
              <a:rPr lang="en-US" noProof="0"/>
              <a:t>Click to edit Master title style</a:t>
            </a:r>
            <a:endParaRPr lang="en-GB" noProof="0"/>
          </a:p>
        </p:txBody>
      </p:sp>
      <p:grpSp>
        <p:nvGrpSpPr>
          <p:cNvPr id="2" name="Group 8"/>
          <p:cNvGrpSpPr>
            <a:grpSpLocks/>
          </p:cNvGrpSpPr>
          <p:nvPr/>
        </p:nvGrpSpPr>
        <p:grpSpPr bwMode="auto">
          <a:xfrm>
            <a:off x="0" y="0"/>
            <a:ext cx="9144000" cy="5143500"/>
            <a:chOff x="0" y="0"/>
            <a:chExt cx="5760" cy="4320"/>
          </a:xfrm>
        </p:grpSpPr>
        <p:sp>
          <p:nvSpPr>
            <p:cNvPr id="64521" name="Line 9"/>
            <p:cNvSpPr>
              <a:spLocks noChangeShapeType="1"/>
            </p:cNvSpPr>
            <p:nvPr/>
          </p:nvSpPr>
          <p:spPr bwMode="auto">
            <a:xfrm flipH="1">
              <a:off x="0" y="3978"/>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2" name="Line 10"/>
            <p:cNvSpPr>
              <a:spLocks noChangeShapeType="1"/>
            </p:cNvSpPr>
            <p:nvPr/>
          </p:nvSpPr>
          <p:spPr bwMode="auto">
            <a:xfrm>
              <a:off x="222"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3" name="Line 11"/>
            <p:cNvSpPr>
              <a:spLocks noChangeShapeType="1"/>
            </p:cNvSpPr>
            <p:nvPr/>
          </p:nvSpPr>
          <p:spPr bwMode="auto">
            <a:xfrm>
              <a:off x="5538" y="0"/>
              <a:ext cx="0" cy="432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sp>
          <p:nvSpPr>
            <p:cNvPr id="64524" name="Line 12"/>
            <p:cNvSpPr>
              <a:spLocks noChangeShapeType="1"/>
            </p:cNvSpPr>
            <p:nvPr/>
          </p:nvSpPr>
          <p:spPr bwMode="auto">
            <a:xfrm flipH="1">
              <a:off x="0" y="874"/>
              <a:ext cx="5760" cy="0"/>
            </a:xfrm>
            <a:prstGeom prst="line">
              <a:avLst/>
            </a:prstGeom>
            <a:noFill/>
            <a:ln w="12700">
              <a:noFill/>
              <a:prstDash val="dash"/>
              <a:round/>
              <a:headEnd/>
              <a:tailEnd/>
            </a:ln>
            <a:effectLst/>
          </p:spPr>
          <p:txBody>
            <a:bodyPr wrap="none" anchor="ctr"/>
            <a:lstStyle/>
            <a:p>
              <a:endParaRPr lang="en-GB" sz="1350">
                <a:solidFill>
                  <a:srgbClr val="003366"/>
                </a:solidFill>
              </a:endParaRPr>
            </a:p>
          </p:txBody>
        </p:sp>
      </p:grpSp>
      <p:sp>
        <p:nvSpPr>
          <p:cNvPr id="13" name="Bildplatzhalter 12"/>
          <p:cNvSpPr>
            <a:spLocks noGrp="1"/>
          </p:cNvSpPr>
          <p:nvPr>
            <p:ph type="pic" sz="quarter" idx="10"/>
          </p:nvPr>
        </p:nvSpPr>
        <p:spPr>
          <a:xfrm>
            <a:off x="0" y="964397"/>
            <a:ext cx="3214678" cy="3107543"/>
          </a:xfrm>
          <a:ln>
            <a:noFill/>
          </a:ln>
        </p:spPr>
        <p:txBody>
          <a:bodyPr/>
          <a:lstStyle/>
          <a:p>
            <a:r>
              <a:rPr lang="en-US" noProof="0"/>
              <a:t>Click icon to add picture</a:t>
            </a:r>
            <a:endParaRPr lang="en-GB" noProof="0"/>
          </a:p>
        </p:txBody>
      </p:sp>
    </p:spTree>
    <p:extLst>
      <p:ext uri="{BB962C8B-B14F-4D97-AF65-F5344CB8AC3E}">
        <p14:creationId xmlns:p14="http://schemas.microsoft.com/office/powerpoint/2010/main" val="3161539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lumns">
    <p:spTree>
      <p:nvGrpSpPr>
        <p:cNvPr id="1" name=""/>
        <p:cNvGrpSpPr/>
        <p:nvPr/>
      </p:nvGrpSpPr>
      <p:grpSpPr>
        <a:xfrm>
          <a:off x="0" y="0"/>
          <a:ext cx="0" cy="0"/>
          <a:chOff x="0" y="0"/>
          <a:chExt cx="0" cy="0"/>
        </a:xfrm>
      </p:grpSpPr>
      <p:sp>
        <p:nvSpPr>
          <p:cNvPr id="2" name="Titel 1"/>
          <p:cNvSpPr>
            <a:spLocks noGrp="1"/>
          </p:cNvSpPr>
          <p:nvPr>
            <p:ph type="title"/>
          </p:nvPr>
        </p:nvSpPr>
        <p:spPr>
          <a:xfrm>
            <a:off x="358775" y="80963"/>
            <a:ext cx="6780213" cy="276999"/>
          </a:xfrm>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a:noFill/>
        </p:spPr>
        <p:txBody>
          <a:bodyPr lIns="0" tIns="0" rIns="0" bIns="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AE92704B-761B-4C0E-9C7D-F7873F40C0E9}" type="datetime1">
              <a:rPr lang="en-GB" smtClean="0">
                <a:solidFill>
                  <a:prstClr val="white">
                    <a:lumMod val="50000"/>
                  </a:prstClr>
                </a:solidFill>
              </a:rPr>
              <a:pPr/>
              <a:t>25/03/2025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0" name="Inhaltsplatzhalter 3"/>
          <p:cNvSpPr>
            <a:spLocks noGrp="1"/>
          </p:cNvSpPr>
          <p:nvPr>
            <p:ph sz="half" idx="13"/>
          </p:nvPr>
        </p:nvSpPr>
        <p:spPr>
          <a:xfrm>
            <a:off x="358775" y="944169"/>
            <a:ext cx="4141788" cy="3649265"/>
          </a:xfrm>
          <a:noFill/>
        </p:spPr>
        <p:txBody>
          <a:bodyPr lIns="0" tIns="0" rIns="0" bIns="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627741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Interlink with pictur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noProof="0"/>
              <a:t>Click to edit Master title style</a:t>
            </a:r>
            <a:endParaRPr lang="en-GB" noProof="0"/>
          </a:p>
        </p:txBody>
      </p:sp>
      <p:sp>
        <p:nvSpPr>
          <p:cNvPr id="4" name="Datumsplatzhalter 3"/>
          <p:cNvSpPr>
            <a:spLocks noGrp="1"/>
          </p:cNvSpPr>
          <p:nvPr>
            <p:ph type="dt" sz="half" idx="10"/>
          </p:nvPr>
        </p:nvSpPr>
        <p:spPr/>
        <p:txBody>
          <a:bodyPr/>
          <a:lstStyle>
            <a:lvl1pPr>
              <a:defRPr/>
            </a:lvl1pPr>
          </a:lstStyle>
          <a:p>
            <a:fld id="{817EA95E-D23F-4ED9-84F9-71CD0A3FA654}"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6" name="Foliennummernplatzhalter 5"/>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8" name="Bildplatzhalter 7"/>
          <p:cNvSpPr>
            <a:spLocks noGrp="1"/>
          </p:cNvSpPr>
          <p:nvPr>
            <p:ph type="pic" sz="quarter" idx="13"/>
          </p:nvPr>
        </p:nvSpPr>
        <p:spPr>
          <a:xfrm>
            <a:off x="0" y="750096"/>
            <a:ext cx="9144000" cy="3857639"/>
          </a:xfrm>
        </p:spPr>
        <p:txBody>
          <a:bodyPr/>
          <a:lstStyle/>
          <a:p>
            <a:r>
              <a:rPr lang="en-US" noProof="0"/>
              <a:t>Click icon to add picture</a:t>
            </a:r>
            <a:endParaRPr lang="en-GB" noProof="0"/>
          </a:p>
        </p:txBody>
      </p:sp>
    </p:spTree>
    <p:extLst>
      <p:ext uri="{BB962C8B-B14F-4D97-AF65-F5344CB8AC3E}">
        <p14:creationId xmlns:p14="http://schemas.microsoft.com/office/powerpoint/2010/main" val="1797518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aphic with text">
    <p:spTree>
      <p:nvGrpSpPr>
        <p:cNvPr id="1" name=""/>
        <p:cNvGrpSpPr/>
        <p:nvPr/>
      </p:nvGrpSpPr>
      <p:grpSpPr>
        <a:xfrm>
          <a:off x="0" y="0"/>
          <a:ext cx="0" cy="0"/>
          <a:chOff x="0" y="0"/>
          <a:chExt cx="0" cy="0"/>
        </a:xfrm>
      </p:grpSpPr>
      <p:sp>
        <p:nvSpPr>
          <p:cNvPr id="14" name="Rechteck 13"/>
          <p:cNvSpPr/>
          <p:nvPr/>
        </p:nvSpPr>
        <p:spPr bwMode="auto">
          <a:xfrm>
            <a:off x="357159" y="4286263"/>
            <a:ext cx="4143404" cy="32147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eaLnBrk="0" fontAlgn="base" hangingPunct="0">
              <a:spcBef>
                <a:spcPct val="0"/>
              </a:spcBef>
              <a:spcAft>
                <a:spcPct val="0"/>
              </a:spcAft>
            </a:pPr>
            <a:endParaRPr lang="en-GB" sz="1050">
              <a:solidFill>
                <a:srgbClr val="003366"/>
              </a:solidFill>
            </a:endParaRPr>
          </a:p>
        </p:txBody>
      </p:sp>
      <p:sp>
        <p:nvSpPr>
          <p:cNvPr id="2" name="Titel 1"/>
          <p:cNvSpPr>
            <a:spLocks noGrp="1"/>
          </p:cNvSpPr>
          <p:nvPr>
            <p:ph type="title"/>
          </p:nvPr>
        </p:nvSpPr>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p:spPr>
        <p:txBody>
          <a:bodyPr/>
          <a:lstStyle>
            <a:lvl1pPr>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E5C5024C-5B12-4CA8-A3A9-F01BAA21DD16}" type="datetime1">
              <a:rPr lang="en-GB" smtClean="0">
                <a:solidFill>
                  <a:prstClr val="white">
                    <a:lumMod val="50000"/>
                  </a:prstClr>
                </a:solidFill>
              </a:rPr>
              <a:pPr/>
              <a:t>25/03/2025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1" name="Textplatzhalter 10"/>
          <p:cNvSpPr>
            <a:spLocks noGrp="1"/>
          </p:cNvSpPr>
          <p:nvPr>
            <p:ph type="body" sz="quarter" idx="14"/>
          </p:nvPr>
        </p:nvSpPr>
        <p:spPr>
          <a:xfrm>
            <a:off x="357188" y="4339856"/>
            <a:ext cx="4143375" cy="267878"/>
          </a:xfrm>
          <a:noFill/>
        </p:spPr>
        <p:txBody>
          <a:bodyPr/>
          <a:lstStyle>
            <a:lvl1pPr marL="202406"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Inhaltsplatzhalter 12"/>
          <p:cNvSpPr>
            <a:spLocks noGrp="1"/>
          </p:cNvSpPr>
          <p:nvPr>
            <p:ph sz="quarter" idx="15"/>
          </p:nvPr>
        </p:nvSpPr>
        <p:spPr>
          <a:xfrm>
            <a:off x="357190" y="954159"/>
            <a:ext cx="4143374" cy="333209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96464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Graphic with white text">
    <p:spTree>
      <p:nvGrpSpPr>
        <p:cNvPr id="1" name=""/>
        <p:cNvGrpSpPr/>
        <p:nvPr/>
      </p:nvGrpSpPr>
      <p:grpSpPr>
        <a:xfrm>
          <a:off x="0" y="0"/>
          <a:ext cx="0" cy="0"/>
          <a:chOff x="0" y="0"/>
          <a:chExt cx="0" cy="0"/>
        </a:xfrm>
      </p:grpSpPr>
      <p:sp>
        <p:nvSpPr>
          <p:cNvPr id="14" name="Rechteck 13"/>
          <p:cNvSpPr/>
          <p:nvPr/>
        </p:nvSpPr>
        <p:spPr bwMode="auto">
          <a:xfrm>
            <a:off x="357159" y="4286263"/>
            <a:ext cx="4143404" cy="321471"/>
          </a:xfrm>
          <a:prstGeom prst="rect">
            <a:avLst/>
          </a:prstGeom>
          <a:solidFill>
            <a:schemeClr val="accent4">
              <a:lumMod val="60000"/>
              <a:lumOff val="40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eaLnBrk="0" fontAlgn="base" hangingPunct="0">
              <a:spcBef>
                <a:spcPct val="0"/>
              </a:spcBef>
              <a:spcAft>
                <a:spcPct val="0"/>
              </a:spcAft>
            </a:pPr>
            <a:endParaRPr lang="en-GB" sz="1050">
              <a:solidFill>
                <a:srgbClr val="003366"/>
              </a:solidFill>
            </a:endParaRPr>
          </a:p>
        </p:txBody>
      </p:sp>
      <p:sp>
        <p:nvSpPr>
          <p:cNvPr id="2" name="Titel 1"/>
          <p:cNvSpPr>
            <a:spLocks noGrp="1"/>
          </p:cNvSpPr>
          <p:nvPr>
            <p:ph type="title"/>
          </p:nvPr>
        </p:nvSpPr>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A7022038-ACE0-4620-B7F9-5796CCAA55CF}" type="datetime1">
              <a:rPr lang="en-GB" smtClean="0">
                <a:solidFill>
                  <a:prstClr val="white">
                    <a:lumMod val="50000"/>
                  </a:prstClr>
                </a:solidFill>
              </a:rPr>
              <a:pPr/>
              <a:t>25/03/2025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1" name="Textplatzhalter 10"/>
          <p:cNvSpPr>
            <a:spLocks noGrp="1"/>
          </p:cNvSpPr>
          <p:nvPr>
            <p:ph type="body" sz="quarter" idx="14"/>
          </p:nvPr>
        </p:nvSpPr>
        <p:spPr>
          <a:xfrm>
            <a:off x="357188" y="4339856"/>
            <a:ext cx="4143375" cy="267878"/>
          </a:xfrm>
          <a:noFill/>
        </p:spPr>
        <p:txBody>
          <a:bodyPr/>
          <a:lstStyle>
            <a:lvl1pPr marL="202406" indent="0">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13" name="Inhaltsplatzhalter 12"/>
          <p:cNvSpPr>
            <a:spLocks noGrp="1"/>
          </p:cNvSpPr>
          <p:nvPr>
            <p:ph sz="quarter" idx="15"/>
          </p:nvPr>
        </p:nvSpPr>
        <p:spPr>
          <a:xfrm>
            <a:off x="357190" y="954159"/>
            <a:ext cx="4143374" cy="333209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52276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column white">
    <p:spTree>
      <p:nvGrpSpPr>
        <p:cNvPr id="1" name=""/>
        <p:cNvGrpSpPr/>
        <p:nvPr/>
      </p:nvGrpSpPr>
      <p:grpSpPr>
        <a:xfrm>
          <a:off x="0" y="0"/>
          <a:ext cx="0" cy="0"/>
          <a:chOff x="0" y="0"/>
          <a:chExt cx="0" cy="0"/>
        </a:xfrm>
      </p:grpSpPr>
      <p:sp>
        <p:nvSpPr>
          <p:cNvPr id="2" name="Titel 1"/>
          <p:cNvSpPr>
            <a:spLocks noGrp="1"/>
          </p:cNvSpPr>
          <p:nvPr>
            <p:ph type="title"/>
          </p:nvPr>
        </p:nvSpPr>
        <p:spPr>
          <a:xfrm>
            <a:off x="358775" y="80963"/>
            <a:ext cx="6780213" cy="276999"/>
          </a:xfrm>
        </p:spPr>
        <p:txBody>
          <a:bodyPr/>
          <a:lstStyle/>
          <a:p>
            <a:r>
              <a:rPr lang="en-US" noProof="0"/>
              <a:t>Click to edit Master title style</a:t>
            </a:r>
            <a:endParaRPr lang="en-GB" noProof="0"/>
          </a:p>
        </p:txBody>
      </p:sp>
      <p:sp>
        <p:nvSpPr>
          <p:cNvPr id="4" name="Inhaltsplatzhalter 3"/>
          <p:cNvSpPr>
            <a:spLocks noGrp="1"/>
          </p:cNvSpPr>
          <p:nvPr>
            <p:ph sz="half" idx="2"/>
          </p:nvPr>
        </p:nvSpPr>
        <p:spPr>
          <a:xfrm>
            <a:off x="46513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5" name="Datumsplatzhalter 4"/>
          <p:cNvSpPr>
            <a:spLocks noGrp="1"/>
          </p:cNvSpPr>
          <p:nvPr>
            <p:ph type="dt" sz="half" idx="10"/>
          </p:nvPr>
        </p:nvSpPr>
        <p:spPr/>
        <p:txBody>
          <a:bodyPr/>
          <a:lstStyle>
            <a:lvl1pPr>
              <a:defRPr/>
            </a:lvl1pPr>
          </a:lstStyle>
          <a:p>
            <a:fld id="{EFB71F9A-8C60-4C20-9E81-F0FD6804900F}" type="datetime1">
              <a:rPr lang="en-GB" smtClean="0">
                <a:solidFill>
                  <a:prstClr val="white">
                    <a:lumMod val="50000"/>
                  </a:prstClr>
                </a:solidFill>
              </a:rPr>
              <a:pPr/>
              <a:t>25/03/2025</a:t>
            </a:fld>
            <a:endParaRPr lang="en-GB">
              <a:solidFill>
                <a:prstClr val="white">
                  <a:lumMod val="50000"/>
                </a:prstClr>
              </a:solidFill>
            </a:endParaRPr>
          </a:p>
        </p:txBody>
      </p:sp>
      <p:sp>
        <p:nvSpPr>
          <p:cNvPr id="6" name="Fußzeilenplatzhalter 5"/>
          <p:cNvSpPr>
            <a:spLocks noGrp="1"/>
          </p:cNvSpPr>
          <p:nvPr>
            <p:ph type="ftr" sz="quarter" idx="11"/>
          </p:nvPr>
        </p:nvSpPr>
        <p:spPr/>
        <p:txBody>
          <a:bodyPr/>
          <a:lstStyle>
            <a:lvl1pPr>
              <a:defRPr/>
            </a:lvl1pPr>
          </a:lstStyle>
          <a:p>
            <a:endParaRPr lang="en-GB">
              <a:solidFill>
                <a:prstClr val="white">
                  <a:lumMod val="50000"/>
                </a:prstClr>
              </a:solidFill>
            </a:endParaRPr>
          </a:p>
        </p:txBody>
      </p:sp>
      <p:sp>
        <p:nvSpPr>
          <p:cNvPr id="7" name="Foliennummernplatzhalter 6"/>
          <p:cNvSpPr>
            <a:spLocks noGrp="1"/>
          </p:cNvSpPr>
          <p:nvPr>
            <p:ph type="sldNum" sz="quarter" idx="12"/>
          </p:nvPr>
        </p:nvSpPr>
        <p:spPr/>
        <p:txBody>
          <a:bodyPr/>
          <a:lstStyle>
            <a:lvl1pPr>
              <a:defRPr/>
            </a:lvl1pPr>
          </a:lstStyle>
          <a:p>
            <a:fld id="{D446586B-FF75-47A1-A069-ED9CC9CD5B58}" type="slidenum">
              <a:rPr lang="en-GB" smtClean="0">
                <a:solidFill>
                  <a:prstClr val="white">
                    <a:lumMod val="50000"/>
                  </a:prstClr>
                </a:solidFill>
              </a:rPr>
              <a:pPr/>
              <a:t>‹#›</a:t>
            </a:fld>
            <a:endParaRPr lang="en-GB">
              <a:solidFill>
                <a:prstClr val="white">
                  <a:lumMod val="50000"/>
                </a:prstClr>
              </a:solidFill>
            </a:endParaRPr>
          </a:p>
        </p:txBody>
      </p:sp>
      <p:sp>
        <p:nvSpPr>
          <p:cNvPr id="10" name="Inhaltsplatzhalter 3"/>
          <p:cNvSpPr>
            <a:spLocks noGrp="1"/>
          </p:cNvSpPr>
          <p:nvPr>
            <p:ph sz="half" idx="13"/>
          </p:nvPr>
        </p:nvSpPr>
        <p:spPr>
          <a:xfrm>
            <a:off x="358775" y="944169"/>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Tree>
    <p:extLst>
      <p:ext uri="{BB962C8B-B14F-4D97-AF65-F5344CB8AC3E}">
        <p14:creationId xmlns:p14="http://schemas.microsoft.com/office/powerpoint/2010/main" val="1094408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5" y="3572754"/>
            <a:ext cx="5884369" cy="369332"/>
          </a:xfrm>
        </p:spPr>
        <p:txBody>
          <a:bodyPr wrap="square">
            <a:spAutoFit/>
          </a:bodyPr>
          <a:lstStyle>
            <a:lvl1pPr marL="0" indent="0" algn="l">
              <a:buNone/>
              <a:defRPr sz="2400" b="0" i="0" baseline="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607130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374856" cy="738664"/>
          </a:xfrm>
        </p:spPr>
        <p:txBody>
          <a:bodyPr wrap="square">
            <a:spAutoFit/>
          </a:bodyPr>
          <a:lstStyle>
            <a:lvl1pPr>
              <a:defRPr sz="48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6" y="3572754"/>
            <a:ext cx="5374856" cy="369332"/>
          </a:xfrm>
        </p:spPr>
        <p:txBody>
          <a:bodyPr wrap="square">
            <a:spAutoFit/>
          </a:bodyPr>
          <a:lstStyle>
            <a:lvl1pPr marL="0" indent="0" algn="l">
              <a:buNone/>
              <a:defRPr sz="2400" b="0" i="0">
                <a:solidFill>
                  <a:srgbClr val="003366"/>
                </a:solidFill>
                <a:latin typeface="BISansOptiCond"/>
                <a:cs typeface="BISansOptiCond"/>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279537"/>
            <a:ext cx="22608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98353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8"/>
            <a:ext cx="8235318" cy="738664"/>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2788612"/>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97467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4059236"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3565147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latin typeface="BISansOpti"/>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9" y="1980097"/>
            <a:ext cx="4059237" cy="1477328"/>
          </a:xfrm>
        </p:spPr>
        <p:txBody>
          <a:bodyPr wrap="square">
            <a:spAutoFit/>
          </a:bodyPr>
          <a:lstStyle>
            <a:lvl1pPr marL="0" indent="0">
              <a:buNone/>
              <a:defRPr sz="48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351829" y="3467847"/>
            <a:ext cx="2954642" cy="369332"/>
          </a:xfrm>
        </p:spPr>
        <p:txBody>
          <a:bodyPr wrap="square">
            <a:spAutoFit/>
          </a:bodyPr>
          <a:lstStyle>
            <a:lvl1pPr marL="0" indent="0">
              <a:buNone/>
              <a:defRPr sz="24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381581"/>
            <a:ext cx="27684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3359168" y="2342800"/>
            <a:ext cx="2260800" cy="2260800"/>
          </a:xfrm>
          <a:prstGeom prst="ellipse">
            <a:avLst/>
          </a:prstGeom>
        </p:spPr>
        <p:txBody>
          <a:bodyPr/>
          <a:lstStyle>
            <a:lvl1pPr marL="0" indent="0" algn="ctr">
              <a:buNone/>
              <a:defRPr sz="9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Tree>
    <p:extLst>
      <p:ext uri="{BB962C8B-B14F-4D97-AF65-F5344CB8AC3E}">
        <p14:creationId xmlns:p14="http://schemas.microsoft.com/office/powerpoint/2010/main" val="178199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076675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25/03/2025</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71067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25/03/2025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950496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7" name="Inhaltsplatzhalter 6"/>
          <p:cNvSpPr>
            <a:spLocks noGrp="1"/>
          </p:cNvSpPr>
          <p:nvPr>
            <p:ph sz="quarter" idx="13"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64195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3" name="Inhaltsplatzhalter 2"/>
          <p:cNvSpPr>
            <a:spLocks noGrp="1"/>
          </p:cNvSpPr>
          <p:nvPr>
            <p:ph idx="1" hasCustomPrompt="1"/>
          </p:nvPr>
        </p:nvSpPr>
        <p:spPr>
          <a:xfrm>
            <a:off x="367576" y="1200152"/>
            <a:ext cx="2934425" cy="2782569"/>
          </a:xfrm>
        </p:spPr>
        <p:txBody>
          <a:bodyPr/>
          <a:lstStyle/>
          <a:p>
            <a:pPr lvl="0"/>
            <a:r>
              <a:rPr lang="en-GB" noProof="0"/>
              <a:t>Click to add text</a:t>
            </a: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25/03/2025</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664524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sp>
        <p:nvSpPr>
          <p:cNvPr id="15" name="Textplatzhalter 4"/>
          <p:cNvSpPr>
            <a:spLocks noGrp="1"/>
          </p:cNvSpPr>
          <p:nvPr>
            <p:ph type="body" sz="quarter" idx="10" hasCustomPrompt="1"/>
          </p:nvPr>
        </p:nvSpPr>
        <p:spPr>
          <a:xfrm>
            <a:off x="-169856" y="778811"/>
            <a:ext cx="1738800" cy="17388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25/03/2025</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1771575" y="659905"/>
            <a:ext cx="5065660" cy="369332"/>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3" name="Inhaltsplatzhalter 6"/>
          <p:cNvSpPr>
            <a:spLocks noGrp="1"/>
          </p:cNvSpPr>
          <p:nvPr>
            <p:ph sz="quarter" idx="15" hasCustomPrompt="1"/>
          </p:nvPr>
        </p:nvSpPr>
        <p:spPr>
          <a:xfrm>
            <a:off x="1771200" y="1504800"/>
            <a:ext cx="5616000" cy="29556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154311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69257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25/03/2025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2443881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25/03/2025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140400"/>
            <a:ext cx="8408850" cy="553998"/>
          </a:xfrm>
        </p:spPr>
        <p:txBody>
          <a:bodyPr/>
          <a:lstStyle>
            <a:lvl1pPr>
              <a:defRPr sz="36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139957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25/03/2025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038585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25/03/2025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11" name="Inhaltsplatzhalter 6"/>
          <p:cNvSpPr>
            <a:spLocks noGrp="1"/>
          </p:cNvSpPr>
          <p:nvPr>
            <p:ph sz="quarter" idx="15" hasCustomPrompt="1"/>
          </p:nvPr>
        </p:nvSpPr>
        <p:spPr>
          <a:xfrm>
            <a:off x="1771200" y="1198800"/>
            <a:ext cx="5616000" cy="3394800"/>
          </a:xfrm>
        </p:spPr>
        <p:txBody>
          <a:bodyPr/>
          <a:lstStyle>
            <a:lvl1pPr marL="0" indent="0">
              <a:spcBef>
                <a:spcPts val="600"/>
              </a:spcBef>
              <a:buNone/>
              <a:defRPr>
                <a:latin typeface="+mn-lt"/>
              </a:defRPr>
            </a:lvl1pPr>
            <a:lvl2pPr marL="266693" indent="0">
              <a:buNone/>
              <a:defRPr>
                <a:latin typeface="+mn-lt"/>
              </a:defRPr>
            </a:lvl2pPr>
            <a:lvl3pPr marL="450839" indent="0">
              <a:buNone/>
              <a:defRPr>
                <a:latin typeface="+mn-lt"/>
              </a:defRPr>
            </a:lvl3pPr>
            <a:lvl4pPr marL="628634" indent="0">
              <a:buNone/>
              <a:defRPr>
                <a:latin typeface="+mn-lt"/>
              </a:defRPr>
            </a:lvl4pPr>
            <a:lvl5pPr marL="806430"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11913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67576" y="1200152"/>
            <a:ext cx="2934425" cy="2782569"/>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25/03/2025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823898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25/03/2025</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27210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de-DE"/>
              <a:t>Bild durch Klicken auf Symbol hinzufügen</a:t>
            </a:r>
          </a:p>
        </p:txBody>
      </p:sp>
      <p:sp>
        <p:nvSpPr>
          <p:cNvPr id="13"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3562174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71942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492628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2583934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07605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de-DE"/>
              <a:t>Bild durch Klicken auf Symbol hinzufügen</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sp>
        <p:nvSpPr>
          <p:cNvPr id="14"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608733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2" y="735013"/>
            <a:ext cx="3672981" cy="3960812"/>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e-DE" sz="1400" err="1">
              <a:solidFill>
                <a:schemeClr val="tx1"/>
              </a:solidFill>
              <a:latin typeface="BISansOpti"/>
            </a:endParaRPr>
          </a:p>
        </p:txBody>
      </p:sp>
      <p:sp>
        <p:nvSpPr>
          <p:cNvPr id="11" name="Bildplatzhalter 20"/>
          <p:cNvSpPr>
            <a:spLocks noGrp="1"/>
          </p:cNvSpPr>
          <p:nvPr>
            <p:ph type="pic" sz="quarter" idx="13"/>
          </p:nvPr>
        </p:nvSpPr>
        <p:spPr>
          <a:xfrm>
            <a:off x="-1" y="731225"/>
            <a:ext cx="3579143" cy="3963175"/>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400" baseline="0">
                <a:solidFill>
                  <a:schemeClr val="bg1"/>
                </a:solidFill>
              </a:defRPr>
            </a:lvl1pPr>
          </a:lstStyle>
          <a:p>
            <a:r>
              <a:rPr lang="de-DE"/>
              <a:t>Bild durch Klicken auf Symbol hinzufügen</a:t>
            </a:r>
          </a:p>
        </p:txBody>
      </p:sp>
      <p:sp>
        <p:nvSpPr>
          <p:cNvPr id="13" name="Inhaltsplatzhalter 11"/>
          <p:cNvSpPr>
            <a:spLocks noGrp="1"/>
          </p:cNvSpPr>
          <p:nvPr>
            <p:ph sz="quarter" idx="14" hasCustomPrompt="1"/>
          </p:nvPr>
        </p:nvSpPr>
        <p:spPr>
          <a:xfrm>
            <a:off x="3848400" y="1198800"/>
            <a:ext cx="4928026" cy="33948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367575" y="290572"/>
            <a:ext cx="8408850" cy="369332"/>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137620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367576" y="3985478"/>
            <a:ext cx="1350693" cy="153888"/>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a:t>
            </a:r>
          </a:p>
        </p:txBody>
      </p: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
        <p:nvSpPr>
          <p:cNvPr id="3" name="Textplatzhalter 2"/>
          <p:cNvSpPr>
            <a:spLocks noGrp="1"/>
          </p:cNvSpPr>
          <p:nvPr>
            <p:ph type="body" sz="quarter" idx="20" hasCustomPrompt="1"/>
          </p:nvPr>
        </p:nvSpPr>
        <p:spPr>
          <a:xfrm>
            <a:off x="367200" y="4139367"/>
            <a:ext cx="4626000" cy="615553"/>
          </a:xfrm>
        </p:spPr>
        <p:txBody>
          <a:bodyPr>
            <a:noAutofit/>
          </a:bodyPr>
          <a:lstStyle>
            <a:lvl1pPr marL="0" indent="0">
              <a:lnSpc>
                <a:spcPct val="100000"/>
              </a:lnSpc>
              <a:spcBef>
                <a:spcPts val="0"/>
              </a:spcBef>
              <a:buNone/>
              <a:defRPr sz="1000">
                <a:solidFill>
                  <a:srgbClr val="1F497D"/>
                </a:solidFill>
              </a:defRPr>
            </a:lvl1pPr>
            <a:lvl2pPr marL="266693" indent="0">
              <a:buNone/>
              <a:defRPr sz="1000">
                <a:solidFill>
                  <a:srgbClr val="1F497D"/>
                </a:solidFill>
              </a:defRPr>
            </a:lvl2pPr>
            <a:lvl3pPr marL="450839" indent="0">
              <a:buNone/>
              <a:defRPr sz="1000">
                <a:solidFill>
                  <a:srgbClr val="1F497D"/>
                </a:solidFill>
              </a:defRPr>
            </a:lvl3pPr>
            <a:lvl4pPr marL="628634" indent="0">
              <a:buNone/>
              <a:defRPr sz="1000">
                <a:solidFill>
                  <a:srgbClr val="1F497D"/>
                </a:solidFill>
              </a:defRPr>
            </a:lvl4pPr>
            <a:lvl5pPr marL="806430" indent="0">
              <a:buNone/>
              <a:defRPr sz="1000">
                <a:solidFill>
                  <a:srgbClr val="1F497D"/>
                </a:solidFill>
              </a:defRPr>
            </a:lvl5pPr>
          </a:lstStyle>
          <a:p>
            <a:pPr algn="just"/>
            <a:r>
              <a:rPr lang="en-GB" sz="1000" noProof="0">
                <a:solidFill>
                  <a:srgbClr val="1F497D"/>
                </a:solidFill>
                <a:latin typeface="BISansOpti"/>
                <a:cs typeface="BISansOpti"/>
              </a:rPr>
              <a:t>Click to add copyright-text</a:t>
            </a:r>
          </a:p>
        </p:txBody>
      </p:sp>
      <p:sp>
        <p:nvSpPr>
          <p:cNvPr id="5" name="Textplatzhalter 4"/>
          <p:cNvSpPr>
            <a:spLocks noGrp="1"/>
          </p:cNvSpPr>
          <p:nvPr>
            <p:ph type="body" sz="quarter" idx="21" hasCustomPrompt="1"/>
          </p:nvPr>
        </p:nvSpPr>
        <p:spPr>
          <a:xfrm>
            <a:off x="1718269" y="3986222"/>
            <a:ext cx="3274933" cy="153888"/>
          </a:xfrm>
        </p:spPr>
        <p:txBody>
          <a:bodyPr wrap="square">
            <a:spAutoFit/>
          </a:bodyPr>
          <a:lstStyle>
            <a:lvl1pPr marL="0" indent="0">
              <a:buNone/>
              <a:defRPr sz="1000">
                <a:solidFill>
                  <a:srgbClr val="1F497D"/>
                </a:solidFill>
              </a:defRPr>
            </a:lvl1pPr>
            <a:lvl2pPr marL="266693" indent="0">
              <a:buNone/>
              <a:defRPr sz="1000">
                <a:solidFill>
                  <a:srgbClr val="1F497D"/>
                </a:solidFill>
              </a:defRPr>
            </a:lvl2pPr>
            <a:lvl3pPr marL="450839" indent="0">
              <a:buNone/>
              <a:defRPr sz="1000">
                <a:solidFill>
                  <a:srgbClr val="1F497D"/>
                </a:solidFill>
              </a:defRPr>
            </a:lvl3pPr>
            <a:lvl4pPr marL="628634" indent="0">
              <a:buNone/>
              <a:defRPr sz="1000">
                <a:solidFill>
                  <a:srgbClr val="1F497D"/>
                </a:solidFill>
              </a:defRPr>
            </a:lvl4pPr>
            <a:lvl5pPr marL="806430" indent="0">
              <a:buNone/>
              <a:defRPr sz="1000">
                <a:solidFill>
                  <a:srgbClr val="1F497D"/>
                </a:solidFill>
              </a:defRPr>
            </a:lvl5pPr>
          </a:lstStyle>
          <a:p>
            <a:pPr lvl="0"/>
            <a:r>
              <a:rPr lang="en-GB" noProof="0"/>
              <a:t>Click to add year of copyright</a:t>
            </a:r>
          </a:p>
        </p:txBody>
      </p:sp>
    </p:spTree>
    <p:extLst>
      <p:ext uri="{BB962C8B-B14F-4D97-AF65-F5344CB8AC3E}">
        <p14:creationId xmlns:p14="http://schemas.microsoft.com/office/powerpoint/2010/main" val="1062992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3" name="Freeform 1"/>
          <p:cNvSpPr>
            <a:spLocks noChangeAspect="1" noChangeArrowheads="1"/>
          </p:cNvSpPr>
          <p:nvPr userDrawn="1"/>
        </p:nvSpPr>
        <p:spPr bwMode="auto">
          <a:xfrm>
            <a:off x="367577" y="1233590"/>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1800">
              <a:solidFill>
                <a:srgbClr val="123563"/>
              </a:solidFill>
              <a:latin typeface="BISansOpti"/>
            </a:endParaRPr>
          </a:p>
        </p:txBody>
      </p:sp>
      <p:sp>
        <p:nvSpPr>
          <p:cNvPr id="14" name="Freeform 2"/>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1800">
              <a:latin typeface="BISansOpti"/>
            </a:endParaRPr>
          </a:p>
        </p:txBody>
      </p:sp>
      <p:sp>
        <p:nvSpPr>
          <p:cNvPr id="15" name="Freeform 2"/>
          <p:cNvSpPr>
            <a:spLocks noChangeAspect="1" noChangeArrowheads="1"/>
          </p:cNvSpPr>
          <p:nvPr userDrawn="1"/>
        </p:nvSpPr>
        <p:spPr bwMode="auto">
          <a:xfrm>
            <a:off x="1651481" y="1281035"/>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1800">
              <a:latin typeface="BISansOpti"/>
            </a:endParaRPr>
          </a:p>
        </p:txBody>
      </p:sp>
      <p:sp>
        <p:nvSpPr>
          <p:cNvPr id="16" name="Freeform 2"/>
          <p:cNvSpPr>
            <a:spLocks noChangeAspect="1" noChangeArrowheads="1"/>
          </p:cNvSpPr>
          <p:nvPr userDrawn="1"/>
        </p:nvSpPr>
        <p:spPr bwMode="auto">
          <a:xfrm>
            <a:off x="2312457"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1800">
              <a:latin typeface="BISansOpti"/>
            </a:endParaRPr>
          </a:p>
        </p:txBody>
      </p:sp>
      <p:sp>
        <p:nvSpPr>
          <p:cNvPr id="17" name="Freeform 2"/>
          <p:cNvSpPr>
            <a:spLocks noChangeAspect="1" noChangeArrowheads="1"/>
          </p:cNvSpPr>
          <p:nvPr userDrawn="1"/>
        </p:nvSpPr>
        <p:spPr bwMode="auto">
          <a:xfrm>
            <a:off x="2915300" y="1272057"/>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1800">
              <a:latin typeface="BISansOpti"/>
            </a:endParaRPr>
          </a:p>
        </p:txBody>
      </p:sp>
      <p:sp>
        <p:nvSpPr>
          <p:cNvPr id="7" name="Textplatzhalter 6"/>
          <p:cNvSpPr>
            <a:spLocks noGrp="1"/>
          </p:cNvSpPr>
          <p:nvPr>
            <p:ph type="body" sz="quarter" idx="10" hasCustomPrompt="1"/>
          </p:nvPr>
        </p:nvSpPr>
        <p:spPr>
          <a:xfrm>
            <a:off x="7081200" y="259200"/>
            <a:ext cx="1728000" cy="3600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1" i="0" baseline="0">
                <a:solidFill>
                  <a:schemeClr val="accent1"/>
                </a:solidFill>
                <a:latin typeface="BISansOpti"/>
                <a:cs typeface="BISansOpti"/>
              </a:defRPr>
            </a:lvl1pPr>
          </a:lstStyle>
          <a:p>
            <a:pPr marL="0" marR="0" lvl="0" indent="0" algn="l" defTabSz="914378" rtl="0" eaLnBrk="1" fontAlgn="auto" latinLnBrk="0" hangingPunct="1">
              <a:lnSpc>
                <a:spcPct val="100000"/>
              </a:lnSpc>
              <a:spcBef>
                <a:spcPts val="400"/>
              </a:spcBef>
              <a:spcAft>
                <a:spcPts val="0"/>
              </a:spcAft>
              <a:buClrTx/>
              <a:buSzTx/>
              <a:buFont typeface="Arial" panose="020B0604020202020204" pitchFamily="34" charset="0"/>
              <a:buNone/>
              <a:tabLst/>
              <a:defRPr/>
            </a:pPr>
            <a:r>
              <a:rPr lang="de-DE" sz="1000"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7081200" y="713406"/>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7081200" y="8711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7441200" y="1097781"/>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7081201" y="1097782"/>
            <a:ext cx="197170" cy="153888"/>
          </a:xfrm>
          <a:prstGeom prst="rect">
            <a:avLst/>
          </a:prstGeom>
          <a:noFill/>
        </p:spPr>
        <p:txBody>
          <a:bodyPr wrap="none" lIns="0" tIns="0" rIns="0" bIns="0" rtlCol="0">
            <a:spAutoFit/>
          </a:bodyPr>
          <a:lstStyle/>
          <a:p>
            <a:r>
              <a:rPr lang="de-DE" sz="1000">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7441200" y="1256400"/>
            <a:ext cx="136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7081200" y="1256401"/>
            <a:ext cx="219612" cy="153888"/>
          </a:xfrm>
          <a:prstGeom prst="rect">
            <a:avLst/>
          </a:prstGeom>
          <a:noFill/>
        </p:spPr>
        <p:txBody>
          <a:bodyPr wrap="none" lIns="0" tIns="0" rIns="0" bIns="0" rtlCol="0">
            <a:spAutoFit/>
          </a:bodyPr>
          <a:lstStyle/>
          <a:p>
            <a:r>
              <a:rPr lang="de-DE" sz="1000">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7081200" y="1478981"/>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7081200" y="1638000"/>
            <a:ext cx="1728000" cy="154800"/>
          </a:xfrm>
        </p:spPr>
        <p:txBody>
          <a:bodyPr/>
          <a:lstStyle>
            <a:lvl1pPr marL="0" marR="0" indent="0" algn="l" defTabSz="914378" rtl="0" eaLnBrk="1" fontAlgn="auto" latinLnBrk="0" hangingPunct="1">
              <a:lnSpc>
                <a:spcPct val="100000"/>
              </a:lnSpc>
              <a:spcBef>
                <a:spcPts val="0"/>
              </a:spcBef>
              <a:spcAft>
                <a:spcPts val="0"/>
              </a:spcAft>
              <a:buClrTx/>
              <a:buSzTx/>
              <a:buFont typeface="Arial" panose="020B0604020202020204" pitchFamily="34" charset="0"/>
              <a:buNone/>
              <a:tabLst/>
              <a:defRPr sz="1000"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367200" y="2070001"/>
            <a:ext cx="5374800" cy="354013"/>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367200" y="2425296"/>
            <a:ext cx="5374800" cy="1411200"/>
          </a:xfrm>
        </p:spPr>
        <p:txBody>
          <a:bodyPr/>
          <a:lstStyle>
            <a:lvl1pPr marL="0" indent="0">
              <a:spcBef>
                <a:spcPts val="0"/>
              </a:spcBef>
              <a:buNone/>
              <a:defRPr sz="18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519695" y="4416838"/>
            <a:ext cx="1259701" cy="381600"/>
          </a:xfrm>
          <a:prstGeom prst="rect">
            <a:avLst/>
          </a:prstGeom>
        </p:spPr>
      </p:pic>
      <p:sp>
        <p:nvSpPr>
          <p:cNvPr id="35" name="Textplatzhalter 2"/>
          <p:cNvSpPr>
            <a:spLocks noGrp="1"/>
          </p:cNvSpPr>
          <p:nvPr>
            <p:ph type="body" sz="quarter" idx="20" hasCustomPrompt="1"/>
          </p:nvPr>
        </p:nvSpPr>
        <p:spPr>
          <a:xfrm>
            <a:off x="367200" y="4139367"/>
            <a:ext cx="4626000" cy="615553"/>
          </a:xfrm>
        </p:spPr>
        <p:txBody>
          <a:bodyPr>
            <a:noAutofit/>
          </a:bodyPr>
          <a:lstStyle>
            <a:lvl1pPr marL="0" indent="0">
              <a:lnSpc>
                <a:spcPct val="100000"/>
              </a:lnSpc>
              <a:spcBef>
                <a:spcPts val="0"/>
              </a:spcBef>
              <a:buNone/>
              <a:defRPr sz="1000" baseline="0">
                <a:solidFill>
                  <a:srgbClr val="1F497D"/>
                </a:solidFill>
              </a:defRPr>
            </a:lvl1pPr>
            <a:lvl2pPr marL="266693" indent="0">
              <a:buNone/>
              <a:defRPr sz="1000">
                <a:solidFill>
                  <a:srgbClr val="1F497D"/>
                </a:solidFill>
              </a:defRPr>
            </a:lvl2pPr>
            <a:lvl3pPr marL="450839" indent="0">
              <a:buNone/>
              <a:defRPr sz="1000">
                <a:solidFill>
                  <a:srgbClr val="1F497D"/>
                </a:solidFill>
              </a:defRPr>
            </a:lvl3pPr>
            <a:lvl4pPr marL="628634" indent="0">
              <a:buNone/>
              <a:defRPr sz="1000">
                <a:solidFill>
                  <a:srgbClr val="1F497D"/>
                </a:solidFill>
              </a:defRPr>
            </a:lvl4pPr>
            <a:lvl5pPr marL="806430" indent="0">
              <a:buNone/>
              <a:defRPr sz="1000">
                <a:solidFill>
                  <a:srgbClr val="1F497D"/>
                </a:solidFill>
              </a:defRPr>
            </a:lvl5pPr>
          </a:lstStyle>
          <a:p>
            <a:pPr algn="just"/>
            <a:r>
              <a:rPr lang="de-DE" sz="1000" noProof="0">
                <a:solidFill>
                  <a:srgbClr val="1F497D"/>
                </a:solidFill>
                <a:latin typeface="BISansOpti"/>
                <a:cs typeface="BISansOpti"/>
              </a:rPr>
              <a:t>Zum Einfügen des Copyright-Textes hier klicken</a:t>
            </a:r>
          </a:p>
        </p:txBody>
      </p:sp>
      <p:sp>
        <p:nvSpPr>
          <p:cNvPr id="37" name="Textfeld 36"/>
          <p:cNvSpPr txBox="1"/>
          <p:nvPr userDrawn="1"/>
        </p:nvSpPr>
        <p:spPr>
          <a:xfrm>
            <a:off x="367576" y="3985478"/>
            <a:ext cx="1350693" cy="153888"/>
          </a:xfrm>
          <a:prstGeom prst="rect">
            <a:avLst/>
          </a:prstGeom>
          <a:noFill/>
        </p:spPr>
        <p:txBody>
          <a:bodyPr wrap="square" lIns="0" tIns="0" rIns="0" bIns="0" rtlCol="0">
            <a:spAutoFit/>
          </a:bodyPr>
          <a:lstStyle/>
          <a:p>
            <a:pPr algn="just"/>
            <a:r>
              <a:rPr lang="de-DE" sz="1000">
                <a:solidFill>
                  <a:srgbClr val="1F497D"/>
                </a:solidFill>
                <a:latin typeface="BISansOpti"/>
                <a:cs typeface="BISansOpti"/>
              </a:rPr>
              <a:t>© Boehringer Ingelheim</a:t>
            </a:r>
          </a:p>
        </p:txBody>
      </p:sp>
      <p:sp>
        <p:nvSpPr>
          <p:cNvPr id="38" name="Textplatzhalter 4"/>
          <p:cNvSpPr>
            <a:spLocks noGrp="1"/>
          </p:cNvSpPr>
          <p:nvPr>
            <p:ph type="body" sz="quarter" idx="21" hasCustomPrompt="1"/>
          </p:nvPr>
        </p:nvSpPr>
        <p:spPr>
          <a:xfrm>
            <a:off x="1718269" y="3986222"/>
            <a:ext cx="3274933" cy="153888"/>
          </a:xfrm>
        </p:spPr>
        <p:txBody>
          <a:bodyPr wrap="square">
            <a:spAutoFit/>
          </a:bodyPr>
          <a:lstStyle>
            <a:lvl1pPr marL="0" indent="0">
              <a:buNone/>
              <a:defRPr sz="1000">
                <a:solidFill>
                  <a:srgbClr val="1F497D"/>
                </a:solidFill>
              </a:defRPr>
            </a:lvl1pPr>
            <a:lvl2pPr marL="266693" indent="0">
              <a:buNone/>
              <a:defRPr sz="1000">
                <a:solidFill>
                  <a:srgbClr val="1F497D"/>
                </a:solidFill>
              </a:defRPr>
            </a:lvl2pPr>
            <a:lvl3pPr marL="450839" indent="0">
              <a:buNone/>
              <a:defRPr sz="1000">
                <a:solidFill>
                  <a:srgbClr val="1F497D"/>
                </a:solidFill>
              </a:defRPr>
            </a:lvl3pPr>
            <a:lvl4pPr marL="628634" indent="0">
              <a:buNone/>
              <a:defRPr sz="1000">
                <a:solidFill>
                  <a:srgbClr val="1F497D"/>
                </a:solidFill>
              </a:defRPr>
            </a:lvl4pPr>
            <a:lvl5pPr marL="806430" indent="0">
              <a:buNone/>
              <a:defRPr sz="1000">
                <a:solidFill>
                  <a:srgbClr val="1F497D"/>
                </a:solidFill>
              </a:defRPr>
            </a:lvl5pPr>
          </a:lstStyle>
          <a:p>
            <a:pPr lvl="0"/>
            <a:r>
              <a:rPr lang="de-DE" noProof="0"/>
              <a:t>Zum Einfügen des Copyright-Jahres hier klicken</a:t>
            </a:r>
          </a:p>
        </p:txBody>
      </p:sp>
    </p:spTree>
    <p:extLst>
      <p:ext uri="{BB962C8B-B14F-4D97-AF65-F5344CB8AC3E}">
        <p14:creationId xmlns:p14="http://schemas.microsoft.com/office/powerpoint/2010/main" val="230937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1"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3" y="1869292"/>
            <a:ext cx="9143998"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884370" cy="738664"/>
          </a:xfrm>
        </p:spPr>
        <p:txBody>
          <a:bodyPr wrap="square" lIns="0">
            <a:spAutoFit/>
          </a:bodyPr>
          <a:lstStyle>
            <a:lvl1pPr>
              <a:defRPr sz="48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367573" y="3572753"/>
            <a:ext cx="5884370" cy="369332"/>
          </a:xfrm>
        </p:spPr>
        <p:txBody>
          <a:bodyPr wrap="square">
            <a:spAutoFit/>
          </a:bodyPr>
          <a:lstStyle>
            <a:lvl1pPr marL="0" indent="0" algn="l">
              <a:buNone/>
              <a:defRPr sz="2400" b="0" i="0" baseline="0">
                <a:solidFill>
                  <a:srgbClr val="003366"/>
                </a:solidFill>
                <a:latin typeface="BISansOptiCond"/>
                <a:cs typeface="BISansOptiCond"/>
              </a:defRPr>
            </a:lvl1pPr>
            <a:lvl2pPr marL="457206" indent="0" algn="ctr">
              <a:buNone/>
              <a:defRPr>
                <a:solidFill>
                  <a:schemeClr val="tx1">
                    <a:tint val="75000"/>
                  </a:schemeClr>
                </a:solidFill>
              </a:defRPr>
            </a:lvl2pPr>
            <a:lvl3pPr marL="914411" indent="0" algn="ctr">
              <a:buNone/>
              <a:defRPr>
                <a:solidFill>
                  <a:schemeClr val="tx1">
                    <a:tint val="75000"/>
                  </a:schemeClr>
                </a:solidFill>
              </a:defRPr>
            </a:lvl3pPr>
            <a:lvl4pPr marL="1371617" indent="0" algn="ctr">
              <a:buNone/>
              <a:defRPr>
                <a:solidFill>
                  <a:schemeClr val="tx1">
                    <a:tint val="75000"/>
                  </a:schemeClr>
                </a:solidFill>
              </a:defRPr>
            </a:lvl4pPr>
            <a:lvl5pPr marL="1828823" indent="0" algn="ctr">
              <a:buNone/>
              <a:defRPr>
                <a:solidFill>
                  <a:schemeClr val="tx1">
                    <a:tint val="75000"/>
                  </a:schemeClr>
                </a:solidFill>
              </a:defRPr>
            </a:lvl5pPr>
            <a:lvl6pPr marL="2286029" indent="0" algn="ctr">
              <a:buNone/>
              <a:defRPr>
                <a:solidFill>
                  <a:schemeClr val="tx1">
                    <a:tint val="75000"/>
                  </a:schemeClr>
                </a:solidFill>
              </a:defRPr>
            </a:lvl6pPr>
            <a:lvl7pPr marL="2743234" indent="0" algn="ctr">
              <a:buNone/>
              <a:defRPr>
                <a:solidFill>
                  <a:schemeClr val="tx1">
                    <a:tint val="75000"/>
                  </a:schemeClr>
                </a:solidFill>
              </a:defRPr>
            </a:lvl7pPr>
            <a:lvl8pPr marL="3200440" indent="0" algn="ctr">
              <a:buNone/>
              <a:defRPr>
                <a:solidFill>
                  <a:schemeClr val="tx1">
                    <a:tint val="75000"/>
                  </a:schemeClr>
                </a:solidFill>
              </a:defRPr>
            </a:lvl8pPr>
            <a:lvl9pPr marL="3657646"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3" y="1869292"/>
            <a:ext cx="9143998"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19694" y="4416838"/>
            <a:ext cx="1259701" cy="381600"/>
          </a:xfrm>
          <a:prstGeom prst="rect">
            <a:avLst/>
          </a:prstGeom>
        </p:spPr>
      </p:pic>
    </p:spTree>
    <p:extLst>
      <p:ext uri="{BB962C8B-B14F-4D97-AF65-F5344CB8AC3E}">
        <p14:creationId xmlns:p14="http://schemas.microsoft.com/office/powerpoint/2010/main" val="218440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1_Titelfolie">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cxnSp>
        <p:nvCxnSpPr>
          <p:cNvPr id="24" name="Gerade Verbindung 23"/>
          <p:cNvCxnSpPr/>
          <p:nvPr/>
        </p:nvCxnSpPr>
        <p:spPr>
          <a:xfrm>
            <a:off x="2"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553998"/>
          </a:xfrm>
        </p:spPr>
        <p:txBody>
          <a:bodyPr wrap="square" lIns="0">
            <a:spAutoFit/>
          </a:bodyPr>
          <a:lstStyle>
            <a:lvl1pPr>
              <a:defRPr sz="3600">
                <a:solidFill>
                  <a:srgbClr val="003366"/>
                </a:solidFill>
              </a:defRPr>
            </a:lvl1pPr>
          </a:lstStyle>
          <a:p>
            <a:r>
              <a:rPr lang="de-DE" noProof="0"/>
              <a:t>Titel durch Klicken bearbeiten</a:t>
            </a:r>
          </a:p>
        </p:txBody>
      </p:sp>
      <p:sp>
        <p:nvSpPr>
          <p:cNvPr id="3" name="Untertitel 2"/>
          <p:cNvSpPr>
            <a:spLocks noGrp="1"/>
          </p:cNvSpPr>
          <p:nvPr>
            <p:ph type="subTitle" idx="1" hasCustomPrompt="1"/>
          </p:nvPr>
        </p:nvSpPr>
        <p:spPr>
          <a:xfrm>
            <a:off x="367576"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noProof="0"/>
              <a:t>Untertitel durch Klicken bearbeiten</a:t>
            </a:r>
          </a:p>
        </p:txBody>
      </p:sp>
      <p:pic>
        <p:nvPicPr>
          <p:cNvPr id="9" name="Grafik 8"/>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7517203" y="4590299"/>
            <a:ext cx="1259701" cy="286200"/>
          </a:xfrm>
          <a:prstGeom prst="rect">
            <a:avLst/>
          </a:prstGeom>
        </p:spPr>
      </p:pic>
      <p:pic>
        <p:nvPicPr>
          <p:cNvPr id="14" name="Picture 2"/>
          <p:cNvPicPr>
            <a:picLocks noChangeAspect="1" noChangeArrowheads="1"/>
          </p:cNvPicPr>
          <p:nvPr userDrawn="1"/>
        </p:nvPicPr>
        <p:blipFill rotWithShape="1">
          <a:blip r:embed="rId3">
            <a:duotone>
              <a:schemeClr val="accent3">
                <a:shade val="45000"/>
                <a:satMod val="135000"/>
              </a:schemeClr>
              <a:prstClr val="white"/>
            </a:duotone>
            <a:extLst>
              <a:ext uri="{BEBA8EAE-BF5A-486C-A8C5-ECC9F3942E4B}">
                <a14:imgProps xmlns:a14="http://schemas.microsoft.com/office/drawing/2010/main">
                  <a14:imgLayer r:embed="rId4">
                    <a14:imgEffect>
                      <a14:backgroundRemoval t="0" b="99579" l="0" r="98780">
                        <a14:foregroundMark x1="34146" y1="35534" x2="34146" y2="35534"/>
                        <a14:foregroundMark x1="32249" y1="33567" x2="32249" y2="33567"/>
                      </a14:backgroundRemoval>
                    </a14:imgEffect>
                    <a14:imgEffect>
                      <a14:artisticBlur/>
                    </a14:imgEffect>
                    <a14:imgEffect>
                      <a14:brightnessContrast bright="20000" contrast="20000"/>
                    </a14:imgEffect>
                  </a14:imgLayer>
                </a14:imgProps>
              </a:ext>
              <a:ext uri="{28A0092B-C50C-407E-A947-70E740481C1C}">
                <a14:useLocalDpi xmlns:a14="http://schemas.microsoft.com/office/drawing/2010/main" val="0"/>
              </a:ext>
            </a:extLst>
          </a:blip>
          <a:srcRect/>
          <a:stretch/>
        </p:blipFill>
        <p:spPr bwMode="auto">
          <a:xfrm>
            <a:off x="0" y="-1"/>
            <a:ext cx="7105650" cy="51435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Textplatzhalter 4"/>
          <p:cNvSpPr>
            <a:spLocks noGrp="1"/>
          </p:cNvSpPr>
          <p:nvPr>
            <p:ph type="body" sz="quarter" idx="10" hasCustomPrompt="1"/>
          </p:nvPr>
        </p:nvSpPr>
        <p:spPr>
          <a:xfrm>
            <a:off x="5793393" y="562137"/>
            <a:ext cx="2260800" cy="16956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1800" dirty="0">
                <a:solidFill>
                  <a:schemeClr val="bg1"/>
                </a:solidFill>
                <a:latin typeface="+mj-lt"/>
              </a:defRPr>
            </a:lvl1pPr>
          </a:lstStyle>
          <a:p>
            <a:pPr marL="0" lvl="0" algn="ctr"/>
            <a:r>
              <a:rPr lang="de-DE" noProof="0"/>
              <a:t>Infotext bearbeiten [Variable Schriftgröße]</a:t>
            </a:r>
          </a:p>
        </p:txBody>
      </p:sp>
      <p:sp>
        <p:nvSpPr>
          <p:cNvPr id="13" name="Titel 1"/>
          <p:cNvSpPr txBox="1">
            <a:spLocks/>
          </p:cNvSpPr>
          <p:nvPr userDrawn="1"/>
        </p:nvSpPr>
        <p:spPr>
          <a:xfrm>
            <a:off x="367575" y="1991163"/>
            <a:ext cx="5374856" cy="553998"/>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4800" kern="1200">
                <a:solidFill>
                  <a:srgbClr val="003366"/>
                </a:solidFill>
                <a:latin typeface="+mj-lt"/>
                <a:ea typeface="+mj-ea"/>
                <a:cs typeface="+mj-cs"/>
              </a:defRPr>
            </a:lvl1pPr>
          </a:lstStyle>
          <a:p>
            <a:r>
              <a:rPr lang="de-CH" sz="3600"/>
              <a:t>Titel durch Klicken bearbeiten</a:t>
            </a:r>
          </a:p>
        </p:txBody>
      </p:sp>
      <p:sp>
        <p:nvSpPr>
          <p:cNvPr id="15" name="Untertitel 2"/>
          <p:cNvSpPr txBox="1">
            <a:spLocks/>
          </p:cNvSpPr>
          <p:nvPr userDrawn="1"/>
        </p:nvSpPr>
        <p:spPr>
          <a:xfrm>
            <a:off x="367575" y="3572754"/>
            <a:ext cx="5374856" cy="276999"/>
          </a:xfrm>
          <a:prstGeom prst="rect">
            <a:avLst/>
          </a:prstGeom>
        </p:spPr>
        <p:txBody>
          <a:bodyPr vert="horz" wrap="square" lIns="0" tIns="0" rIns="0" bIns="0" rtlCol="0">
            <a:spAutoFit/>
          </a:bodyPr>
          <a:lstStyle>
            <a:lvl1pPr marL="0" indent="0" algn="l" defTabSz="914400" rtl="0" eaLnBrk="1" latinLnBrk="0" hangingPunct="1">
              <a:spcBef>
                <a:spcPts val="400"/>
              </a:spcBef>
              <a:buFont typeface="Arial" panose="020B0604020202020204" pitchFamily="34" charset="0"/>
              <a:buNone/>
              <a:defRPr sz="2400" kern="1200">
                <a:solidFill>
                  <a:srgbClr val="003366"/>
                </a:solidFill>
                <a:latin typeface="BISansCond" panose="02000006050000020004" pitchFamily="2" charset="0"/>
                <a:ea typeface="+mn-ea"/>
                <a:cs typeface="+mn-cs"/>
              </a:defRPr>
            </a:lvl1pPr>
            <a:lvl2pPr marL="4572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0"/>
              </a:spcBef>
              <a:buFont typeface="Wingdings" panose="05000000000000000000"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de-DE" sz="1800"/>
              <a:t>Untertitel durch Klicken bearbeiten</a:t>
            </a:r>
          </a:p>
        </p:txBody>
      </p:sp>
      <p:cxnSp>
        <p:nvCxnSpPr>
          <p:cNvPr id="10" name="Gerade Verbindung 9"/>
          <p:cNvCxnSpPr/>
          <p:nvPr userDrawn="1"/>
        </p:nvCxnSpPr>
        <p:spPr>
          <a:xfrm>
            <a:off x="2"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4195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pic>
        <p:nvPicPr>
          <p:cNvPr id="9" name="Grafik 8"/>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7517203" y="4590299"/>
            <a:ext cx="1259701" cy="286200"/>
          </a:xfrm>
          <a:prstGeom prst="rect">
            <a:avLst/>
          </a:prstGeom>
        </p:spPr>
      </p:pic>
      <p:pic>
        <p:nvPicPr>
          <p:cNvPr id="3074" name="Picture 2"/>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a:stretch/>
        </p:blipFill>
        <p:spPr bwMode="auto">
          <a:xfrm>
            <a:off x="0" y="0"/>
            <a:ext cx="7200900" cy="5136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el 1"/>
          <p:cNvSpPr>
            <a:spLocks noGrp="1"/>
          </p:cNvSpPr>
          <p:nvPr>
            <p:ph type="ctrTitle" hasCustomPrompt="1"/>
          </p:nvPr>
        </p:nvSpPr>
        <p:spPr>
          <a:xfrm>
            <a:off x="367576" y="1991163"/>
            <a:ext cx="5884369" cy="553998"/>
          </a:xfrm>
        </p:spPr>
        <p:txBody>
          <a:bodyPr wrap="square" lIns="0">
            <a:spAutoFit/>
          </a:bodyPr>
          <a:lstStyle>
            <a:lvl1pPr>
              <a:defRPr sz="3600">
                <a:solidFill>
                  <a:srgbClr val="003366"/>
                </a:solidFill>
              </a:defRPr>
            </a:lvl1pPr>
          </a:lstStyle>
          <a:p>
            <a:r>
              <a:rPr lang="de-DE" noProof="0"/>
              <a:t>Titel durch Klicken bearbeiten</a:t>
            </a:r>
          </a:p>
        </p:txBody>
      </p:sp>
      <p:sp>
        <p:nvSpPr>
          <p:cNvPr id="3" name="Untertitel 2"/>
          <p:cNvSpPr>
            <a:spLocks noGrp="1"/>
          </p:cNvSpPr>
          <p:nvPr>
            <p:ph type="subTitle" idx="1" hasCustomPrompt="1"/>
          </p:nvPr>
        </p:nvSpPr>
        <p:spPr>
          <a:xfrm>
            <a:off x="367576"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noProof="0"/>
              <a:t>Untertitel durch Klicken bearbeiten</a:t>
            </a:r>
          </a:p>
        </p:txBody>
      </p:sp>
      <p:sp>
        <p:nvSpPr>
          <p:cNvPr id="18" name="Textplatzhalter 4"/>
          <p:cNvSpPr>
            <a:spLocks noGrp="1"/>
          </p:cNvSpPr>
          <p:nvPr>
            <p:ph type="body" sz="quarter" idx="10" hasCustomPrompt="1"/>
          </p:nvPr>
        </p:nvSpPr>
        <p:spPr>
          <a:xfrm>
            <a:off x="5793393" y="562137"/>
            <a:ext cx="2260800" cy="16956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1800" dirty="0">
                <a:solidFill>
                  <a:schemeClr val="bg1"/>
                </a:solidFill>
                <a:latin typeface="+mj-lt"/>
              </a:defRPr>
            </a:lvl1pPr>
          </a:lstStyle>
          <a:p>
            <a:pPr marL="0" lvl="0" algn="ctr"/>
            <a:r>
              <a:rPr lang="de-DE" noProof="0"/>
              <a:t>Infotext bearbeiten [Variable Schriftgröße]</a:t>
            </a:r>
          </a:p>
        </p:txBody>
      </p:sp>
      <p:cxnSp>
        <p:nvCxnSpPr>
          <p:cNvPr id="19" name="Gerade Verbindung 18"/>
          <p:cNvCxnSpPr/>
          <p:nvPr userDrawn="1"/>
        </p:nvCxnSpPr>
        <p:spPr>
          <a:xfrm>
            <a:off x="2"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713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4_Titelfolie">
    <p:spTree>
      <p:nvGrpSpPr>
        <p:cNvPr id="1" name=""/>
        <p:cNvGrpSpPr/>
        <p:nvPr/>
      </p:nvGrpSpPr>
      <p:grpSpPr>
        <a:xfrm>
          <a:off x="0" y="0"/>
          <a:ext cx="0" cy="0"/>
          <a:chOff x="0" y="0"/>
          <a:chExt cx="0" cy="0"/>
        </a:xfrm>
      </p:grpSpPr>
      <p:pic>
        <p:nvPicPr>
          <p:cNvPr id="2050"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a:stretch/>
        </p:blipFill>
        <p:spPr bwMode="auto">
          <a:xfrm>
            <a:off x="1" y="0"/>
            <a:ext cx="7467600"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4" name="Gerade Verbindung 23"/>
          <p:cNvCxnSpPr/>
          <p:nvPr/>
        </p:nvCxnSpPr>
        <p:spPr>
          <a:xfrm>
            <a:off x="2"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6" y="1991163"/>
            <a:ext cx="5884369" cy="553998"/>
          </a:xfrm>
        </p:spPr>
        <p:txBody>
          <a:bodyPr wrap="square" lIns="0">
            <a:spAutoFit/>
          </a:bodyPr>
          <a:lstStyle>
            <a:lvl1pPr>
              <a:defRPr sz="3600">
                <a:solidFill>
                  <a:srgbClr val="003366"/>
                </a:solidFill>
              </a:defRPr>
            </a:lvl1pPr>
          </a:lstStyle>
          <a:p>
            <a:r>
              <a:rPr lang="de-DE" noProof="0"/>
              <a:t>Titel durch Klicken bearbeiten</a:t>
            </a:r>
          </a:p>
        </p:txBody>
      </p:sp>
      <p:sp>
        <p:nvSpPr>
          <p:cNvPr id="3" name="Untertitel 2"/>
          <p:cNvSpPr>
            <a:spLocks noGrp="1"/>
          </p:cNvSpPr>
          <p:nvPr>
            <p:ph type="subTitle" idx="1" hasCustomPrompt="1"/>
          </p:nvPr>
        </p:nvSpPr>
        <p:spPr>
          <a:xfrm>
            <a:off x="367576" y="3572753"/>
            <a:ext cx="5884369"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noProof="0"/>
              <a:t>Untertitel durch Klicken bearbeiten</a:t>
            </a:r>
          </a:p>
        </p:txBody>
      </p:sp>
      <p:pic>
        <p:nvPicPr>
          <p:cNvPr id="9" name="Grafik 8"/>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7517203" y="4590299"/>
            <a:ext cx="1259701" cy="286200"/>
          </a:xfrm>
          <a:prstGeom prst="rect">
            <a:avLst/>
          </a:prstGeom>
        </p:spPr>
      </p:pic>
      <p:sp>
        <p:nvSpPr>
          <p:cNvPr id="11" name="Textplatzhalter 4"/>
          <p:cNvSpPr>
            <a:spLocks noGrp="1"/>
          </p:cNvSpPr>
          <p:nvPr>
            <p:ph type="body" sz="quarter" idx="10" hasCustomPrompt="1"/>
          </p:nvPr>
        </p:nvSpPr>
        <p:spPr>
          <a:xfrm>
            <a:off x="5793393" y="562137"/>
            <a:ext cx="2260800" cy="16956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1800" dirty="0">
                <a:solidFill>
                  <a:schemeClr val="bg1"/>
                </a:solidFill>
                <a:latin typeface="+mj-lt"/>
              </a:defRPr>
            </a:lvl1pPr>
          </a:lstStyle>
          <a:p>
            <a:pPr marL="0" lvl="0" algn="ctr"/>
            <a:r>
              <a:rPr lang="de-DE" noProof="0"/>
              <a:t>Infotext bearbeiten [Variable Schriftgröße]</a:t>
            </a:r>
          </a:p>
        </p:txBody>
      </p:sp>
      <p:sp>
        <p:nvSpPr>
          <p:cNvPr id="13" name="Titel 1"/>
          <p:cNvSpPr txBox="1">
            <a:spLocks/>
          </p:cNvSpPr>
          <p:nvPr userDrawn="1"/>
        </p:nvSpPr>
        <p:spPr>
          <a:xfrm>
            <a:off x="367575" y="1991163"/>
            <a:ext cx="5374856" cy="553998"/>
          </a:xfrm>
          <a:prstGeom prst="rect">
            <a:avLst/>
          </a:prstGeom>
        </p:spPr>
        <p:txBody>
          <a:bodyPr vert="horz" wrap="square" lIns="0" tIns="0" rIns="0" bIns="0" rtlCol="0" anchor="t" anchorCtr="0">
            <a:spAutoFit/>
          </a:bodyPr>
          <a:lstStyle>
            <a:lvl1pPr algn="l" defTabSz="914400" rtl="0" eaLnBrk="1" latinLnBrk="0" hangingPunct="1">
              <a:spcBef>
                <a:spcPct val="0"/>
              </a:spcBef>
              <a:buNone/>
              <a:defRPr sz="4800" kern="1200">
                <a:solidFill>
                  <a:srgbClr val="003366"/>
                </a:solidFill>
                <a:latin typeface="+mj-lt"/>
                <a:ea typeface="+mj-ea"/>
                <a:cs typeface="+mj-cs"/>
              </a:defRPr>
            </a:lvl1pPr>
          </a:lstStyle>
          <a:p>
            <a:r>
              <a:rPr lang="de-CH" sz="3600"/>
              <a:t>Titel durch Klicken bearbeiten</a:t>
            </a:r>
          </a:p>
        </p:txBody>
      </p:sp>
      <p:sp>
        <p:nvSpPr>
          <p:cNvPr id="15" name="Untertitel 2"/>
          <p:cNvSpPr txBox="1">
            <a:spLocks/>
          </p:cNvSpPr>
          <p:nvPr userDrawn="1"/>
        </p:nvSpPr>
        <p:spPr>
          <a:xfrm>
            <a:off x="367575" y="3572754"/>
            <a:ext cx="5374856" cy="276999"/>
          </a:xfrm>
          <a:prstGeom prst="rect">
            <a:avLst/>
          </a:prstGeom>
        </p:spPr>
        <p:txBody>
          <a:bodyPr vert="horz" wrap="square" lIns="0" tIns="0" rIns="0" bIns="0" rtlCol="0">
            <a:spAutoFit/>
          </a:bodyPr>
          <a:lstStyle>
            <a:lvl1pPr marL="0" indent="0" algn="l" defTabSz="914400" rtl="0" eaLnBrk="1" latinLnBrk="0" hangingPunct="1">
              <a:spcBef>
                <a:spcPts val="400"/>
              </a:spcBef>
              <a:buFont typeface="Arial" panose="020B0604020202020204" pitchFamily="34" charset="0"/>
              <a:buNone/>
              <a:defRPr sz="2400" kern="1200">
                <a:solidFill>
                  <a:srgbClr val="003366"/>
                </a:solidFill>
                <a:latin typeface="BISansCond" panose="02000006050000020004" pitchFamily="2" charset="0"/>
                <a:ea typeface="+mn-ea"/>
                <a:cs typeface="+mn-cs"/>
              </a:defRPr>
            </a:lvl1pPr>
            <a:lvl2pPr marL="4572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0"/>
              </a:spcBef>
              <a:buFont typeface="Wingdings" panose="05000000000000000000"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de-DE" sz="1800"/>
              <a:t>Untertitel durch Klicken bearbeiten</a:t>
            </a:r>
          </a:p>
        </p:txBody>
      </p:sp>
      <p:cxnSp>
        <p:nvCxnSpPr>
          <p:cNvPr id="10" name="Gerade Verbindung 9"/>
          <p:cNvCxnSpPr/>
          <p:nvPr userDrawn="1"/>
        </p:nvCxnSpPr>
        <p:spPr>
          <a:xfrm>
            <a:off x="2"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339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Titelfolie mit Infobox">
    <p:spTree>
      <p:nvGrpSpPr>
        <p:cNvPr id="1" name=""/>
        <p:cNvGrpSpPr/>
        <p:nvPr/>
      </p:nvGrpSpPr>
      <p:grpSpPr>
        <a:xfrm>
          <a:off x="0" y="0"/>
          <a:ext cx="0" cy="0"/>
          <a:chOff x="0" y="0"/>
          <a:chExt cx="0" cy="0"/>
        </a:xfrm>
      </p:grpSpPr>
      <p:sp>
        <p:nvSpPr>
          <p:cNvPr id="13" name="Rechteck 12"/>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pic>
        <p:nvPicPr>
          <p:cNvPr id="14"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0"/>
            <a:ext cx="6429790"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367575" y="1991163"/>
            <a:ext cx="5374856" cy="553998"/>
          </a:xfrm>
        </p:spPr>
        <p:txBody>
          <a:bodyPr wrap="square">
            <a:spAutoFit/>
          </a:bodyPr>
          <a:lstStyle>
            <a:lvl1pPr>
              <a:defRPr sz="3600">
                <a:solidFill>
                  <a:srgbClr val="003366"/>
                </a:solidFill>
              </a:defRPr>
            </a:lvl1pPr>
          </a:lstStyle>
          <a:p>
            <a:r>
              <a:rPr lang="de-CH" noProof="0"/>
              <a:t>Titel durch Klicken bearbeiten</a:t>
            </a:r>
          </a:p>
        </p:txBody>
      </p:sp>
      <p:sp>
        <p:nvSpPr>
          <p:cNvPr id="3" name="Untertitel 2"/>
          <p:cNvSpPr>
            <a:spLocks noGrp="1"/>
          </p:cNvSpPr>
          <p:nvPr>
            <p:ph type="subTitle" idx="1" hasCustomPrompt="1"/>
          </p:nvPr>
        </p:nvSpPr>
        <p:spPr>
          <a:xfrm>
            <a:off x="367575" y="3572753"/>
            <a:ext cx="5374856" cy="276999"/>
          </a:xfrm>
        </p:spPr>
        <p:txBody>
          <a:bodyPr wrap="square">
            <a:spAutoFit/>
          </a:bodyPr>
          <a:lstStyle>
            <a:lvl1pPr marL="0" indent="0" algn="l">
              <a:buNone/>
              <a:defRPr sz="1800">
                <a:solidFill>
                  <a:srgbClr val="003366"/>
                </a:solidFill>
                <a:latin typeface="BISansCond" panose="02000006050000020004"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de-DE" noProof="0"/>
              <a:t>Untertitel durch Klicken bearbeiten</a:t>
            </a:r>
          </a:p>
        </p:txBody>
      </p:sp>
      <p:cxnSp>
        <p:nvCxnSpPr>
          <p:cNvPr id="11" name="Gerade Verbindung 10"/>
          <p:cNvCxnSpPr/>
          <p:nvPr userDrawn="1"/>
        </p:nvCxnSpPr>
        <p:spPr>
          <a:xfrm>
            <a:off x="2" y="1869292"/>
            <a:ext cx="9143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5793393" y="562137"/>
            <a:ext cx="2260800" cy="16956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1800" dirty="0">
                <a:solidFill>
                  <a:schemeClr val="bg1"/>
                </a:solidFill>
                <a:latin typeface="+mj-lt"/>
              </a:defRPr>
            </a:lvl1pPr>
          </a:lstStyle>
          <a:p>
            <a:pPr marL="0" lvl="0" algn="ctr"/>
            <a:r>
              <a:rPr lang="de-DE" noProof="0"/>
              <a:t>Infotext bearbeiten [Variable Schriftgröße]</a:t>
            </a:r>
          </a:p>
        </p:txBody>
      </p:sp>
      <p:pic>
        <p:nvPicPr>
          <p:cNvPr id="10" name="Grafik 9"/>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7517203" y="4590299"/>
            <a:ext cx="1259701" cy="286200"/>
          </a:xfrm>
          <a:prstGeom prst="rect">
            <a:avLst/>
          </a:prstGeom>
        </p:spPr>
      </p:pic>
    </p:spTree>
    <p:extLst>
      <p:ext uri="{BB962C8B-B14F-4D97-AF65-F5344CB8AC3E}">
        <p14:creationId xmlns:p14="http://schemas.microsoft.com/office/powerpoint/2010/main" val="4272068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Kapitelfolie">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28" y="1980098"/>
            <a:ext cx="6682018" cy="553998"/>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en-GB" noProof="0" err="1"/>
              <a:t>Kapitel-Titel</a:t>
            </a:r>
            <a:r>
              <a:rPr lang="en-GB" noProof="0"/>
              <a:t> </a:t>
            </a:r>
            <a:r>
              <a:rPr lang="en-GB" noProof="0" err="1"/>
              <a:t>bearbeiten</a:t>
            </a:r>
            <a:endParaRPr lang="en-GB" noProof="0"/>
          </a:p>
        </p:txBody>
      </p:sp>
      <p:sp>
        <p:nvSpPr>
          <p:cNvPr id="20" name="Textplatzhalter 18"/>
          <p:cNvSpPr>
            <a:spLocks noGrp="1"/>
          </p:cNvSpPr>
          <p:nvPr>
            <p:ph type="body" sz="quarter" idx="12" hasCustomPrompt="1"/>
          </p:nvPr>
        </p:nvSpPr>
        <p:spPr>
          <a:xfrm>
            <a:off x="351829" y="2788611"/>
            <a:ext cx="4059236" cy="276999"/>
          </a:xfrm>
        </p:spPr>
        <p:txBody>
          <a:bodyPr wrap="square">
            <a:spAutoFit/>
          </a:bodyPr>
          <a:lstStyle>
            <a:lvl1pPr marL="0" indent="0">
              <a:buNone/>
              <a:defRPr sz="1800" baseline="0">
                <a:solidFill>
                  <a:schemeClr val="bg1"/>
                </a:solidFill>
                <a:latin typeface="BISansCond" panose="02000006050000020004" pitchFamily="2" charset="0"/>
              </a:defRPr>
            </a:lvl1pPr>
          </a:lstStyle>
          <a:p>
            <a:pPr lvl="0"/>
            <a:r>
              <a:rPr lang="en-GB" noProof="0" err="1"/>
              <a:t>Optionalen</a:t>
            </a:r>
            <a:r>
              <a:rPr lang="en-GB" noProof="0"/>
              <a:t> </a:t>
            </a:r>
            <a:r>
              <a:rPr lang="en-GB" noProof="0" err="1"/>
              <a:t>Untertitel</a:t>
            </a:r>
            <a:r>
              <a:rPr lang="en-GB" noProof="0"/>
              <a:t> </a:t>
            </a:r>
            <a:r>
              <a:rPr lang="en-GB" noProof="0" err="1"/>
              <a:t>bearbeiten</a:t>
            </a:r>
            <a:endParaRPr lang="en-GB" noProof="0"/>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7"/>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7519695" y="4590299"/>
            <a:ext cx="1259701" cy="286200"/>
          </a:xfrm>
          <a:prstGeom prst="rect">
            <a:avLst/>
          </a:prstGeom>
        </p:spPr>
      </p:pic>
    </p:spTree>
    <p:extLst>
      <p:ext uri="{BB962C8B-B14F-4D97-AF65-F5344CB8AC3E}">
        <p14:creationId xmlns:p14="http://schemas.microsoft.com/office/powerpoint/2010/main" val="2707734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Kapitelfolie inkl. Referenten">
    <p:spTree>
      <p:nvGrpSpPr>
        <p:cNvPr id="1" name=""/>
        <p:cNvGrpSpPr/>
        <p:nvPr/>
      </p:nvGrpSpPr>
      <p:grpSpPr>
        <a:xfrm>
          <a:off x="0" y="0"/>
          <a:ext cx="0" cy="0"/>
          <a:chOff x="0" y="0"/>
          <a:chExt cx="0" cy="0"/>
        </a:xfrm>
      </p:grpSpPr>
      <p:sp>
        <p:nvSpPr>
          <p:cNvPr id="13" name="Rechteck 12"/>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351830" y="1980097"/>
            <a:ext cx="4059237" cy="553998"/>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en-GB" noProof="0"/>
              <a:t>Kapitel-Titel </a:t>
            </a:r>
            <a:r>
              <a:rPr lang="en-GB" noProof="0" err="1"/>
              <a:t>bearbeiten</a:t>
            </a:r>
            <a:endParaRPr lang="en-GB" noProof="0"/>
          </a:p>
        </p:txBody>
      </p:sp>
      <p:sp>
        <p:nvSpPr>
          <p:cNvPr id="20" name="Textplatzhalter 18"/>
          <p:cNvSpPr>
            <a:spLocks noGrp="1"/>
          </p:cNvSpPr>
          <p:nvPr>
            <p:ph type="body" sz="quarter" idx="12" hasCustomPrompt="1"/>
          </p:nvPr>
        </p:nvSpPr>
        <p:spPr>
          <a:xfrm>
            <a:off x="351829" y="2788611"/>
            <a:ext cx="4059236"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en-GB" noProof="0"/>
              <a:t>Untertitel </a:t>
            </a:r>
            <a:r>
              <a:rPr lang="en-GB" noProof="0" err="1"/>
              <a:t>bearbeiten</a:t>
            </a:r>
            <a:endParaRPr lang="en-GB" noProof="0"/>
          </a:p>
        </p:txBody>
      </p:sp>
      <p:cxnSp>
        <p:nvCxnSpPr>
          <p:cNvPr id="10" name="Gerade Verbindung 9"/>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4566017" y="727631"/>
            <a:ext cx="2768400" cy="20763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de-DE" noProof="0"/>
              <a:t>Textmaster-format bearbeiten</a:t>
            </a:r>
          </a:p>
        </p:txBody>
      </p:sp>
      <p:pic>
        <p:nvPicPr>
          <p:cNvPr id="9" name="Grafik 8"/>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7519695" y="4590299"/>
            <a:ext cx="1259701" cy="286200"/>
          </a:xfrm>
          <a:prstGeom prst="rect">
            <a:avLst/>
          </a:prstGeom>
        </p:spPr>
      </p:pic>
    </p:spTree>
    <p:extLst>
      <p:ext uri="{BB962C8B-B14F-4D97-AF65-F5344CB8AC3E}">
        <p14:creationId xmlns:p14="http://schemas.microsoft.com/office/powerpoint/2010/main" val="3286340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Kapitelfolie inkl. Referenten + Bild">
    <p:spTree>
      <p:nvGrpSpPr>
        <p:cNvPr id="1" name=""/>
        <p:cNvGrpSpPr/>
        <p:nvPr/>
      </p:nvGrpSpPr>
      <p:grpSpPr>
        <a:xfrm>
          <a:off x="0" y="0"/>
          <a:ext cx="0" cy="0"/>
          <a:chOff x="0" y="0"/>
          <a:chExt cx="0" cy="0"/>
        </a:xfrm>
      </p:grpSpPr>
      <p:sp>
        <p:nvSpPr>
          <p:cNvPr id="14" name="Rechteck 13"/>
          <p:cNvSpPr/>
          <p:nvPr userDrawn="1"/>
        </p:nvSpPr>
        <p:spPr>
          <a:xfrm>
            <a:off x="0" y="0"/>
            <a:ext cx="9144000" cy="51435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solidFill>
                <a:srgbClr val="FFFFFF"/>
              </a:solidFill>
            </a:endParaRPr>
          </a:p>
        </p:txBody>
      </p:sp>
      <p:cxnSp>
        <p:nvCxnSpPr>
          <p:cNvPr id="17" name="Gerade Verbindung 16"/>
          <p:cNvCxnSpPr/>
          <p:nvPr/>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351830" y="1980097"/>
            <a:ext cx="4059237" cy="1107996"/>
          </a:xfrm>
        </p:spPr>
        <p:txBody>
          <a:bodyPr wrap="square">
            <a:spAutoFit/>
          </a:bodyPr>
          <a:lstStyle>
            <a:lvl1pPr marL="0" indent="0">
              <a:buNone/>
              <a:defRPr sz="3600">
                <a:solidFill>
                  <a:schemeClr val="bg1"/>
                </a:solidFill>
                <a:latin typeface="BISansCond" panose="02000006050000020004" pitchFamily="2" charset="0"/>
              </a:defRPr>
            </a:lvl1pPr>
          </a:lstStyle>
          <a:p>
            <a:pPr lvl="0"/>
            <a:r>
              <a:rPr lang="de-DE" noProof="0"/>
              <a:t>Textmasterformat bearbeiten</a:t>
            </a:r>
          </a:p>
        </p:txBody>
      </p:sp>
      <p:sp>
        <p:nvSpPr>
          <p:cNvPr id="20" name="Textplatzhalter 18"/>
          <p:cNvSpPr>
            <a:spLocks noGrp="1"/>
          </p:cNvSpPr>
          <p:nvPr>
            <p:ph type="body" sz="quarter" idx="12"/>
          </p:nvPr>
        </p:nvSpPr>
        <p:spPr>
          <a:xfrm>
            <a:off x="351829" y="2788611"/>
            <a:ext cx="2954642" cy="276999"/>
          </a:xfrm>
        </p:spPr>
        <p:txBody>
          <a:bodyPr wrap="square">
            <a:spAutoFit/>
          </a:bodyPr>
          <a:lstStyle>
            <a:lvl1pPr marL="0" indent="0">
              <a:buNone/>
              <a:defRPr sz="1800">
                <a:solidFill>
                  <a:schemeClr val="bg1"/>
                </a:solidFill>
                <a:latin typeface="BISansCond" panose="02000006050000020004" pitchFamily="2" charset="0"/>
              </a:defRPr>
            </a:lvl1pPr>
          </a:lstStyle>
          <a:p>
            <a:pPr lvl="0"/>
            <a:r>
              <a:rPr lang="de-DE" noProof="0"/>
              <a:t>Textmasterformat bearbeiten</a:t>
            </a:r>
          </a:p>
        </p:txBody>
      </p:sp>
      <p:cxnSp>
        <p:nvCxnSpPr>
          <p:cNvPr id="13" name="Gerade Verbindung 12"/>
          <p:cNvCxnSpPr/>
          <p:nvPr userDrawn="1"/>
        </p:nvCxnSpPr>
        <p:spPr>
          <a:xfrm>
            <a:off x="0" y="1869292"/>
            <a:ext cx="9144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4566017" y="727631"/>
            <a:ext cx="2768400" cy="20763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1800">
                <a:solidFill>
                  <a:srgbClr val="003366"/>
                </a:solidFill>
                <a:latin typeface="BISansCond" panose="02000006050000020004" pitchFamily="2" charset="0"/>
              </a:defRPr>
            </a:lvl1pPr>
          </a:lstStyle>
          <a:p>
            <a:pPr lvl="0"/>
            <a:r>
              <a:rPr lang="de-DE" noProof="0"/>
              <a:t>Textmaster-format bearbeiten</a:t>
            </a:r>
          </a:p>
        </p:txBody>
      </p:sp>
      <p:sp>
        <p:nvSpPr>
          <p:cNvPr id="23" name="Bildplatzhalter 22"/>
          <p:cNvSpPr>
            <a:spLocks noGrp="1"/>
          </p:cNvSpPr>
          <p:nvPr>
            <p:ph type="pic" sz="quarter" idx="13"/>
          </p:nvPr>
        </p:nvSpPr>
        <p:spPr>
          <a:xfrm>
            <a:off x="4349768" y="2625400"/>
            <a:ext cx="2260800" cy="1695600"/>
          </a:xfrm>
          <a:prstGeom prst="ellipse">
            <a:avLst/>
          </a:prstGeom>
        </p:spPr>
        <p:txBody>
          <a:bodyPr/>
          <a:lstStyle>
            <a:lvl1pPr marL="0" indent="0">
              <a:buNone/>
              <a:defRPr sz="675"/>
            </a:lvl1pPr>
          </a:lstStyle>
          <a:p>
            <a:r>
              <a:rPr lang="de-DE" noProof="0"/>
              <a:t>Bild durch Klicken auf Symbol hinzufügen</a:t>
            </a:r>
            <a:endParaRPr lang="en-GB" noProof="0"/>
          </a:p>
        </p:txBody>
      </p:sp>
      <p:pic>
        <p:nvPicPr>
          <p:cNvPr id="10" name="Grafik 9"/>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7519695" y="4590299"/>
            <a:ext cx="1259701" cy="286200"/>
          </a:xfrm>
          <a:prstGeom prst="rect">
            <a:avLst/>
          </a:prstGeom>
        </p:spPr>
      </p:pic>
    </p:spTree>
    <p:extLst>
      <p:ext uri="{BB962C8B-B14F-4D97-AF65-F5344CB8AC3E}">
        <p14:creationId xmlns:p14="http://schemas.microsoft.com/office/powerpoint/2010/main" val="39538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Stand-alone 1">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对象 3" hidden="1"/>
                      <p:cNvPicPr/>
                      <p:nvPr/>
                    </p:nvPicPr>
                    <p:blipFill>
                      <a:blip r:embed="rId4"/>
                      <a:stretch>
                        <a:fillRect/>
                      </a:stretch>
                    </p:blipFill>
                    <p:spPr>
                      <a:xfrm>
                        <a:off x="1589" y="1192"/>
                        <a:ext cx="1587" cy="1190"/>
                      </a:xfrm>
                      <a:prstGeom prst="rect">
                        <a:avLst/>
                      </a:prstGeom>
                    </p:spPr>
                  </p:pic>
                </p:oleObj>
              </mc:Fallback>
            </mc:AlternateContent>
          </a:graphicData>
        </a:graphic>
      </p:graphicFrame>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2" name="Datumsplatzhalter 1"/>
          <p:cNvSpPr>
            <a:spLocks noGrp="1"/>
          </p:cNvSpPr>
          <p:nvPr>
            <p:ph type="dt" sz="half" idx="10"/>
          </p:nvPr>
        </p:nvSpPr>
        <p:spPr/>
        <p:txBody>
          <a:bodyPr/>
          <a:lstStyle/>
          <a:p>
            <a:endParaRPr lang="en-GB">
              <a:solidFill>
                <a:srgbClr val="FFFFFF">
                  <a:lumMod val="50000"/>
                </a:srgbClr>
              </a:solidFill>
            </a:endParaRPr>
          </a:p>
        </p:txBody>
      </p:sp>
      <p:sp>
        <p:nvSpPr>
          <p:cNvPr id="3" name="Fußzeilenplatzhalter 2"/>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8" name="Foliennummernplatzhalter 7"/>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Tree>
    <p:extLst>
      <p:ext uri="{BB962C8B-B14F-4D97-AF65-F5344CB8AC3E}">
        <p14:creationId xmlns:p14="http://schemas.microsoft.com/office/powerpoint/2010/main" val="151510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Stand-alone 2: 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de-DE" noProof="0"/>
              <a:t>Titelmasterformat durch Klicken bearbeiten</a:t>
            </a:r>
            <a:endParaRPr lang="en-GB" noProof="0"/>
          </a:p>
        </p:txBody>
      </p:sp>
      <p:sp>
        <p:nvSpPr>
          <p:cNvPr id="3" name="Inhaltsplatzhalter 2"/>
          <p:cNvSpPr>
            <a:spLocks noGrp="1"/>
          </p:cNvSpPr>
          <p:nvPr>
            <p:ph idx="1"/>
          </p:nvPr>
        </p:nvSpPr>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Datumsplatzhalter 7"/>
          <p:cNvSpPr>
            <a:spLocks noGrp="1"/>
          </p:cNvSpPr>
          <p:nvPr>
            <p:ph type="dt" sz="half" idx="10"/>
          </p:nvPr>
        </p:nvSpPr>
        <p:spPr/>
        <p:txBody>
          <a:bodyPr/>
          <a:lstStyle/>
          <a:p>
            <a:endParaRPr lang="en-GB">
              <a:solidFill>
                <a:srgbClr val="FFFFFF">
                  <a:lumMod val="50000"/>
                </a:srgbClr>
              </a:solidFill>
            </a:endParaRPr>
          </a:p>
        </p:txBody>
      </p:sp>
      <p:sp>
        <p:nvSpPr>
          <p:cNvPr id="9" name="Fußzeilenplatzhalter 8"/>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10" name="Foliennummernplatzhalter 9"/>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Tree>
    <p:extLst>
      <p:ext uri="{BB962C8B-B14F-4D97-AF65-F5344CB8AC3E}">
        <p14:creationId xmlns:p14="http://schemas.microsoft.com/office/powerpoint/2010/main" val="2123867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Stand-alone 3: 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Titelmasterformat durch Klicken bearbeiten</a:t>
            </a:r>
            <a:endParaRPr lang="en-GB" noProof="0"/>
          </a:p>
        </p:txBody>
      </p:sp>
      <p:sp>
        <p:nvSpPr>
          <p:cNvPr id="3" name="Inhaltsplatzhalter 2"/>
          <p:cNvSpPr>
            <a:spLocks noGrp="1"/>
          </p:cNvSpPr>
          <p:nvPr>
            <p:ph idx="1" hasCustomPrompt="1"/>
          </p:nvPr>
        </p:nvSpPr>
        <p:spPr/>
        <p:txBody>
          <a:bodyPr/>
          <a:lstStyle>
            <a:lvl3pPr>
              <a:defRPr sz="1200"/>
            </a:lvl3p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10"/>
          </p:nvPr>
        </p:nvSpPr>
        <p:spPr/>
        <p:txBody>
          <a:bodyPr/>
          <a:lstStyle/>
          <a:p>
            <a:endParaRPr lang="en-GB">
              <a:solidFill>
                <a:srgbClr val="FFFFFF">
                  <a:lumMod val="50000"/>
                </a:srgbClr>
              </a:solidFill>
            </a:endParaRPr>
          </a:p>
        </p:txBody>
      </p:sp>
      <p:sp>
        <p:nvSpPr>
          <p:cNvPr id="5" name="Fußzeilenplatzhalter 4"/>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4152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Stand-alone 4: Standard Folie">
    <p:spTree>
      <p:nvGrpSpPr>
        <p:cNvPr id="1" name=""/>
        <p:cNvGrpSpPr/>
        <p:nvPr/>
      </p:nvGrpSpPr>
      <p:grpSpPr>
        <a:xfrm>
          <a:off x="0" y="0"/>
          <a:ext cx="0" cy="0"/>
          <a:chOff x="0" y="0"/>
          <a:chExt cx="0" cy="0"/>
        </a:xfrm>
      </p:grpSpPr>
      <p:sp>
        <p:nvSpPr>
          <p:cNvPr id="3" name="Inhaltsplatzhalter 2"/>
          <p:cNvSpPr>
            <a:spLocks noGrp="1"/>
          </p:cNvSpPr>
          <p:nvPr>
            <p:ph idx="1"/>
          </p:nvPr>
        </p:nvSpPr>
        <p:spPr>
          <a:xfrm>
            <a:off x="1771574" y="1200151"/>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de-DE" noProof="0"/>
              <a:t>Textmasterformat bearbeiten</a:t>
            </a:r>
          </a:p>
          <a:p>
            <a:pPr lvl="1"/>
            <a:r>
              <a:rPr lang="de-DE" noProof="0"/>
              <a:t>Zweite Ebene</a:t>
            </a:r>
          </a:p>
          <a:p>
            <a:pPr lvl="2"/>
            <a:r>
              <a:rPr lang="de-DE" noProof="0"/>
              <a:t>Dritte Ebene</a:t>
            </a:r>
          </a:p>
        </p:txBody>
      </p:sp>
      <p:sp>
        <p:nvSpPr>
          <p:cNvPr id="4" name="Datumsplatzhalter 3"/>
          <p:cNvSpPr>
            <a:spLocks noGrp="1"/>
          </p:cNvSpPr>
          <p:nvPr>
            <p:ph type="dt" sz="half" idx="12"/>
          </p:nvPr>
        </p:nvSpPr>
        <p:spPr/>
        <p:txBody>
          <a:bodyPr/>
          <a:lstStyle/>
          <a:p>
            <a:endParaRPr lang="en-GB">
              <a:solidFill>
                <a:srgbClr val="FFFFFF">
                  <a:lumMod val="50000"/>
                </a:srgbClr>
              </a:solidFill>
            </a:endParaRPr>
          </a:p>
        </p:txBody>
      </p:sp>
      <p:sp>
        <p:nvSpPr>
          <p:cNvPr id="6" name="Fußzeilenplatzhalter 5"/>
          <p:cNvSpPr>
            <a:spLocks noGrp="1"/>
          </p:cNvSpPr>
          <p:nvPr>
            <p:ph type="ftr" sz="quarter" idx="13"/>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
        <p:nvSpPr>
          <p:cNvPr id="14"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Titelmasterformat durch Klicken bearbeiten</a:t>
            </a:r>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8"/>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386456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Stand-alone 5: Diagramm-Folie">
    <p:spTree>
      <p:nvGrpSpPr>
        <p:cNvPr id="1" name=""/>
        <p:cNvGrpSpPr/>
        <p:nvPr/>
      </p:nvGrpSpPr>
      <p:grpSpPr>
        <a:xfrm>
          <a:off x="0" y="0"/>
          <a:ext cx="0" cy="0"/>
          <a:chOff x="0" y="0"/>
          <a:chExt cx="0" cy="0"/>
        </a:xfrm>
      </p:grpSpPr>
      <p:sp>
        <p:nvSpPr>
          <p:cNvPr id="3" name="Inhaltsplatzhalter 2"/>
          <p:cNvSpPr>
            <a:spLocks noGrp="1"/>
          </p:cNvSpPr>
          <p:nvPr>
            <p:ph idx="1"/>
          </p:nvPr>
        </p:nvSpPr>
        <p:spPr>
          <a:xfrm>
            <a:off x="367576" y="1200152"/>
            <a:ext cx="2934425" cy="2782569"/>
          </a:xfrm>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2"/>
          </p:nvPr>
        </p:nvSpPr>
        <p:spPr/>
        <p:txBody>
          <a:bodyPr/>
          <a:lstStyle/>
          <a:p>
            <a:endParaRPr lang="en-GB">
              <a:solidFill>
                <a:srgbClr val="FFFFFF">
                  <a:lumMod val="50000"/>
                </a:srgbClr>
              </a:solidFill>
            </a:endParaRPr>
          </a:p>
        </p:txBody>
      </p:sp>
      <p:sp>
        <p:nvSpPr>
          <p:cNvPr id="6" name="Fußzeilenplatzhalter 5"/>
          <p:cNvSpPr>
            <a:spLocks noGrp="1"/>
          </p:cNvSpPr>
          <p:nvPr>
            <p:ph type="ftr" sz="quarter" idx="13"/>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7" name="Foliennummernplatzhalter 6"/>
          <p:cNvSpPr>
            <a:spLocks noGrp="1"/>
          </p:cNvSpPr>
          <p:nvPr>
            <p:ph type="sldNum" sz="quarter" idx="14"/>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
        <p:nvSpPr>
          <p:cNvPr id="16" name="Titel 1"/>
          <p:cNvSpPr>
            <a:spLocks noGrp="1"/>
          </p:cNvSpPr>
          <p:nvPr>
            <p:ph type="title"/>
          </p:nvPr>
        </p:nvSpPr>
        <p:spPr>
          <a:xfrm>
            <a:off x="367575" y="115012"/>
            <a:ext cx="8408850" cy="276999"/>
          </a:xfrm>
        </p:spPr>
        <p:txBody>
          <a:bodyPr/>
          <a:lstStyle>
            <a:lvl1pPr>
              <a:defRPr sz="1800">
                <a:solidFill>
                  <a:srgbClr val="003366"/>
                </a:solidFill>
              </a:defRPr>
            </a:lvl1pPr>
          </a:lstStyle>
          <a:p>
            <a:r>
              <a:rPr lang="de-DE" noProof="0"/>
              <a:t>Titelmasterformat durch Klicken bearbeiten</a:t>
            </a:r>
            <a:endParaRPr lang="en-GB" noProof="0"/>
          </a:p>
        </p:txBody>
      </p:sp>
      <p:cxnSp>
        <p:nvCxnSpPr>
          <p:cNvPr id="8" name="Gerade Verbindung 7"/>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8"/>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361868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blank" preserve="1">
  <p:cSld name="Stand-alone 6: Leere Folie">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GB">
              <a:solidFill>
                <a:srgbClr val="FFFFFF">
                  <a:lumMod val="50000"/>
                </a:srgbClr>
              </a:solidFill>
            </a:endParaRPr>
          </a:p>
        </p:txBody>
      </p:sp>
      <p:sp>
        <p:nvSpPr>
          <p:cNvPr id="3" name="Fußzeilenplatzhalter 2"/>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4" name="Foliennummernplatzhalter 3"/>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Tree>
    <p:extLst>
      <p:ext uri="{BB962C8B-B14F-4D97-AF65-F5344CB8AC3E}">
        <p14:creationId xmlns:p14="http://schemas.microsoft.com/office/powerpoint/2010/main" val="18398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Live 1: Standard-Folie">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16" imgH="216" progId="TCLayout.ActiveDocument.1">
                  <p:embed/>
                </p:oleObj>
              </mc:Choice>
              <mc:Fallback>
                <p:oleObj name="think-cell Slide" r:id="rId3" imgW="216" imgH="216" progId="TCLayout.ActiveDocument.1">
                  <p:embed/>
                  <p:pic>
                    <p:nvPicPr>
                      <p:cNvPr id="2" name="Objekt 1"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p:nvPr>
        </p:nvSpPr>
        <p:spPr/>
        <p:txBody>
          <a:bodyPr/>
          <a:lstStyle/>
          <a:p>
            <a:r>
              <a:rPr lang="de-DE"/>
              <a:t>Titelmasterformat durch Klicken bearbeiten</a:t>
            </a:r>
          </a:p>
        </p:txBody>
      </p:sp>
      <p:sp>
        <p:nvSpPr>
          <p:cNvPr id="10" name="Datumsplatzhalter 9"/>
          <p:cNvSpPr>
            <a:spLocks noGrp="1"/>
          </p:cNvSpPr>
          <p:nvPr>
            <p:ph type="dt" sz="half" idx="10"/>
          </p:nvPr>
        </p:nvSpPr>
        <p:spPr/>
        <p:txBody>
          <a:bodyPr/>
          <a:lstStyle/>
          <a:p>
            <a:endParaRPr lang="en-GB">
              <a:solidFill>
                <a:srgbClr val="FFFFFF">
                  <a:lumMod val="50000"/>
                </a:srgbClr>
              </a:solidFill>
            </a:endParaRPr>
          </a:p>
        </p:txBody>
      </p:sp>
      <p:sp>
        <p:nvSpPr>
          <p:cNvPr id="11" name="Fußzeilenplatzhalter 10"/>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12" name="Foliennummernplatzhalter 11"/>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3" name="Grafik 12"/>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61704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Live 2: Titel 24pt und Inhalt">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sp>
        <p:nvSpPr>
          <p:cNvPr id="3" name="Inhaltsplatzhalter 2"/>
          <p:cNvSpPr>
            <a:spLocks noGrp="1"/>
          </p:cNvSpPr>
          <p:nvPr>
            <p:ph idx="1"/>
          </p:nvPr>
        </p:nvSpPr>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7" name="Gerade Verbindung 6"/>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p:nvPr>
        </p:nvSpPr>
        <p:spPr>
          <a:xfrm>
            <a:off x="367575" y="115012"/>
            <a:ext cx="8408850" cy="415499"/>
          </a:xfrm>
        </p:spPr>
        <p:txBody>
          <a:bodyPr/>
          <a:lstStyle>
            <a:lvl1pPr>
              <a:defRPr sz="2700"/>
            </a:lvl1pPr>
          </a:lstStyle>
          <a:p>
            <a:r>
              <a:rPr lang="de-DE"/>
              <a:t>Titelmasterformat durch Klicken bearbeiten</a:t>
            </a:r>
          </a:p>
        </p:txBody>
      </p:sp>
      <p:sp>
        <p:nvSpPr>
          <p:cNvPr id="10" name="Datumsplatzhalter 9"/>
          <p:cNvSpPr>
            <a:spLocks noGrp="1"/>
          </p:cNvSpPr>
          <p:nvPr>
            <p:ph type="dt" sz="half" idx="10"/>
          </p:nvPr>
        </p:nvSpPr>
        <p:spPr/>
        <p:txBody>
          <a:bodyPr/>
          <a:lstStyle/>
          <a:p>
            <a:endParaRPr lang="en-GB">
              <a:solidFill>
                <a:srgbClr val="FFFFFF">
                  <a:lumMod val="50000"/>
                </a:srgbClr>
              </a:solidFill>
            </a:endParaRPr>
          </a:p>
        </p:txBody>
      </p:sp>
      <p:sp>
        <p:nvSpPr>
          <p:cNvPr id="12" name="Fußzeilenplatzhalter 11"/>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13" name="Foliennummernplatzhalter 12"/>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5" name="Grafik 14"/>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2641693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Live 3: Standard Folie 2">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16" imgH="216" progId="TCLayout.ActiveDocument.1">
                  <p:embed/>
                </p:oleObj>
              </mc:Choice>
              <mc:Fallback>
                <p:oleObj name="think-cell Slide" r:id="rId3" imgW="216" imgH="216" progId="TCLayout.ActiveDocument.1">
                  <p:embed/>
                  <p:pic>
                    <p:nvPicPr>
                      <p:cNvPr id="2" name="Objekt 1"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sp>
        <p:nvSpPr>
          <p:cNvPr id="3" name="Inhaltsplatzhalter 2"/>
          <p:cNvSpPr>
            <a:spLocks noGrp="1"/>
          </p:cNvSpPr>
          <p:nvPr>
            <p:ph idx="1"/>
          </p:nvPr>
        </p:nvSpPr>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Titel 3"/>
          <p:cNvSpPr>
            <a:spLocks noGrp="1"/>
          </p:cNvSpPr>
          <p:nvPr>
            <p:ph type="title"/>
          </p:nvPr>
        </p:nvSpPr>
        <p:spPr/>
        <p:txBody>
          <a:bodyPr/>
          <a:lstStyle/>
          <a:p>
            <a:r>
              <a:rPr lang="de-DE"/>
              <a:t>Titelmasterformat durch Klicken bearbeiten</a:t>
            </a:r>
          </a:p>
        </p:txBody>
      </p:sp>
      <p:sp>
        <p:nvSpPr>
          <p:cNvPr id="6" name="Datumsplatzhalter 5"/>
          <p:cNvSpPr>
            <a:spLocks noGrp="1"/>
          </p:cNvSpPr>
          <p:nvPr>
            <p:ph type="dt" sz="half" idx="10"/>
          </p:nvPr>
        </p:nvSpPr>
        <p:spPr/>
        <p:txBody>
          <a:bodyPr/>
          <a:lstStyle/>
          <a:p>
            <a:endParaRPr lang="en-GB">
              <a:solidFill>
                <a:srgbClr val="FFFFFF">
                  <a:lumMod val="50000"/>
                </a:srgbClr>
              </a:solidFill>
            </a:endParaRPr>
          </a:p>
        </p:txBody>
      </p:sp>
      <p:sp>
        <p:nvSpPr>
          <p:cNvPr id="7" name="Fußzeilenplatzhalter 6"/>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8" name="Foliennummernplatzhalter 7"/>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4" name="Grafik 13"/>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4232530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Live 4: Standard Folie 5">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14" name="Inhaltsplatzhalter 2"/>
          <p:cNvSpPr>
            <a:spLocks noGrp="1"/>
          </p:cNvSpPr>
          <p:nvPr>
            <p:ph idx="1"/>
          </p:nvPr>
        </p:nvSpPr>
        <p:spPr>
          <a:xfrm>
            <a:off x="1771574" y="1200151"/>
            <a:ext cx="5616001" cy="3394472"/>
          </a:xfrm>
        </p:spPr>
        <p:txBody>
          <a:bodyPr/>
          <a:lstStyle>
            <a:lvl1pPr marL="0" indent="0">
              <a:spcBef>
                <a:spcPts val="450"/>
              </a:spcBef>
              <a:buNone/>
              <a:defRPr/>
            </a:lvl1pPr>
            <a:lvl2pPr marL="136922" indent="-136922">
              <a:spcBef>
                <a:spcPts val="450"/>
              </a:spcBef>
              <a:buFont typeface="BISans" panose="02000503040000020004" pitchFamily="2" charset="0"/>
              <a:buChar char="•"/>
              <a:defRPr/>
            </a:lvl2pPr>
            <a:lvl3pPr marL="269081" indent="-132160">
              <a:buFont typeface="Arial" panose="020B0604020202020204" pitchFamily="34" charset="0"/>
              <a:buChar char="–"/>
              <a:defRPr/>
            </a:lvl3pPr>
          </a:lstStyle>
          <a:p>
            <a:pPr lvl="0"/>
            <a:r>
              <a:rPr lang="de-DE" noProof="0"/>
              <a:t>Textmasterformat bearbeiten</a:t>
            </a:r>
          </a:p>
          <a:p>
            <a:pPr lvl="1"/>
            <a:r>
              <a:rPr lang="de-DE" noProof="0"/>
              <a:t>Zweite Ebene</a:t>
            </a:r>
          </a:p>
          <a:p>
            <a:pPr lvl="2"/>
            <a:r>
              <a:rPr lang="de-DE" noProof="0"/>
              <a:t>Dritte Ebene</a:t>
            </a:r>
          </a:p>
        </p:txBody>
      </p:sp>
      <p:sp>
        <p:nvSpPr>
          <p:cNvPr id="3" name="Titel 2"/>
          <p:cNvSpPr>
            <a:spLocks noGrp="1"/>
          </p:cNvSpPr>
          <p:nvPr>
            <p:ph type="title"/>
          </p:nvPr>
        </p:nvSpPr>
        <p:spPr/>
        <p:txBody>
          <a:bodyPr/>
          <a:lstStyle/>
          <a:p>
            <a:r>
              <a:rPr lang="de-DE"/>
              <a:t>Titelmasterformat durch Klicken bearbeiten</a:t>
            </a:r>
          </a:p>
        </p:txBody>
      </p:sp>
      <p:sp>
        <p:nvSpPr>
          <p:cNvPr id="4" name="Datumsplatzhalter 3"/>
          <p:cNvSpPr>
            <a:spLocks noGrp="1"/>
          </p:cNvSpPr>
          <p:nvPr>
            <p:ph type="dt" sz="half" idx="10"/>
          </p:nvPr>
        </p:nvSpPr>
        <p:spPr/>
        <p:txBody>
          <a:bodyPr/>
          <a:lstStyle/>
          <a:p>
            <a:endParaRPr lang="en-GB">
              <a:solidFill>
                <a:srgbClr val="FFFFFF">
                  <a:lumMod val="50000"/>
                </a:srgbClr>
              </a:solidFill>
            </a:endParaRPr>
          </a:p>
        </p:txBody>
      </p:sp>
      <p:sp>
        <p:nvSpPr>
          <p:cNvPr id="6" name="Fußzeilenplatzhalter 5"/>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7" name="Foliennummernplatzhalter 6"/>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6" name="Grafik 1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656159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Live 6: Diagramm Folie">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sp>
        <p:nvSpPr>
          <p:cNvPr id="15" name="Rechteck 14"/>
          <p:cNvSpPr/>
          <p:nvPr userDrawn="1"/>
        </p:nvSpPr>
        <p:spPr>
          <a:xfrm>
            <a:off x="0" y="1035591"/>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sp>
        <p:nvSpPr>
          <p:cNvPr id="3" name="Inhaltsplatzhalter 2"/>
          <p:cNvSpPr>
            <a:spLocks noGrp="1"/>
          </p:cNvSpPr>
          <p:nvPr>
            <p:ph idx="1"/>
          </p:nvPr>
        </p:nvSpPr>
        <p:spPr>
          <a:xfrm>
            <a:off x="367576" y="1200152"/>
            <a:ext cx="2934425" cy="2782569"/>
          </a:xfrm>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solidFill>
                <a:srgbClr val="FFFFFF">
                  <a:lumMod val="50000"/>
                </a:srgbClr>
              </a:solidFill>
            </a:endParaRPr>
          </a:p>
        </p:txBody>
      </p:sp>
      <p:sp>
        <p:nvSpPr>
          <p:cNvPr id="7" name="Fußzeilenplatzhalter 6"/>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8" name="Foliennummernplatzhalter 7"/>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6" name="Grafik 1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
        <p:nvSpPr>
          <p:cNvPr id="10" name="Titel 9"/>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1468546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Live 7: Text Slider">
    <p:spTree>
      <p:nvGrpSpPr>
        <p:cNvPr id="1" name=""/>
        <p:cNvGrpSpPr/>
        <p:nvPr/>
      </p:nvGrpSpPr>
      <p:grpSpPr>
        <a:xfrm>
          <a:off x="0" y="0"/>
          <a:ext cx="0" cy="0"/>
          <a:chOff x="0" y="0"/>
          <a:chExt cx="0" cy="0"/>
        </a:xfrm>
      </p:grpSpPr>
      <p:sp>
        <p:nvSpPr>
          <p:cNvPr id="12" name="Rechteck 11"/>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sp>
        <p:nvSpPr>
          <p:cNvPr id="3" name="Inhaltsplatzhalter 2"/>
          <p:cNvSpPr>
            <a:spLocks noGrp="1"/>
          </p:cNvSpPr>
          <p:nvPr>
            <p:ph idx="1"/>
          </p:nvPr>
        </p:nvSpPr>
        <p:spPr>
          <a:xfrm>
            <a:off x="1771577" y="1451438"/>
            <a:ext cx="5065659" cy="923330"/>
          </a:xfrm>
        </p:spPr>
        <p:txBody>
          <a:bodyPr>
            <a:spAutoFit/>
          </a:bodyPr>
          <a:lstStyle>
            <a:lvl1pPr>
              <a:defRPr sz="1200"/>
            </a:lvl1pPr>
            <a:lvl2pPr>
              <a:defRPr sz="1200"/>
            </a:lvl2pPr>
            <a:lvl3pPr>
              <a:defRPr sz="1200"/>
            </a:lvl3pPr>
            <a:lvl4pPr>
              <a:defRPr sz="1200"/>
            </a:lvl4pPr>
            <a:lvl5pPr>
              <a:defRPr sz="1200"/>
            </a:lvl5p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15" name="Textplatzhalter 4"/>
          <p:cNvSpPr>
            <a:spLocks noGrp="1"/>
          </p:cNvSpPr>
          <p:nvPr>
            <p:ph type="body" sz="quarter" idx="10" hasCustomPrompt="1"/>
          </p:nvPr>
        </p:nvSpPr>
        <p:spPr>
          <a:xfrm>
            <a:off x="-169856" y="778811"/>
            <a:ext cx="1738800" cy="13041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1350" baseline="0" dirty="0" smtClean="0">
                <a:solidFill>
                  <a:schemeClr val="bg1"/>
                </a:solidFill>
                <a:latin typeface="+mj-lt"/>
              </a:defRPr>
            </a:lvl1pPr>
          </a:lstStyle>
          <a:p>
            <a:pPr marL="0" lvl="0" algn="ctr"/>
            <a:r>
              <a:rPr lang="en-GB" noProof="0" err="1"/>
              <a:t>Infos</a:t>
            </a:r>
            <a:endParaRPr lang="en-GB" noProof="0"/>
          </a:p>
          <a:p>
            <a:pPr marL="0" lvl="0" algn="ctr"/>
            <a:r>
              <a:rPr lang="en-GB" noProof="0"/>
              <a:t>[</a:t>
            </a:r>
            <a:r>
              <a:rPr lang="en-GB" noProof="0" err="1"/>
              <a:t>Schriftgröße</a:t>
            </a:r>
            <a:r>
              <a:rPr lang="en-GB" noProof="0"/>
              <a:t> </a:t>
            </a:r>
            <a:r>
              <a:rPr lang="en-GB" noProof="0" err="1"/>
              <a:t>variabel</a:t>
            </a:r>
            <a:r>
              <a:rPr lang="en-GB" noProof="0"/>
              <a:t>]</a:t>
            </a:r>
          </a:p>
        </p:txBody>
      </p:sp>
      <p:cxnSp>
        <p:nvCxnSpPr>
          <p:cNvPr id="6" name="Gerade Verbindung 5"/>
          <p:cNvCxnSpPr/>
          <p:nvPr/>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268735"/>
            <a:ext cx="9144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Titel 3"/>
          <p:cNvSpPr>
            <a:spLocks noGrp="1"/>
          </p:cNvSpPr>
          <p:nvPr>
            <p:ph type="title"/>
          </p:nvPr>
        </p:nvSpPr>
        <p:spPr>
          <a:xfrm>
            <a:off x="1781922" y="290572"/>
            <a:ext cx="5055313" cy="276999"/>
          </a:xfrm>
        </p:spPr>
        <p:txBody>
          <a:bodyPr/>
          <a:lstStyle/>
          <a:p>
            <a:r>
              <a:rPr lang="de-DE"/>
              <a:t>Titelmasterformat durch Klicken bearbeiten</a:t>
            </a:r>
          </a:p>
        </p:txBody>
      </p:sp>
      <p:sp>
        <p:nvSpPr>
          <p:cNvPr id="5" name="Datumsplatzhalter 4"/>
          <p:cNvSpPr>
            <a:spLocks noGrp="1"/>
          </p:cNvSpPr>
          <p:nvPr>
            <p:ph type="dt" sz="half" idx="12"/>
          </p:nvPr>
        </p:nvSpPr>
        <p:spPr/>
        <p:txBody>
          <a:bodyPr/>
          <a:lstStyle/>
          <a:p>
            <a:endParaRPr lang="en-GB">
              <a:solidFill>
                <a:srgbClr val="FFFFFF">
                  <a:lumMod val="50000"/>
                </a:srgbClr>
              </a:solidFill>
            </a:endParaRPr>
          </a:p>
        </p:txBody>
      </p:sp>
      <p:sp>
        <p:nvSpPr>
          <p:cNvPr id="7" name="Fußzeilenplatzhalter 6"/>
          <p:cNvSpPr>
            <a:spLocks noGrp="1"/>
          </p:cNvSpPr>
          <p:nvPr>
            <p:ph type="ftr" sz="quarter" idx="13"/>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8" name="Foliennummernplatzhalter 7"/>
          <p:cNvSpPr>
            <a:spLocks noGrp="1"/>
          </p:cNvSpPr>
          <p:nvPr>
            <p:ph type="sldNum" sz="quarter" idx="14"/>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4" name="Grafik 13"/>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2678110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Live 8: Organisationschart">
    <p:spTree>
      <p:nvGrpSpPr>
        <p:cNvPr id="1" name=""/>
        <p:cNvGrpSpPr/>
        <p:nvPr/>
      </p:nvGrpSpPr>
      <p:grpSpPr>
        <a:xfrm>
          <a:off x="0" y="0"/>
          <a:ext cx="0" cy="0"/>
          <a:chOff x="0" y="0"/>
          <a:chExt cx="0" cy="0"/>
        </a:xfrm>
      </p:grpSpPr>
      <p:sp>
        <p:nvSpPr>
          <p:cNvPr id="11" name="Rechteck 10"/>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cxnSp>
        <p:nvCxnSpPr>
          <p:cNvPr id="5" name="Gerade Verbindung 4"/>
          <p:cNvCxnSpPr/>
          <p:nvPr/>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1869292"/>
            <a:ext cx="9144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endParaRPr lang="en-GB">
              <a:solidFill>
                <a:srgbClr val="FFFFFF">
                  <a:lumMod val="50000"/>
                </a:srgbClr>
              </a:solidFill>
            </a:endParaRPr>
          </a:p>
        </p:txBody>
      </p:sp>
      <p:sp>
        <p:nvSpPr>
          <p:cNvPr id="4" name="Fußzeilenplatzhalter 3"/>
          <p:cNvSpPr>
            <a:spLocks noGrp="1"/>
          </p:cNvSpPr>
          <p:nvPr>
            <p:ph type="ftr" sz="quarter" idx="11"/>
          </p:nvPr>
        </p:nvSpPr>
        <p:spPr/>
        <p:txBody>
          <a:body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pic>
        <p:nvPicPr>
          <p:cNvPr id="13" name="Grafik 1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
        <p:nvSpPr>
          <p:cNvPr id="9" name="Titel 8"/>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2282791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Rectangle 97"/>
          <p:cNvSpPr>
            <a:spLocks noGrp="1" noChangeArrowheads="1"/>
          </p:cNvSpPr>
          <p:nvPr>
            <p:ph type="ftr" sz="quarter" idx="10"/>
          </p:nvPr>
        </p:nvSpPr>
        <p:spPr>
          <a:ln/>
        </p:spPr>
        <p:txBody>
          <a:bodyPr/>
          <a:lstStyle>
            <a:lvl1pPr>
              <a:defRPr/>
            </a:lvl1pPr>
          </a:lstStyle>
          <a:p>
            <a:pPr>
              <a:defRPr/>
            </a:pPr>
            <a:r>
              <a:rPr lang="en-GB">
                <a:solidFill>
                  <a:srgbClr val="FFFFFF">
                    <a:lumMod val="50000"/>
                  </a:srgbClr>
                </a:solidFill>
              </a:rPr>
              <a:t>China Medical Workshop 2017-11-07</a:t>
            </a:r>
          </a:p>
        </p:txBody>
      </p:sp>
      <p:sp>
        <p:nvSpPr>
          <p:cNvPr id="4" name="Rectangle 14"/>
          <p:cNvSpPr>
            <a:spLocks noGrp="1" noChangeArrowheads="1"/>
          </p:cNvSpPr>
          <p:nvPr>
            <p:ph type="sldNum" sz="quarter" idx="12"/>
          </p:nvPr>
        </p:nvSpPr>
        <p:spPr>
          <a:ln/>
        </p:spPr>
        <p:txBody>
          <a:bodyPr/>
          <a:lstStyle>
            <a:lvl1pPr>
              <a:defRPr/>
            </a:lvl1pPr>
          </a:lstStyle>
          <a:p>
            <a:fld id="{D0DB3855-33AD-41C9-AD6B-305E10D5711A}" type="slidenum">
              <a:rPr lang="en-GB">
                <a:solidFill>
                  <a:srgbClr val="FFFFFF">
                    <a:lumMod val="50000"/>
                  </a:srgbClr>
                </a:solidFill>
              </a:rPr>
              <a:pPr/>
              <a:t>‹#›</a:t>
            </a:fld>
            <a:endParaRPr lang="en-GB">
              <a:solidFill>
                <a:srgbClr val="FFFFFF">
                  <a:lumMod val="50000"/>
                </a:srgbClr>
              </a:solidFill>
            </a:endParaRPr>
          </a:p>
        </p:txBody>
      </p:sp>
      <p:sp>
        <p:nvSpPr>
          <p:cNvPr id="5" name="Titel 1"/>
          <p:cNvSpPr>
            <a:spLocks noGrp="1"/>
          </p:cNvSpPr>
          <p:nvPr>
            <p:ph type="title" hasCustomPrompt="1"/>
          </p:nvPr>
        </p:nvSpPr>
        <p:spPr>
          <a:xfrm>
            <a:off x="179388" y="71869"/>
            <a:ext cx="6949528" cy="507831"/>
          </a:xfrm>
        </p:spPr>
        <p:txBody>
          <a:bodyPr/>
          <a:lstStyle>
            <a:lvl1pPr>
              <a:defRPr b="1"/>
            </a:lvl1pPr>
          </a:lstStyle>
          <a:p>
            <a:r>
              <a:rPr lang="en-US"/>
              <a:t>Click to edit Master title style</a:t>
            </a:r>
            <a:br>
              <a:rPr lang="en-US"/>
            </a:br>
            <a:r>
              <a:rPr lang="en-US" sz="1500" b="0"/>
              <a:t>Subtitle</a:t>
            </a:r>
            <a:endParaRPr lang="de-DE"/>
          </a:p>
        </p:txBody>
      </p:sp>
      <p:sp>
        <p:nvSpPr>
          <p:cNvPr id="7" name="Hexagon 6"/>
          <p:cNvSpPr>
            <a:spLocks noChangeAspect="1"/>
          </p:cNvSpPr>
          <p:nvPr/>
        </p:nvSpPr>
        <p:spPr>
          <a:xfrm>
            <a:off x="8388350" y="605934"/>
            <a:ext cx="404740" cy="259200"/>
          </a:xfrm>
          <a:prstGeom prst="hexagon">
            <a:avLst/>
          </a:prstGeom>
          <a:solidFill>
            <a:schemeClr val="bg1"/>
          </a:solidFill>
          <a:ln w="12700">
            <a:solidFill>
              <a:schemeClr val="accent1"/>
            </a:solidFill>
          </a:ln>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776" tIns="171971" rIns="184775" bIns="171971" numCol="1" spcCol="1270" anchor="ctr" anchorCtr="0">
            <a:noAutofit/>
          </a:bodyPr>
          <a:lstStyle/>
          <a:p>
            <a:pPr algn="ctr" defTabSz="466725">
              <a:lnSpc>
                <a:spcPct val="90000"/>
              </a:lnSpc>
              <a:spcBef>
                <a:spcPct val="0"/>
              </a:spcBef>
              <a:spcAft>
                <a:spcPct val="35000"/>
              </a:spcAft>
            </a:pPr>
            <a:endParaRPr lang="en-GB" sz="1050">
              <a:solidFill>
                <a:srgbClr val="123563"/>
              </a:solidFill>
            </a:endParaRPr>
          </a:p>
        </p:txBody>
      </p:sp>
    </p:spTree>
    <p:extLst>
      <p:ext uri="{BB962C8B-B14F-4D97-AF65-F5344CB8AC3E}">
        <p14:creationId xmlns:p14="http://schemas.microsoft.com/office/powerpoint/2010/main" val="815389729"/>
      </p:ext>
    </p:extLst>
  </p:cSld>
  <p:clrMapOvr>
    <a:masterClrMapping/>
  </p:clrMapOvr>
  <p:transition spd="med">
    <p:wipe dir="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sp>
        <p:nvSpPr>
          <p:cNvPr id="15" name="Rechteck 14"/>
          <p:cNvSpPr/>
          <p:nvPr userDrawn="1"/>
        </p:nvSpPr>
        <p:spPr>
          <a:xfrm>
            <a:off x="0" y="1035592"/>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en-GB" sz="1050">
              <a:solidFill>
                <a:srgbClr val="000000"/>
              </a:solidFill>
            </a:endParaRPr>
          </a:p>
        </p:txBody>
      </p:sp>
      <p:sp>
        <p:nvSpPr>
          <p:cNvPr id="3" name="Inhaltsplatzhalter 2"/>
          <p:cNvSpPr>
            <a:spLocks noGrp="1"/>
          </p:cNvSpPr>
          <p:nvPr>
            <p:ph idx="1"/>
          </p:nvPr>
        </p:nvSpPr>
        <p:spPr>
          <a:xfrm>
            <a:off x="367576" y="1200152"/>
            <a:ext cx="2934425" cy="2782569"/>
          </a:xfrm>
        </p:spPr>
        <p:txBody>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cxnSp>
        <p:nvCxnSpPr>
          <p:cNvPr id="5" name="Gerade Verbindung 4"/>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
        <p:nvSpPr>
          <p:cNvPr id="4" name="Datumsplatzhalter 3"/>
          <p:cNvSpPr>
            <a:spLocks noGrp="1"/>
          </p:cNvSpPr>
          <p:nvPr>
            <p:ph type="dt" sz="half" idx="10"/>
          </p:nvPr>
        </p:nvSpPr>
        <p:spPr/>
        <p:txBody>
          <a:bodyPr/>
          <a:lstStyle/>
          <a:p>
            <a:endParaRPr lang="en-GB">
              <a:solidFill>
                <a:srgbClr val="FFFFFF">
                  <a:lumMod val="50000"/>
                </a:srgbClr>
              </a:solidFill>
            </a:endParaRPr>
          </a:p>
        </p:txBody>
      </p:sp>
      <p:sp>
        <p:nvSpPr>
          <p:cNvPr id="6" name="Fußzeilenplatzhalter 5"/>
          <p:cNvSpPr>
            <a:spLocks noGrp="1"/>
          </p:cNvSpPr>
          <p:nvPr>
            <p:ph type="ftr" sz="quarter" idx="11"/>
          </p:nvPr>
        </p:nvSpPr>
        <p:spPr/>
        <p:txBody>
          <a:bodyPr/>
          <a:lstStyle/>
          <a:p>
            <a:r>
              <a:rPr lang="en-GB">
                <a:solidFill>
                  <a:srgbClr val="FFFFFF">
                    <a:lumMod val="50000"/>
                  </a:srgbClr>
                </a:solidFill>
              </a:rPr>
              <a:t>China Medical Workshop 2017-11-07</a:t>
            </a:r>
          </a:p>
        </p:txBody>
      </p:sp>
      <p:sp>
        <p:nvSpPr>
          <p:cNvPr id="7" name="Foliennummernplatzhalter 6"/>
          <p:cNvSpPr>
            <a:spLocks noGrp="1"/>
          </p:cNvSpPr>
          <p:nvPr>
            <p:ph type="sldNum" sz="quarter" idx="12"/>
          </p:nvPr>
        </p:nvSpPr>
        <p:spPr>
          <a:xfrm>
            <a:off x="8665818" y="4929944"/>
            <a:ext cx="110607" cy="115416"/>
          </a:xfrm>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
        <p:nvSpPr>
          <p:cNvPr id="8" name="Titel 7"/>
          <p:cNvSpPr>
            <a:spLocks noGrp="1"/>
          </p:cNvSpPr>
          <p:nvPr>
            <p:ph type="title"/>
          </p:nvPr>
        </p:nvSpPr>
        <p:spPr/>
        <p:txBody>
          <a:bodyPr/>
          <a:lstStyle/>
          <a:p>
            <a:r>
              <a:rPr lang="de-DE"/>
              <a:t>Titelmasterformat durch Klicken bearbeiten</a:t>
            </a:r>
          </a:p>
        </p:txBody>
      </p:sp>
    </p:spTree>
    <p:extLst>
      <p:ext uri="{BB962C8B-B14F-4D97-AF65-F5344CB8AC3E}">
        <p14:creationId xmlns:p14="http://schemas.microsoft.com/office/powerpoint/2010/main" val="285756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secHead">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461665"/>
          </a:xfrm>
        </p:spPr>
        <p:txBody>
          <a:bodyPr/>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GB">
              <a:solidFill>
                <a:srgbClr val="000000">
                  <a:lumMod val="50000"/>
                </a:srgb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srgbClr val="000000">
                    <a:lumMod val="50000"/>
                  </a:srgbClr>
                </a:solidFill>
              </a:rPr>
              <a:t>China Medical Workshop 2017-11-07</a:t>
            </a:r>
            <a:endParaRPr lang="en-GB">
              <a:solidFill>
                <a:srgbClr val="000000">
                  <a:lumMod val="50000"/>
                </a:srgb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D89D3433-0DE3-4C4A-960E-4D87E29D65B2}"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1221392537"/>
      </p:ext>
    </p:extLst>
  </p:cSld>
  <p:clrMapOvr>
    <a:overrideClrMapping bg1="dk1" tx1="lt1" bg2="dk2" tx2="lt2" accent1="accent1" accent2="accent2" accent3="accent3" accent4="accent4" accent5="accent5" accent6="accent6" hlink="hlink" folHlink="folHlink"/>
  </p:clrMapOvr>
  <p:transition spd="med">
    <p:wipe dir="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对象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solidFill>
                <a:srgbClr val="FFFFFF">
                  <a:lumMod val="50000"/>
                </a:srgb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srgbClr val="FFFFFF">
                    <a:lumMod val="50000"/>
                  </a:srgbClr>
                </a:solidFill>
              </a:rPr>
              <a:t>China Medical Workshop 2017-11-07</a:t>
            </a:r>
            <a:endParaRPr lang="en-GB">
              <a:solidFill>
                <a:srgbClr val="FFFFFF">
                  <a:lumMod val="50000"/>
                </a:srgb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1731846761"/>
      </p:ext>
    </p:extLst>
  </p:cSld>
  <p:clrMapOvr>
    <a:masterClrMapping/>
  </p:clrMapOvr>
  <p:transition spd="med">
    <p:wipe dir="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对象 3"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Date Placeholder 1"/>
          <p:cNvSpPr>
            <a:spLocks noGrp="1"/>
          </p:cNvSpPr>
          <p:nvPr>
            <p:ph type="dt" sz="half" idx="10"/>
          </p:nvPr>
        </p:nvSpPr>
        <p:spPr/>
        <p:txBody>
          <a:bodyPr/>
          <a:lstStyle>
            <a:lvl1pPr>
              <a:defRPr/>
            </a:lvl1pPr>
          </a:lstStyle>
          <a:p>
            <a:endParaRPr lang="en-US">
              <a:solidFill>
                <a:srgbClr val="FFFFFF">
                  <a:lumMod val="50000"/>
                </a:srgbClr>
              </a:solidFill>
            </a:endParaRPr>
          </a:p>
        </p:txBody>
      </p:sp>
      <p:sp>
        <p:nvSpPr>
          <p:cNvPr id="3" name="Footer Placeholder 2"/>
          <p:cNvSpPr>
            <a:spLocks noGrp="1"/>
          </p:cNvSpPr>
          <p:nvPr>
            <p:ph type="ftr" sz="quarter" idx="11"/>
          </p:nvPr>
        </p:nvSpPr>
        <p:spPr/>
        <p:txBody>
          <a:bodyPr/>
          <a:lstStyle>
            <a:lvl1pPr>
              <a:defRPr/>
            </a:lvl1pPr>
          </a:lstStyle>
          <a:p>
            <a:r>
              <a:rPr lang="en-US">
                <a:solidFill>
                  <a:srgbClr val="FFFFFF">
                    <a:lumMod val="50000"/>
                  </a:srgbClr>
                </a:solidFill>
              </a:rPr>
              <a:t>China Medical Workshop 2017-11-07</a:t>
            </a:r>
          </a:p>
        </p:txBody>
      </p:sp>
    </p:spTree>
    <p:extLst>
      <p:ext uri="{BB962C8B-B14F-4D97-AF65-F5344CB8AC3E}">
        <p14:creationId xmlns:p14="http://schemas.microsoft.com/office/powerpoint/2010/main" val="1298170356"/>
      </p:ext>
    </p:extLst>
  </p:cSld>
  <p:clrMapOvr>
    <a:masterClrMapping/>
  </p:clrMapOvr>
  <p:transition spd="med">
    <p:wipe dir="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graphicFrame>
        <p:nvGraphicFramePr>
          <p:cNvPr id="6" name="对象 5"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对象 5"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GB">
              <a:solidFill>
                <a:srgbClr val="FFFFFF">
                  <a:lumMod val="50000"/>
                </a:srgbClr>
              </a:solidFill>
            </a:endParaRPr>
          </a:p>
        </p:txBody>
      </p:sp>
      <p:sp>
        <p:nvSpPr>
          <p:cNvPr id="4" name="Rectangle 6"/>
          <p:cNvSpPr>
            <a:spLocks noGrp="1" noChangeArrowheads="1"/>
          </p:cNvSpPr>
          <p:nvPr>
            <p:ph type="ftr" sz="quarter" idx="11"/>
          </p:nvPr>
        </p:nvSpPr>
        <p:spPr>
          <a:ln/>
        </p:spPr>
        <p:txBody>
          <a:bodyPr/>
          <a:lstStyle>
            <a:lvl1pPr>
              <a:defRPr/>
            </a:lvl1pPr>
          </a:lstStyle>
          <a:p>
            <a:pPr>
              <a:defRPr/>
            </a:pPr>
            <a:r>
              <a:rPr lang="en-US">
                <a:solidFill>
                  <a:srgbClr val="FFFFFF">
                    <a:lumMod val="50000"/>
                  </a:srgbClr>
                </a:solidFill>
              </a:rPr>
              <a:t>China Medical Workshop 2017-11-07</a:t>
            </a:r>
            <a:endParaRPr lang="en-GB">
              <a:solidFill>
                <a:srgbClr val="FFFFFF">
                  <a:lumMod val="50000"/>
                </a:srgbClr>
              </a:solidFill>
            </a:endParaRPr>
          </a:p>
        </p:txBody>
      </p:sp>
      <p:sp>
        <p:nvSpPr>
          <p:cNvPr id="5" name="Rectangle 14"/>
          <p:cNvSpPr>
            <a:spLocks noGrp="1" noChangeArrowheads="1"/>
          </p:cNvSpPr>
          <p:nvPr>
            <p:ph type="sldNum" sz="quarter" idx="12"/>
          </p:nvPr>
        </p:nvSpPr>
        <p:spPr>
          <a:ln/>
        </p:spPr>
        <p:txBody>
          <a:bodyPr/>
          <a:lstStyle>
            <a:lvl1pPr>
              <a:defRPr/>
            </a:lvl1pPr>
          </a:lstStyle>
          <a:p>
            <a:pPr>
              <a:defRPr/>
            </a:pPr>
            <a:fld id="{090197B8-B4D0-41FB-86E3-2F829CFC20E1}"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1921910172"/>
      </p:ext>
    </p:extLst>
  </p:cSld>
  <p:clrMapOvr>
    <a:masterClrMapping/>
  </p:clrMapOvr>
  <p:transition spd="med">
    <p:wipe dir="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GB">
              <a:solidFill>
                <a:srgbClr val="FFFFFF">
                  <a:lumMod val="50000"/>
                </a:srgbClr>
              </a:solidFill>
            </a:endParaRPr>
          </a:p>
        </p:txBody>
      </p:sp>
      <p:sp>
        <p:nvSpPr>
          <p:cNvPr id="4" name="Rectangle 6"/>
          <p:cNvSpPr>
            <a:spLocks noGrp="1" noChangeArrowheads="1"/>
          </p:cNvSpPr>
          <p:nvPr>
            <p:ph type="ftr" sz="quarter" idx="11"/>
          </p:nvPr>
        </p:nvSpPr>
        <p:spPr>
          <a:ln/>
        </p:spPr>
        <p:txBody>
          <a:bodyPr/>
          <a:lstStyle>
            <a:lvl1pPr>
              <a:defRPr/>
            </a:lvl1pPr>
          </a:lstStyle>
          <a:p>
            <a:pPr>
              <a:defRPr/>
            </a:pPr>
            <a:r>
              <a:rPr lang="en-US">
                <a:solidFill>
                  <a:srgbClr val="FFFFFF">
                    <a:lumMod val="50000"/>
                  </a:srgbClr>
                </a:solidFill>
              </a:rPr>
              <a:t>China Medical Workshop 2017-11-07</a:t>
            </a:r>
            <a:endParaRPr lang="en-GB">
              <a:solidFill>
                <a:srgbClr val="FFFFFF">
                  <a:lumMod val="50000"/>
                </a:srgbClr>
              </a:solidFill>
            </a:endParaRPr>
          </a:p>
        </p:txBody>
      </p:sp>
      <p:sp>
        <p:nvSpPr>
          <p:cNvPr id="5" name="Rectangle 14"/>
          <p:cNvSpPr>
            <a:spLocks noGrp="1" noChangeArrowheads="1"/>
          </p:cNvSpPr>
          <p:nvPr>
            <p:ph type="sldNum" sz="quarter" idx="12"/>
          </p:nvPr>
        </p:nvSpPr>
        <p:spPr>
          <a:ln/>
        </p:spPr>
        <p:txBody>
          <a:bodyPr/>
          <a:lstStyle>
            <a:lvl1pPr>
              <a:defRPr/>
            </a:lvl1pPr>
          </a:lstStyle>
          <a:p>
            <a:pPr>
              <a:defRPr/>
            </a:pPr>
            <a:fld id="{090197B8-B4D0-41FB-86E3-2F829CFC20E1}"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409011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solidFill>
                <a:srgbClr val="FFFFFF">
                  <a:lumMod val="50000"/>
                </a:srgb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srgbClr val="FFFFFF">
                    <a:lumMod val="50000"/>
                  </a:srgbClr>
                </a:solidFill>
              </a:rPr>
              <a:t>China Medical Workshop 2017-11-07</a:t>
            </a:r>
            <a:endParaRPr lang="en-GB">
              <a:solidFill>
                <a:srgbClr val="FFFFFF">
                  <a:lumMod val="50000"/>
                </a:srgb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432870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对象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GB">
              <a:solidFill>
                <a:srgbClr val="FFFFFF">
                  <a:lumMod val="50000"/>
                </a:srgbClr>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r>
              <a:rPr lang="en-US">
                <a:solidFill>
                  <a:srgbClr val="FFFFFF">
                    <a:lumMod val="50000"/>
                  </a:srgbClr>
                </a:solidFill>
              </a:rPr>
              <a:t>China Medical Workshop 2017-11-07</a:t>
            </a:r>
            <a:endParaRPr lang="en-GB">
              <a:solidFill>
                <a:srgbClr val="FFFFFF">
                  <a:lumMod val="50000"/>
                </a:srgb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0AA82F0B-DBCB-4FF7-A534-F5A653F249DE}" type="slidenum">
              <a:rPr lang="en-GB">
                <a:solidFill>
                  <a:srgbClr val="003366"/>
                </a:solidFill>
              </a:rPr>
              <a:pPr>
                <a:defRPr/>
              </a:pPr>
              <a:t>‹#›</a:t>
            </a:fld>
            <a:endParaRPr lang="en-GB">
              <a:solidFill>
                <a:srgbClr val="003366"/>
              </a:solidFill>
            </a:endParaRPr>
          </a:p>
        </p:txBody>
      </p:sp>
    </p:spTree>
    <p:extLst>
      <p:ext uri="{BB962C8B-B14F-4D97-AF65-F5344CB8AC3E}">
        <p14:creationId xmlns:p14="http://schemas.microsoft.com/office/powerpoint/2010/main" val="1534995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Titel 1"/>
          <p:cNvSpPr>
            <a:spLocks noGrp="1"/>
          </p:cNvSpPr>
          <p:nvPr>
            <p:ph type="title"/>
          </p:nvPr>
        </p:nvSpPr>
        <p:spPr/>
        <p:txBody>
          <a:bodyPr/>
          <a:lstStyle/>
          <a:p>
            <a:r>
              <a:rPr lang="ko-KR" altLang="en-US" noProof="0"/>
              <a:t>마스터 제목 스타일 편집</a:t>
            </a:r>
            <a:endParaRPr lang="en-GB" noProof="0"/>
          </a:p>
        </p:txBody>
      </p:sp>
      <p:sp>
        <p:nvSpPr>
          <p:cNvPr id="3" name="Inhaltsplatzhalter 2"/>
          <p:cNvSpPr>
            <a:spLocks noGrp="1"/>
          </p:cNvSpPr>
          <p:nvPr>
            <p:ph idx="1"/>
          </p:nvPr>
        </p:nvSpPr>
        <p:spPr/>
        <p:txBody>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endParaRPr lang="en-GB" noProof="0"/>
          </a:p>
        </p:txBody>
      </p:sp>
      <p:sp>
        <p:nvSpPr>
          <p:cNvPr id="4" name="Rectangle 96"/>
          <p:cNvSpPr>
            <a:spLocks noGrp="1" noChangeArrowheads="1"/>
          </p:cNvSpPr>
          <p:nvPr>
            <p:ph type="dt" sz="half" idx="10"/>
          </p:nvPr>
        </p:nvSpPr>
        <p:spPr>
          <a:ln/>
        </p:spPr>
        <p:txBody>
          <a:bodyPr/>
          <a:lstStyle>
            <a:lvl1pPr>
              <a:defRPr/>
            </a:lvl1pPr>
          </a:lstStyle>
          <a:p>
            <a:pPr>
              <a:defRPr/>
            </a:pPr>
            <a:endParaRPr lang="ko-KR" altLang="en-US">
              <a:solidFill>
                <a:srgbClr val="FFFFFF">
                  <a:lumMod val="50000"/>
                </a:srgbClr>
              </a:solidFill>
            </a:endParaRPr>
          </a:p>
        </p:txBody>
      </p:sp>
      <p:sp>
        <p:nvSpPr>
          <p:cNvPr id="5" name="Rectangle 97"/>
          <p:cNvSpPr>
            <a:spLocks noGrp="1" noChangeArrowheads="1"/>
          </p:cNvSpPr>
          <p:nvPr>
            <p:ph type="ftr" sz="quarter" idx="11"/>
          </p:nvPr>
        </p:nvSpPr>
        <p:spPr>
          <a:ln/>
        </p:spPr>
        <p:txBody>
          <a:bodyPr/>
          <a:lstStyle>
            <a:lvl1pPr>
              <a:defRPr/>
            </a:lvl1pPr>
          </a:lstStyle>
          <a:p>
            <a:pPr>
              <a:defRPr/>
            </a:pPr>
            <a:r>
              <a:rPr lang="en-US" altLang="ko-KR">
                <a:solidFill>
                  <a:srgbClr val="FFFFFF">
                    <a:lumMod val="50000"/>
                  </a:srgbClr>
                </a:solidFill>
              </a:rPr>
              <a:t>China Medical Workshop 2017-11-07</a:t>
            </a:r>
            <a:endParaRPr lang="ko-KR" altLang="en-US">
              <a:solidFill>
                <a:srgbClr val="FFFFFF">
                  <a:lumMod val="50000"/>
                </a:srgb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D7041CE5-3256-4FAC-9AD4-6BC29ED05FA8}" type="slidenum">
              <a:rPr lang="ko-KR" altLang="en-US">
                <a:solidFill>
                  <a:srgbClr val="FFFFFF">
                    <a:lumMod val="50000"/>
                  </a:srgbClr>
                </a:solidFill>
              </a:rPr>
              <a:pPr>
                <a:defRPr/>
              </a:pPr>
              <a:t>‹#›</a:t>
            </a:fld>
            <a:endParaRPr lang="ko-KR" altLang="en-US">
              <a:solidFill>
                <a:srgbClr val="FFFFFF">
                  <a:lumMod val="50000"/>
                </a:srgbClr>
              </a:solidFill>
            </a:endParaRPr>
          </a:p>
        </p:txBody>
      </p:sp>
      <p:pic>
        <p:nvPicPr>
          <p:cNvPr id="8" name="Picture 7"/>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8244408" y="33468"/>
            <a:ext cx="764066" cy="486054"/>
          </a:xfrm>
          <a:prstGeom prst="rect">
            <a:avLst/>
          </a:prstGeom>
          <a:solidFill>
            <a:schemeClr val="accent1">
              <a:alpha val="0"/>
            </a:schemeClr>
          </a:solidFill>
        </p:spPr>
      </p:pic>
    </p:spTree>
    <p:extLst>
      <p:ext uri="{BB962C8B-B14F-4D97-AF65-F5344CB8AC3E}">
        <p14:creationId xmlns:p14="http://schemas.microsoft.com/office/powerpoint/2010/main" val="26119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Empty slid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ko-KR"/>
              <a:t>Click to edit Master title style</a:t>
            </a:r>
            <a:endParaRPr lang="ko-KR" altLang="en-US"/>
          </a:p>
        </p:txBody>
      </p:sp>
      <p:pic>
        <p:nvPicPr>
          <p:cNvPr id="3"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663678"/>
            <a:ext cx="712787" cy="479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8338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a:t>Click to edit Master title style</a:t>
            </a:r>
            <a:endParaRPr lang="ko-KR" altLang="en-US"/>
          </a:p>
        </p:txBody>
      </p:sp>
      <p:sp>
        <p:nvSpPr>
          <p:cNvPr id="3" name="Date Placeholder 2"/>
          <p:cNvSpPr>
            <a:spLocks noGrp="1"/>
          </p:cNvSpPr>
          <p:nvPr>
            <p:ph type="dt" sz="half" idx="10"/>
          </p:nvPr>
        </p:nvSpPr>
        <p:spPr/>
        <p:txBody>
          <a:bodyPr/>
          <a:lstStyle/>
          <a:p>
            <a:pPr fontAlgn="base">
              <a:spcBef>
                <a:spcPct val="0"/>
              </a:spcBef>
              <a:spcAft>
                <a:spcPct val="0"/>
              </a:spcAft>
              <a:defRPr/>
            </a:pPr>
            <a:endParaRPr lang="ko-KR" altLang="en-US">
              <a:solidFill>
                <a:srgbClr val="FFFFFF">
                  <a:lumMod val="50000"/>
                </a:srgbClr>
              </a:solidFill>
              <a:ea typeface="굴림" charset="-127"/>
            </a:endParaRPr>
          </a:p>
        </p:txBody>
      </p:sp>
      <p:sp>
        <p:nvSpPr>
          <p:cNvPr id="4" name="Footer Placeholder 3"/>
          <p:cNvSpPr>
            <a:spLocks noGrp="1"/>
          </p:cNvSpPr>
          <p:nvPr>
            <p:ph type="ftr" sz="quarter" idx="11"/>
          </p:nvPr>
        </p:nvSpPr>
        <p:spPr/>
        <p:txBody>
          <a:bodyPr/>
          <a:lstStyle/>
          <a:p>
            <a:pPr fontAlgn="base">
              <a:spcBef>
                <a:spcPct val="0"/>
              </a:spcBef>
              <a:spcAft>
                <a:spcPct val="0"/>
              </a:spcAft>
              <a:defRPr/>
            </a:pPr>
            <a:r>
              <a:rPr lang="en-US" altLang="ko-KR">
                <a:solidFill>
                  <a:srgbClr val="FFFFFF">
                    <a:lumMod val="50000"/>
                  </a:srgbClr>
                </a:solidFill>
                <a:ea typeface="굴림" charset="-127"/>
              </a:rPr>
              <a:t>China Medical Workshop 2017-11-07</a:t>
            </a:r>
            <a:endParaRPr lang="ko-KR" altLang="en-US">
              <a:solidFill>
                <a:srgbClr val="FFFFFF">
                  <a:lumMod val="50000"/>
                </a:srgbClr>
              </a:solidFill>
              <a:ea typeface="굴림" charset="-127"/>
            </a:endParaRPr>
          </a:p>
        </p:txBody>
      </p:sp>
      <p:sp>
        <p:nvSpPr>
          <p:cNvPr id="5" name="Slide Number Placeholder 4"/>
          <p:cNvSpPr>
            <a:spLocks noGrp="1"/>
          </p:cNvSpPr>
          <p:nvPr>
            <p:ph type="sldNum" sz="quarter" idx="12"/>
          </p:nvPr>
        </p:nvSpPr>
        <p:spPr/>
        <p:txBody>
          <a:bodyPr/>
          <a:lstStyle/>
          <a:p>
            <a:pPr fontAlgn="base">
              <a:spcBef>
                <a:spcPct val="0"/>
              </a:spcBef>
              <a:spcAft>
                <a:spcPct val="0"/>
              </a:spcAft>
              <a:defRPr/>
            </a:pPr>
            <a:fld id="{81079D70-E758-49AD-B756-508B98A87B3D}" type="slidenum">
              <a:rPr lang="ko-KR" altLang="en-US" smtClean="0">
                <a:solidFill>
                  <a:srgbClr val="FFFFFF">
                    <a:lumMod val="50000"/>
                  </a:srgbClr>
                </a:solidFill>
                <a:ea typeface="굴림" charset="-127"/>
              </a:rPr>
              <a:pPr fontAlgn="base">
                <a:spcBef>
                  <a:spcPct val="0"/>
                </a:spcBef>
                <a:spcAft>
                  <a:spcPct val="0"/>
                </a:spcAft>
                <a:defRPr/>
              </a:pPr>
              <a:t>‹#›</a:t>
            </a:fld>
            <a:endParaRPr lang="ko-KR" altLang="en-US">
              <a:solidFill>
                <a:srgbClr val="FFFFFF">
                  <a:lumMod val="50000"/>
                </a:srgbClr>
              </a:solidFill>
              <a:ea typeface="굴림" charset="-127"/>
            </a:endParaRPr>
          </a:p>
        </p:txBody>
      </p:sp>
      <p:pic>
        <p:nvPicPr>
          <p:cNvPr id="6"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663678"/>
            <a:ext cx="712787" cy="479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0814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aphicFrame>
        <p:nvGraphicFramePr>
          <p:cNvPr id="7" name="对象 6"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对象 6"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a:xfrm>
            <a:off x="358775" y="4894720"/>
            <a:ext cx="6478588" cy="115416"/>
          </a:xfrm>
          <a:prstGeom prst="rect">
            <a:avLst/>
          </a:prstGeom>
        </p:spPr>
        <p:txBody>
          <a:bodyPr/>
          <a:lstStyle>
            <a:lvl1pPr>
              <a:defRPr sz="750"/>
            </a:lvl1pPr>
          </a:lstStyle>
          <a:p>
            <a:pPr>
              <a:defRPr/>
            </a:pPr>
            <a:r>
              <a:rPr lang="en-US" altLang="zh-CN">
                <a:solidFill>
                  <a:prstClr val="black">
                    <a:tint val="75000"/>
                  </a:prstClr>
                </a:solidFill>
              </a:rPr>
              <a:t>China Medical Workshop 2017-11-07</a:t>
            </a:r>
            <a:endParaRPr lang="zh-CN" altLang="en-US">
              <a:solidFill>
                <a:prstClr val="black">
                  <a:tint val="75000"/>
                </a:prstClr>
              </a:solidFill>
            </a:endParaRPr>
          </a:p>
        </p:txBody>
      </p:sp>
    </p:spTree>
    <p:extLst>
      <p:ext uri="{BB962C8B-B14F-4D97-AF65-F5344CB8AC3E}">
        <p14:creationId xmlns:p14="http://schemas.microsoft.com/office/powerpoint/2010/main" val="1753014293"/>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Standard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ko-KR" altLang="en-US" noProof="0"/>
              <a:t>마스터 제목 스타일 편집</a:t>
            </a:r>
            <a:endParaRPr lang="en-GB" noProof="0"/>
          </a:p>
        </p:txBody>
      </p:sp>
      <p:sp>
        <p:nvSpPr>
          <p:cNvPr id="3" name="Inhaltsplatzhalter 2"/>
          <p:cNvSpPr>
            <a:spLocks noGrp="1"/>
          </p:cNvSpPr>
          <p:nvPr>
            <p:ph idx="1"/>
          </p:nvPr>
        </p:nvSpPr>
        <p:spPr/>
        <p:txBody>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endParaRPr lang="en-GB" noProof="0"/>
          </a:p>
        </p:txBody>
      </p:sp>
      <p:sp>
        <p:nvSpPr>
          <p:cNvPr id="4" name="Rectangle 96"/>
          <p:cNvSpPr>
            <a:spLocks noGrp="1" noChangeArrowheads="1"/>
          </p:cNvSpPr>
          <p:nvPr>
            <p:ph type="dt" sz="half" idx="10"/>
          </p:nvPr>
        </p:nvSpPr>
        <p:spPr>
          <a:ln/>
        </p:spPr>
        <p:txBody>
          <a:bodyPr/>
          <a:lstStyle>
            <a:lvl1pPr>
              <a:defRPr/>
            </a:lvl1pPr>
          </a:lstStyle>
          <a:p>
            <a:pPr>
              <a:defRPr/>
            </a:pPr>
            <a:endParaRPr lang="ko-KR" altLang="en-US">
              <a:solidFill>
                <a:srgbClr val="FFFFFF">
                  <a:lumMod val="50000"/>
                </a:srgbClr>
              </a:solidFill>
            </a:endParaRPr>
          </a:p>
        </p:txBody>
      </p:sp>
      <p:sp>
        <p:nvSpPr>
          <p:cNvPr id="5" name="Rectangle 97"/>
          <p:cNvSpPr>
            <a:spLocks noGrp="1" noChangeArrowheads="1"/>
          </p:cNvSpPr>
          <p:nvPr>
            <p:ph type="ftr" sz="quarter" idx="11"/>
          </p:nvPr>
        </p:nvSpPr>
        <p:spPr>
          <a:ln/>
        </p:spPr>
        <p:txBody>
          <a:bodyPr/>
          <a:lstStyle>
            <a:lvl1pPr>
              <a:defRPr/>
            </a:lvl1pPr>
          </a:lstStyle>
          <a:p>
            <a:pPr>
              <a:defRPr/>
            </a:pPr>
            <a:r>
              <a:rPr lang="en-US" altLang="ko-KR">
                <a:solidFill>
                  <a:srgbClr val="FFFFFF">
                    <a:lumMod val="50000"/>
                  </a:srgbClr>
                </a:solidFill>
              </a:rPr>
              <a:t>China Medical Workshop 2017-11-07</a:t>
            </a:r>
            <a:endParaRPr lang="ko-KR" altLang="en-US">
              <a:solidFill>
                <a:srgbClr val="FFFFFF">
                  <a:lumMod val="50000"/>
                </a:srgbClr>
              </a:solidFill>
            </a:endParaRPr>
          </a:p>
        </p:txBody>
      </p:sp>
      <p:sp>
        <p:nvSpPr>
          <p:cNvPr id="6" name="Rectangle 14"/>
          <p:cNvSpPr>
            <a:spLocks noGrp="1" noChangeArrowheads="1"/>
          </p:cNvSpPr>
          <p:nvPr>
            <p:ph type="sldNum" sz="quarter" idx="12"/>
          </p:nvPr>
        </p:nvSpPr>
        <p:spPr>
          <a:ln/>
        </p:spPr>
        <p:txBody>
          <a:bodyPr/>
          <a:lstStyle>
            <a:lvl1pPr>
              <a:defRPr/>
            </a:lvl1pPr>
          </a:lstStyle>
          <a:p>
            <a:pPr>
              <a:defRPr/>
            </a:pPr>
            <a:fld id="{D7041CE5-3256-4FAC-9AD4-6BC29ED05FA8}" type="slidenum">
              <a:rPr lang="ko-KR" altLang="en-US">
                <a:solidFill>
                  <a:srgbClr val="FFFFFF">
                    <a:lumMod val="50000"/>
                  </a:srgbClr>
                </a:solidFill>
              </a:rPr>
              <a:pPr>
                <a:defRPr/>
              </a:pPr>
              <a:t>‹#›</a:t>
            </a:fld>
            <a:endParaRPr lang="ko-KR" altLang="en-US">
              <a:solidFill>
                <a:srgbClr val="FFFFFF">
                  <a:lumMod val="50000"/>
                </a:srgbClr>
              </a:solidFill>
            </a:endParaRPr>
          </a:p>
        </p:txBody>
      </p:sp>
      <p:pic>
        <p:nvPicPr>
          <p:cNvPr id="4403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4663678"/>
            <a:ext cx="712787" cy="479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8074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graphicFrame>
        <p:nvGraphicFramePr>
          <p:cNvPr id="4" name="对象 3"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对象 3"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11"/>
          </p:nvPr>
        </p:nvSpPr>
        <p:spPr>
          <a:xfrm>
            <a:off x="358775" y="4894720"/>
            <a:ext cx="6478588" cy="115416"/>
          </a:xfrm>
          <a:prstGeom prst="rect">
            <a:avLst/>
          </a:prstGeom>
        </p:spPr>
        <p:txBody>
          <a:bodyPr/>
          <a:lstStyle>
            <a:lvl1pPr>
              <a:defRPr sz="750"/>
            </a:lvl1pPr>
          </a:lstStyle>
          <a:p>
            <a:pPr>
              <a:defRPr/>
            </a:pPr>
            <a:r>
              <a:rPr lang="en-US" altLang="zh-CN">
                <a:solidFill>
                  <a:prstClr val="black">
                    <a:tint val="75000"/>
                  </a:prstClr>
                </a:solidFill>
              </a:rPr>
              <a:t>China Medical Workshop 2017-11-07</a:t>
            </a:r>
            <a:endParaRPr lang="zh-CN" altLang="en-US">
              <a:solidFill>
                <a:prstClr val="black">
                  <a:tint val="75000"/>
                </a:prstClr>
              </a:solidFill>
            </a:endParaRPr>
          </a:p>
        </p:txBody>
      </p:sp>
    </p:spTree>
    <p:extLst>
      <p:ext uri="{BB962C8B-B14F-4D97-AF65-F5344CB8AC3E}">
        <p14:creationId xmlns:p14="http://schemas.microsoft.com/office/powerpoint/2010/main" val="246549594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cSld name="Title with leading picture">
    <p:bg>
      <p:bgPr>
        <a:solidFill>
          <a:schemeClr val="tx1"/>
        </a:solidFill>
        <a:effectLst/>
      </p:bgPr>
    </p:bg>
    <p:spTree>
      <p:nvGrpSpPr>
        <p:cNvPr id="1" name=""/>
        <p:cNvGrpSpPr/>
        <p:nvPr/>
      </p:nvGrpSpPr>
      <p:grpSpPr>
        <a:xfrm>
          <a:off x="0" y="0"/>
          <a:ext cx="0" cy="0"/>
          <a:chOff x="0" y="0"/>
          <a:chExt cx="0" cy="0"/>
        </a:xfrm>
      </p:grpSpPr>
      <p:sp>
        <p:nvSpPr>
          <p:cNvPr id="12" name="Rectangle 4"/>
          <p:cNvSpPr>
            <a:spLocks noGrp="1" noChangeArrowheads="1"/>
          </p:cNvSpPr>
          <p:nvPr>
            <p:ph type="subTitle" idx="1"/>
          </p:nvPr>
        </p:nvSpPr>
        <p:spPr bwMode="white">
          <a:xfrm>
            <a:off x="3571868" y="2143131"/>
            <a:ext cx="4786346" cy="230833"/>
          </a:xfrm>
        </p:spPr>
        <p:txBody>
          <a:bodyPr>
            <a:spAutoFit/>
          </a:bodyPr>
          <a:lstStyle>
            <a:lvl1pPr>
              <a:spcBef>
                <a:spcPct val="0"/>
              </a:spcBef>
              <a:defRPr>
                <a:solidFill>
                  <a:schemeClr val="bg1"/>
                </a:solidFill>
                <a:sym typeface="Symbol" pitchFamily="18" charset="2"/>
              </a:defRPr>
            </a:lvl1pPr>
          </a:lstStyle>
          <a:p>
            <a:r>
              <a:rPr lang="ko-KR" altLang="en-US" noProof="0">
                <a:sym typeface="Symbol" pitchFamily="18" charset="2"/>
              </a:rPr>
              <a:t>마스터 부제목 스타일 편집</a:t>
            </a:r>
            <a:endParaRPr lang="en-GB" noProof="0">
              <a:sym typeface="Symbol" pitchFamily="18" charset="2"/>
            </a:endParaRPr>
          </a:p>
        </p:txBody>
      </p:sp>
      <p:sp>
        <p:nvSpPr>
          <p:cNvPr id="13" name="Rectangle 5"/>
          <p:cNvSpPr>
            <a:spLocks noGrp="1" noChangeArrowheads="1"/>
          </p:cNvSpPr>
          <p:nvPr>
            <p:ph type="ctrTitle"/>
          </p:nvPr>
        </p:nvSpPr>
        <p:spPr>
          <a:xfrm>
            <a:off x="3571873" y="1716198"/>
            <a:ext cx="4714908" cy="323165"/>
          </a:xfrm>
          <a:noFill/>
        </p:spPr>
        <p:txBody>
          <a:bodyPr anchor="b">
            <a:spAutoFit/>
          </a:bodyPr>
          <a:lstStyle>
            <a:lvl1pPr>
              <a:defRPr sz="2100"/>
            </a:lvl1pPr>
          </a:lstStyle>
          <a:p>
            <a:r>
              <a:rPr lang="ko-KR" altLang="en-US" noProof="0"/>
              <a:t>마스터 제목 스타일 편집</a:t>
            </a:r>
            <a:endParaRPr lang="en-GB" noProof="0"/>
          </a:p>
        </p:txBody>
      </p:sp>
      <p:sp>
        <p:nvSpPr>
          <p:cNvPr id="15" name="Bildplatzhalter 14"/>
          <p:cNvSpPr>
            <a:spLocks noGrp="1"/>
          </p:cNvSpPr>
          <p:nvPr>
            <p:ph type="pic" sz="quarter" idx="10"/>
          </p:nvPr>
        </p:nvSpPr>
        <p:spPr>
          <a:xfrm>
            <a:off x="1" y="1339445"/>
            <a:ext cx="3143240" cy="1875243"/>
          </a:xfrm>
        </p:spPr>
        <p:txBody>
          <a:bodyPr/>
          <a:lstStyle>
            <a:lvl1pPr>
              <a:defRPr/>
            </a:lvl1pPr>
          </a:lstStyle>
          <a:p>
            <a:pPr lvl="0"/>
            <a:r>
              <a:rPr lang="ko-KR" altLang="en-US" noProof="0"/>
              <a:t>그림을 추가하려면 아이콘을 클릭하십시오</a:t>
            </a:r>
            <a:endParaRPr lang="en-GB" noProof="0"/>
          </a:p>
        </p:txBody>
      </p:sp>
    </p:spTree>
    <p:extLst>
      <p:ext uri="{BB962C8B-B14F-4D97-AF65-F5344CB8AC3E}">
        <p14:creationId xmlns:p14="http://schemas.microsoft.com/office/powerpoint/2010/main" val="564744834"/>
      </p:ext>
    </p:extLst>
  </p:cSld>
  <p:clrMapOvr>
    <a:masterClrMapping/>
  </p:clrMapOvr>
  <p:transition spd="med">
    <p:wipe dir="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0" y="0"/>
          <a:ext cx="158750" cy="119063"/>
        </p:xfrm>
        <a:graphic>
          <a:graphicData uri="http://schemas.openxmlformats.org/presentationml/2006/ole">
            <mc:AlternateContent xmlns:mc="http://schemas.openxmlformats.org/markup-compatibility/2006">
              <mc:Choice xmlns:v="urn:schemas-microsoft-com:vml" Requires="v">
                <p:oleObj name="think-cell Slide" r:id="rId7" imgW="360" imgH="360" progId="TCLayout.ActiveDocument.1">
                  <p:embed/>
                </p:oleObj>
              </mc:Choice>
              <mc:Fallback>
                <p:oleObj name="think-cell Slide" r:id="rId7" imgW="360" imgH="360" progId="TCLayout.ActiveDocument.1">
                  <p:embed/>
                  <p:pic>
                    <p:nvPicPr>
                      <p:cNvPr id="8" name="Object 7"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6"/>
          <p:cNvSpPr>
            <a:spLocks noGrp="1"/>
          </p:cNvSpPr>
          <p:nvPr>
            <p:ph type="body" sz="quarter" idx="12"/>
            <p:custDataLst>
              <p:tags r:id="rId2"/>
            </p:custDataLst>
          </p:nvPr>
        </p:nvSpPr>
        <p:spPr>
          <a:xfrm>
            <a:off x="358775" y="944168"/>
            <a:ext cx="8434388" cy="364926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custDataLst>
              <p:tags r:id="rId3"/>
            </p:custDataLst>
          </p:nvPr>
        </p:nvSpPr>
        <p:spPr/>
        <p:txBody>
          <a:bodyPr/>
          <a:lstStyle>
            <a:lvl1pPr>
              <a:defRPr/>
            </a:lvl1pPr>
          </a:lstStyle>
          <a:p>
            <a:r>
              <a:rPr lang="en-US"/>
              <a:t>Click to edit Master title style</a:t>
            </a:r>
          </a:p>
        </p:txBody>
      </p:sp>
      <p:sp>
        <p:nvSpPr>
          <p:cNvPr id="4" name="Date Placeholder 3"/>
          <p:cNvSpPr>
            <a:spLocks noGrp="1"/>
          </p:cNvSpPr>
          <p:nvPr>
            <p:ph type="dt" sz="half" idx="10"/>
            <p:custDataLst>
              <p:tags r:id="rId4"/>
            </p:custDataLst>
          </p:nvPr>
        </p:nvSpPr>
        <p:spPr/>
        <p:txBody>
          <a:bodyPr/>
          <a:lstStyle>
            <a:lvl1pPr>
              <a:defRPr>
                <a:cs typeface="Arial"/>
              </a:defRPr>
            </a:lvl1pPr>
          </a:lstStyle>
          <a:p>
            <a:endParaRPr lang="en-US">
              <a:solidFill>
                <a:srgbClr val="FFFFFF">
                  <a:lumMod val="50000"/>
                </a:srgbClr>
              </a:solidFill>
            </a:endParaRPr>
          </a:p>
        </p:txBody>
      </p:sp>
      <p:sp>
        <p:nvSpPr>
          <p:cNvPr id="5" name="Footer Placeholder 4"/>
          <p:cNvSpPr>
            <a:spLocks noGrp="1"/>
          </p:cNvSpPr>
          <p:nvPr>
            <p:ph type="ftr" sz="quarter" idx="11"/>
            <p:custDataLst>
              <p:tags r:id="rId5"/>
            </p:custDataLst>
          </p:nvPr>
        </p:nvSpPr>
        <p:spPr/>
        <p:txBody>
          <a:bodyPr/>
          <a:lstStyle>
            <a:lvl1pPr>
              <a:defRPr/>
            </a:lvl1pPr>
          </a:lstStyle>
          <a:p>
            <a:r>
              <a:rPr lang="en-US">
                <a:solidFill>
                  <a:srgbClr val="FFFFFF">
                    <a:lumMod val="50000"/>
                  </a:srgbClr>
                </a:solidFill>
              </a:rPr>
              <a:t>China Medical Workshop 2017-11-07</a:t>
            </a:r>
          </a:p>
        </p:txBody>
      </p:sp>
    </p:spTree>
    <p:extLst>
      <p:ext uri="{BB962C8B-B14F-4D97-AF65-F5344CB8AC3E}">
        <p14:creationId xmlns:p14="http://schemas.microsoft.com/office/powerpoint/2010/main" val="2204451816"/>
      </p:ext>
    </p:extLst>
  </p:cSld>
  <p:clrMapOvr>
    <a:masterClrMapping/>
  </p:clrMapOvr>
  <p:transition spd="med">
    <p:wipe dir="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192"/>
          <a:ext cx="1587" cy="1190"/>
        </p:xfrm>
        <a:graphic>
          <a:graphicData uri="http://schemas.openxmlformats.org/presentationml/2006/ole">
            <mc:AlternateContent xmlns:mc="http://schemas.openxmlformats.org/markup-compatibility/2006">
              <mc:Choice xmlns:v="urn:schemas-microsoft-com:vml" Requires="v">
                <p:oleObj name="think-cell Slide" r:id="rId3" imgW="216" imgH="216" progId="TCLayout.ActiveDocument.1">
                  <p:embed/>
                </p:oleObj>
              </mc:Choice>
              <mc:Fallback>
                <p:oleObj name="think-cell Slide" r:id="rId3" imgW="216" imgH="216" progId="TCLayout.ActiveDocument.1">
                  <p:embed/>
                  <p:pic>
                    <p:nvPicPr>
                      <p:cNvPr id="6" name="Object 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192"/>
                        <a:ext cx="1587" cy="1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Date Placeholder 3"/>
          <p:cNvSpPr>
            <a:spLocks noGrp="1"/>
          </p:cNvSpPr>
          <p:nvPr>
            <p:ph type="dt" sz="half" idx="11"/>
          </p:nvPr>
        </p:nvSpPr>
        <p:spPr>
          <a:xfrm>
            <a:off x="738846" y="5026034"/>
            <a:ext cx="65" cy="46166"/>
          </a:xfrm>
          <a:prstGeom prst="rect">
            <a:avLst/>
          </a:prstGeom>
        </p:spPr>
        <p:txBody>
          <a:bodyPr/>
          <a:lstStyle>
            <a:lvl1pPr>
              <a:defRPr sz="300">
                <a:solidFill>
                  <a:srgbClr val="FFFFFF"/>
                </a:solidFill>
              </a:defRPr>
            </a:lvl1pPr>
          </a:lstStyle>
          <a:p>
            <a:endParaRPr lang="en-US"/>
          </a:p>
        </p:txBody>
      </p:sp>
      <p:sp>
        <p:nvSpPr>
          <p:cNvPr id="5" name="Rectangle 4"/>
          <p:cNvSpPr/>
          <p:nvPr/>
        </p:nvSpPr>
        <p:spPr bwMode="white">
          <a:xfrm>
            <a:off x="332510" y="4987636"/>
            <a:ext cx="572655" cy="1558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rgbClr val="FFFFFF"/>
              </a:solidFill>
            </a:endParaRPr>
          </a:p>
        </p:txBody>
      </p:sp>
      <p:sp>
        <p:nvSpPr>
          <p:cNvPr id="2" name="Title 1"/>
          <p:cNvSpPr>
            <a:spLocks noGrp="1"/>
          </p:cNvSpPr>
          <p:nvPr>
            <p:ph type="title" hasCustomPrompt="1"/>
          </p:nvPr>
        </p:nvSpPr>
        <p:spPr>
          <a:xfrm>
            <a:off x="457200" y="171450"/>
            <a:ext cx="8229600" cy="592631"/>
          </a:xfrm>
          <a:prstGeom prst="rect">
            <a:avLst/>
          </a:prstGeom>
        </p:spPr>
        <p:txBody>
          <a:bodyPr tIns="27432" bIns="27432" anchor="b" anchorCtr="0">
            <a:noAutofit/>
          </a:bodyPr>
          <a:lstStyle>
            <a:lvl1pPr>
              <a:defRPr sz="1800" b="1">
                <a:solidFill>
                  <a:schemeClr val="tx2"/>
                </a:solidFill>
                <a:latin typeface="+mj-lt"/>
              </a:defRPr>
            </a:lvl1pPr>
          </a:lstStyle>
          <a:p>
            <a:r>
              <a:rPr lang="en-US"/>
              <a:t>Headlines are 24pt Arial Bold Title Case</a:t>
            </a:r>
          </a:p>
        </p:txBody>
      </p:sp>
      <p:sp>
        <p:nvSpPr>
          <p:cNvPr id="8" name="文本占位符 7"/>
          <p:cNvSpPr>
            <a:spLocks noGrp="1"/>
          </p:cNvSpPr>
          <p:nvPr>
            <p:ph type="body" sz="quarter" idx="12" hasCustomPrompt="1"/>
          </p:nvPr>
        </p:nvSpPr>
        <p:spPr>
          <a:xfrm>
            <a:off x="1811338" y="4886326"/>
            <a:ext cx="6875462" cy="227714"/>
          </a:xfrm>
          <a:prstGeom prst="rect">
            <a:avLst/>
          </a:prstGeom>
        </p:spPr>
        <p:txBody>
          <a:bodyPr anchor="t"/>
          <a:lstStyle>
            <a:lvl1pPr marL="0" indent="0" algn="l">
              <a:buNone/>
              <a:defRPr sz="750">
                <a:solidFill>
                  <a:schemeClr val="bg1">
                    <a:lumMod val="50000"/>
                  </a:schemeClr>
                </a:solidFill>
              </a:defRPr>
            </a:lvl1pPr>
          </a:lstStyle>
          <a:p>
            <a:pPr lvl="0"/>
            <a:r>
              <a:rPr lang="en-US" altLang="zh-CN"/>
              <a:t>SOURCE:</a:t>
            </a:r>
            <a:endParaRPr lang="zh-CN" altLang="en-US"/>
          </a:p>
        </p:txBody>
      </p:sp>
      <p:sp>
        <p:nvSpPr>
          <p:cNvPr id="9" name="文本占位符 7"/>
          <p:cNvSpPr>
            <a:spLocks noGrp="1"/>
          </p:cNvSpPr>
          <p:nvPr>
            <p:ph type="body" sz="quarter" idx="13" hasCustomPrompt="1"/>
          </p:nvPr>
        </p:nvSpPr>
        <p:spPr>
          <a:xfrm>
            <a:off x="1811338" y="4675677"/>
            <a:ext cx="6875462" cy="207169"/>
          </a:xfrm>
          <a:prstGeom prst="rect">
            <a:avLst/>
          </a:prstGeom>
        </p:spPr>
        <p:txBody>
          <a:bodyPr anchor="t"/>
          <a:lstStyle>
            <a:lvl1pPr marL="0" indent="0" algn="l">
              <a:buNone/>
              <a:defRPr sz="750">
                <a:solidFill>
                  <a:schemeClr val="bg1">
                    <a:lumMod val="50000"/>
                  </a:schemeClr>
                </a:solidFill>
              </a:defRPr>
            </a:lvl1pPr>
          </a:lstStyle>
          <a:p>
            <a:pPr lvl="0"/>
            <a:r>
              <a:rPr lang="en-US" altLang="zh-CN"/>
              <a:t>NOTE:</a:t>
            </a:r>
            <a:endParaRPr lang="zh-CN" altLang="en-US"/>
          </a:p>
        </p:txBody>
      </p:sp>
    </p:spTree>
    <p:extLst>
      <p:ext uri="{BB962C8B-B14F-4D97-AF65-F5344CB8AC3E}">
        <p14:creationId xmlns:p14="http://schemas.microsoft.com/office/powerpoint/2010/main" val="13577190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15:guide id="1" orient="horz" pos="144">
          <p15:clr>
            <a:srgbClr val="FBAE40"/>
          </p15:clr>
        </p15:guide>
        <p15:guide id="2" pos="288">
          <p15:clr>
            <a:srgbClr val="FBAE40"/>
          </p15:clr>
        </p15:guide>
        <p15:guide id="3" pos="2880">
          <p15:clr>
            <a:srgbClr val="FBAE40"/>
          </p15:clr>
        </p15:guide>
        <p15:guide id="4" pos="5472">
          <p15:clr>
            <a:srgbClr val="FBAE40"/>
          </p15:clr>
        </p15:guide>
        <p15:guide id="5" orient="horz" pos="2160">
          <p15:clr>
            <a:srgbClr val="FBAE40"/>
          </p15:clr>
        </p15:guide>
        <p15:guide id="7" orient="horz" pos="648">
          <p15:clr>
            <a:srgbClr val="FBAE40"/>
          </p15:clr>
        </p15:guide>
        <p15:guide id="8" orient="horz" pos="4104">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Zwei Spalten Weisser Hintergrund">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对象 2" hidden="1"/>
                      <p:cNvPicPr/>
                      <p:nvPr/>
                    </p:nvPicPr>
                    <p:blipFill>
                      <a:blip r:embed="rId4"/>
                      <a:stretch>
                        <a:fillRect/>
                      </a:stretch>
                    </p:blipFill>
                    <p:spPr>
                      <a:xfrm>
                        <a:off x="1589" y="1192"/>
                        <a:ext cx="1587" cy="1190"/>
                      </a:xfrm>
                      <a:prstGeom prst="rect">
                        <a:avLst/>
                      </a:prstGeom>
                    </p:spPr>
                  </p:pic>
                </p:oleObj>
              </mc:Fallback>
            </mc:AlternateContent>
          </a:graphicData>
        </a:graphic>
      </p:graphicFrame>
      <p:sp>
        <p:nvSpPr>
          <p:cNvPr id="2" name="Titel 1"/>
          <p:cNvSpPr>
            <a:spLocks noGrp="1"/>
          </p:cNvSpPr>
          <p:nvPr>
            <p:ph type="title"/>
          </p:nvPr>
        </p:nvSpPr>
        <p:spPr>
          <a:xfrm>
            <a:off x="358789" y="80963"/>
            <a:ext cx="6780213" cy="276999"/>
          </a:xfrm>
        </p:spPr>
        <p:txBody>
          <a:bodyPr/>
          <a:lstStyle/>
          <a:p>
            <a:r>
              <a:rPr lang="de-DE" noProof="0"/>
              <a:t>Titelmasterformat durch Klicken bearbeiten</a:t>
            </a:r>
            <a:endParaRPr lang="en-US" noProof="0"/>
          </a:p>
        </p:txBody>
      </p:sp>
      <p:sp>
        <p:nvSpPr>
          <p:cNvPr id="4" name="Inhaltsplatzhalter 3"/>
          <p:cNvSpPr>
            <a:spLocks noGrp="1"/>
          </p:cNvSpPr>
          <p:nvPr>
            <p:ph sz="half" idx="2"/>
          </p:nvPr>
        </p:nvSpPr>
        <p:spPr>
          <a:xfrm>
            <a:off x="4651380" y="944170"/>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10" name="Inhaltsplatzhalter 3"/>
          <p:cNvSpPr>
            <a:spLocks noGrp="1"/>
          </p:cNvSpPr>
          <p:nvPr>
            <p:ph sz="half" idx="13"/>
          </p:nvPr>
        </p:nvSpPr>
        <p:spPr>
          <a:xfrm>
            <a:off x="358776" y="944170"/>
            <a:ext cx="4141788" cy="3649265"/>
          </a:xfrm>
          <a:solidFill>
            <a:schemeClr val="bg1"/>
          </a:solidFill>
        </p:spPr>
        <p:txBody>
          <a:bodyPr lIns="180000" tIns="108000" rIns="180000" bIns="108000"/>
          <a:lstStyle>
            <a:lvl1pPr marL="0" indent="0">
              <a:spcBef>
                <a:spcPts val="900"/>
              </a:spcBef>
              <a:defRPr sz="1500"/>
            </a:lvl1pPr>
            <a:lvl2pPr>
              <a:defRPr sz="1500"/>
            </a:lvl2pPr>
            <a:lvl3pPr>
              <a:defRPr sz="1500"/>
            </a:lvl3pPr>
            <a:lvl4pPr>
              <a:defRPr sz="1500"/>
            </a:lvl4pPr>
            <a:lvl5pPr>
              <a:defRPr sz="1500"/>
            </a:lvl5pPr>
            <a:lvl6pPr>
              <a:defRPr sz="1350"/>
            </a:lvl6pPr>
            <a:lvl7pPr>
              <a:defRPr sz="1350"/>
            </a:lvl7pPr>
            <a:lvl8pPr>
              <a:defRPr sz="1350"/>
            </a:lvl8pPr>
            <a:lvl9pPr>
              <a:defRPr sz="1350"/>
            </a:lvl9p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US" noProof="0"/>
          </a:p>
        </p:txBody>
      </p:sp>
      <p:sp>
        <p:nvSpPr>
          <p:cNvPr id="5" name="Rectangle 96"/>
          <p:cNvSpPr>
            <a:spLocks noGrp="1" noChangeArrowheads="1"/>
          </p:cNvSpPr>
          <p:nvPr>
            <p:ph type="dt" sz="half" idx="14"/>
          </p:nvPr>
        </p:nvSpPr>
        <p:spPr>
          <a:ln/>
        </p:spPr>
        <p:txBody>
          <a:bodyPr/>
          <a:lstStyle>
            <a:lvl1pPr>
              <a:defRPr/>
            </a:lvl1pPr>
          </a:lstStyle>
          <a:p>
            <a:pPr>
              <a:defRPr/>
            </a:pPr>
            <a:endParaRPr lang="de-DE">
              <a:solidFill>
                <a:srgbClr val="FFFFFF">
                  <a:lumMod val="50000"/>
                </a:srgbClr>
              </a:solidFill>
            </a:endParaRPr>
          </a:p>
        </p:txBody>
      </p:sp>
      <p:sp>
        <p:nvSpPr>
          <p:cNvPr id="7" name="Rectangle 14"/>
          <p:cNvSpPr>
            <a:spLocks noGrp="1" noChangeArrowheads="1"/>
          </p:cNvSpPr>
          <p:nvPr>
            <p:ph type="sldNum" sz="quarter" idx="16"/>
          </p:nvPr>
        </p:nvSpPr>
        <p:spPr>
          <a:ln/>
        </p:spPr>
        <p:txBody>
          <a:bodyPr/>
          <a:lstStyle>
            <a:lvl1pPr>
              <a:defRPr/>
            </a:lvl1pPr>
          </a:lstStyle>
          <a:p>
            <a:pPr>
              <a:defRPr/>
            </a:pPr>
            <a:fld id="{5C0FC389-7B45-4EF0-BA16-3909120B738C}" type="slidenum">
              <a:rPr lang="de-DE">
                <a:solidFill>
                  <a:srgbClr val="FFFFFF">
                    <a:lumMod val="50000"/>
                  </a:srgbClr>
                </a:solidFill>
              </a:rPr>
              <a:pPr>
                <a:defRPr/>
              </a:pPr>
              <a:t>‹#›</a:t>
            </a:fld>
            <a:endParaRPr lang="de-DE">
              <a:solidFill>
                <a:srgbClr val="FFFFFF">
                  <a:lumMod val="50000"/>
                </a:srgbClr>
              </a:solidFill>
            </a:endParaRPr>
          </a:p>
        </p:txBody>
      </p:sp>
      <p:sp>
        <p:nvSpPr>
          <p:cNvPr id="8" name="Rectangle 97"/>
          <p:cNvSpPr>
            <a:spLocks noGrp="1" noChangeArrowheads="1"/>
          </p:cNvSpPr>
          <p:nvPr>
            <p:ph type="ftr" sz="quarter" idx="3"/>
          </p:nvPr>
        </p:nvSpPr>
        <p:spPr bwMode="auto">
          <a:xfrm>
            <a:off x="358775" y="4972260"/>
            <a:ext cx="6478588" cy="115416"/>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eaLnBrk="1" fontAlgn="auto" hangingPunct="1">
              <a:spcBef>
                <a:spcPts val="0"/>
              </a:spcBef>
              <a:spcAft>
                <a:spcPts val="0"/>
              </a:spcAft>
              <a:defRPr sz="750">
                <a:solidFill>
                  <a:srgbClr val="000000"/>
                </a:solidFill>
                <a:latin typeface="+mn-lt"/>
              </a:defRPr>
            </a:lvl1pPr>
          </a:lstStyle>
          <a:p>
            <a:pPr>
              <a:defRPr/>
            </a:pPr>
            <a:r>
              <a:rPr lang="en-US"/>
              <a:t>China Medical Workshop 2017-11-07</a:t>
            </a:r>
            <a:endParaRPr lang="de-DE"/>
          </a:p>
        </p:txBody>
      </p:sp>
    </p:spTree>
    <p:extLst>
      <p:ext uri="{BB962C8B-B14F-4D97-AF65-F5344CB8AC3E}">
        <p14:creationId xmlns:p14="http://schemas.microsoft.com/office/powerpoint/2010/main" val="269963256"/>
      </p:ext>
    </p:extLst>
  </p:cSld>
  <p:clrMapOvr>
    <a:masterClrMapping/>
  </p:clrMapOvr>
  <p:transition spd="med">
    <p:wipe dir="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Cover A">
    <p:spTree>
      <p:nvGrpSpPr>
        <p:cNvPr id="1" name=""/>
        <p:cNvGrpSpPr/>
        <p:nvPr/>
      </p:nvGrpSpPr>
      <p:grpSpPr>
        <a:xfrm>
          <a:off x="0" y="0"/>
          <a:ext cx="0" cy="0"/>
          <a:chOff x="0" y="0"/>
          <a:chExt cx="0" cy="0"/>
        </a:xfrm>
      </p:grpSpPr>
      <p:sp>
        <p:nvSpPr>
          <p:cNvPr id="7" name="Triangle 6">
            <a:extLst>
              <a:ext uri="{FF2B5EF4-FFF2-40B4-BE49-F238E27FC236}">
                <a16:creationId xmlns:a16="http://schemas.microsoft.com/office/drawing/2014/main" id="{DCACCE9D-8F11-C343-952A-D70E8BD4073A}"/>
              </a:ext>
            </a:extLst>
          </p:cNvPr>
          <p:cNvSpPr/>
          <p:nvPr userDrawn="1"/>
        </p:nvSpPr>
        <p:spPr>
          <a:xfrm rot="5400000">
            <a:off x="135624" y="1325537"/>
            <a:ext cx="3967568" cy="3418836"/>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8" name="Triangle 7">
            <a:extLst>
              <a:ext uri="{FF2B5EF4-FFF2-40B4-BE49-F238E27FC236}">
                <a16:creationId xmlns:a16="http://schemas.microsoft.com/office/drawing/2014/main" id="{58CBB69A-D54F-E341-87B8-C0075FD992C0}"/>
              </a:ext>
            </a:extLst>
          </p:cNvPr>
          <p:cNvSpPr/>
          <p:nvPr userDrawn="1"/>
        </p:nvSpPr>
        <p:spPr>
          <a:xfrm rot="16200000">
            <a:off x="2155069" y="3282362"/>
            <a:ext cx="1010195" cy="870858"/>
          </a:xfrm>
          <a:prstGeom prst="triangle">
            <a:avLst/>
          </a:prstGeom>
          <a:noFill/>
          <a:ln w="28575">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1" name="Triangle 10">
            <a:extLst>
              <a:ext uri="{FF2B5EF4-FFF2-40B4-BE49-F238E27FC236}">
                <a16:creationId xmlns:a16="http://schemas.microsoft.com/office/drawing/2014/main" id="{71B733B7-7250-354F-9BB8-BEE1B2E54361}"/>
              </a:ext>
            </a:extLst>
          </p:cNvPr>
          <p:cNvSpPr/>
          <p:nvPr userDrawn="1"/>
        </p:nvSpPr>
        <p:spPr>
          <a:xfrm rot="5400000">
            <a:off x="2876492" y="3986617"/>
            <a:ext cx="751289" cy="647663"/>
          </a:xfrm>
          <a:prstGeom prst="triangle">
            <a:avLst/>
          </a:prstGeom>
          <a:noFill/>
          <a:ln w="28575">
            <a:solidFill>
              <a:srgbClr val="002C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2" name="Triangle 11">
            <a:extLst>
              <a:ext uri="{FF2B5EF4-FFF2-40B4-BE49-F238E27FC236}">
                <a16:creationId xmlns:a16="http://schemas.microsoft.com/office/drawing/2014/main" id="{902F93EF-28AB-644C-83CA-B552645B851E}"/>
              </a:ext>
            </a:extLst>
          </p:cNvPr>
          <p:cNvSpPr/>
          <p:nvPr userDrawn="1"/>
        </p:nvSpPr>
        <p:spPr>
          <a:xfrm rot="5400000">
            <a:off x="824776" y="288046"/>
            <a:ext cx="2161133" cy="1863044"/>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5" name="Rectangle 14">
            <a:extLst>
              <a:ext uri="{FF2B5EF4-FFF2-40B4-BE49-F238E27FC236}">
                <a16:creationId xmlns:a16="http://schemas.microsoft.com/office/drawing/2014/main" id="{4FF1C349-7C82-6C43-9CCF-ACC7BC5BEC65}"/>
              </a:ext>
            </a:extLst>
          </p:cNvPr>
          <p:cNvSpPr/>
          <p:nvPr userDrawn="1"/>
        </p:nvSpPr>
        <p:spPr>
          <a:xfrm>
            <a:off x="0" y="0"/>
            <a:ext cx="3429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6" name="Picture 15">
            <a:extLst>
              <a:ext uri="{FF2B5EF4-FFF2-40B4-BE49-F238E27FC236}">
                <a16:creationId xmlns:a16="http://schemas.microsoft.com/office/drawing/2014/main" id="{EAF71953-93BD-624F-A016-1C8ACAFA4C5C}"/>
              </a:ext>
            </a:extLst>
          </p:cNvPr>
          <p:cNvPicPr>
            <a:picLocks noChangeAspect="1"/>
          </p:cNvPicPr>
          <p:nvPr userDrawn="1"/>
        </p:nvPicPr>
        <p:blipFill>
          <a:blip r:embed="rId4"/>
          <a:stretch>
            <a:fillRect/>
          </a:stretch>
        </p:blipFill>
        <p:spPr>
          <a:xfrm>
            <a:off x="7541741" y="342900"/>
            <a:ext cx="1256880" cy="389034"/>
          </a:xfrm>
          <a:prstGeom prst="rect">
            <a:avLst/>
          </a:prstGeom>
        </p:spPr>
      </p:pic>
      <p:sp>
        <p:nvSpPr>
          <p:cNvPr id="17" name="Triangle 16">
            <a:extLst>
              <a:ext uri="{FF2B5EF4-FFF2-40B4-BE49-F238E27FC236}">
                <a16:creationId xmlns:a16="http://schemas.microsoft.com/office/drawing/2014/main" id="{92164CD8-D617-1D46-AF2C-C67F90913441}"/>
              </a:ext>
            </a:extLst>
          </p:cNvPr>
          <p:cNvSpPr/>
          <p:nvPr userDrawn="1"/>
        </p:nvSpPr>
        <p:spPr>
          <a:xfrm rot="16200000">
            <a:off x="2296457" y="370033"/>
            <a:ext cx="839610" cy="723802"/>
          </a:xfrm>
          <a:prstGeom prst="triangl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8" name="Triangle 17">
            <a:extLst>
              <a:ext uri="{FF2B5EF4-FFF2-40B4-BE49-F238E27FC236}">
                <a16:creationId xmlns:a16="http://schemas.microsoft.com/office/drawing/2014/main" id="{54997162-E46F-7443-8173-95A6F96D38D1}"/>
              </a:ext>
            </a:extLst>
          </p:cNvPr>
          <p:cNvSpPr/>
          <p:nvPr userDrawn="1"/>
        </p:nvSpPr>
        <p:spPr>
          <a:xfrm rot="16200000">
            <a:off x="2268001" y="4525130"/>
            <a:ext cx="530171" cy="457044"/>
          </a:xfrm>
          <a:prstGeom prst="triangle">
            <a:avLst/>
          </a:prstGeom>
          <a:solidFill>
            <a:schemeClr val="bg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4" name="Text Placeholder 18">
            <a:extLst>
              <a:ext uri="{FF2B5EF4-FFF2-40B4-BE49-F238E27FC236}">
                <a16:creationId xmlns:a16="http://schemas.microsoft.com/office/drawing/2014/main" id="{32DAFD33-5B25-B345-A11E-49653C3EBB9E}"/>
              </a:ext>
            </a:extLst>
          </p:cNvPr>
          <p:cNvSpPr>
            <a:spLocks noGrp="1"/>
          </p:cNvSpPr>
          <p:nvPr>
            <p:ph type="body" sz="quarter" idx="12" hasCustomPrompt="1"/>
          </p:nvPr>
        </p:nvSpPr>
        <p:spPr>
          <a:xfrm>
            <a:off x="4159648" y="2836273"/>
            <a:ext cx="4321412" cy="488876"/>
          </a:xfrm>
        </p:spPr>
        <p:txBody>
          <a:bodyPr anchor="t"/>
          <a:lstStyle>
            <a:lvl1pPr>
              <a:lnSpc>
                <a:spcPct val="100000"/>
              </a:lnSpc>
              <a:spcBef>
                <a:spcPts val="0"/>
              </a:spcBef>
              <a:defRPr spc="225">
                <a:solidFill>
                  <a:schemeClr val="accent1"/>
                </a:solidFill>
              </a:defRPr>
            </a:lvl1pPr>
            <a:lvl2pPr marL="342900" indent="0">
              <a:buNone/>
              <a:defRPr/>
            </a:lvl2pPr>
          </a:lstStyle>
          <a:p>
            <a:pPr lvl="0"/>
            <a:r>
              <a:rPr lang="en-US"/>
              <a:t>CLICK TO ADD SUBTITLE</a:t>
            </a:r>
          </a:p>
        </p:txBody>
      </p:sp>
      <p:sp>
        <p:nvSpPr>
          <p:cNvPr id="25" name="Text Placeholder 18">
            <a:extLst>
              <a:ext uri="{FF2B5EF4-FFF2-40B4-BE49-F238E27FC236}">
                <a16:creationId xmlns:a16="http://schemas.microsoft.com/office/drawing/2014/main" id="{173780BE-C771-7448-980A-B3E53F018604}"/>
              </a:ext>
            </a:extLst>
          </p:cNvPr>
          <p:cNvSpPr>
            <a:spLocks noGrp="1"/>
          </p:cNvSpPr>
          <p:nvPr>
            <p:ph type="body" sz="quarter" idx="13" hasCustomPrompt="1"/>
          </p:nvPr>
        </p:nvSpPr>
        <p:spPr>
          <a:xfrm>
            <a:off x="4159648" y="2260676"/>
            <a:ext cx="4321412" cy="488876"/>
          </a:xfrm>
        </p:spPr>
        <p:txBody>
          <a:bodyPr anchor="b">
            <a:noAutofit/>
          </a:bodyPr>
          <a:lstStyle>
            <a:lvl1pPr>
              <a:lnSpc>
                <a:spcPct val="100000"/>
              </a:lnSpc>
              <a:spcBef>
                <a:spcPts val="0"/>
              </a:spcBef>
              <a:defRPr sz="3375"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155449773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Cover B">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AF71953-93BD-624F-A016-1C8ACAFA4C5C}"/>
              </a:ext>
            </a:extLst>
          </p:cNvPr>
          <p:cNvPicPr>
            <a:picLocks noChangeAspect="1"/>
          </p:cNvPicPr>
          <p:nvPr userDrawn="1"/>
        </p:nvPicPr>
        <p:blipFill>
          <a:blip r:embed="rId2"/>
          <a:stretch>
            <a:fillRect/>
          </a:stretch>
        </p:blipFill>
        <p:spPr>
          <a:xfrm>
            <a:off x="7541741" y="342900"/>
            <a:ext cx="1256880" cy="389034"/>
          </a:xfrm>
          <a:prstGeom prst="rect">
            <a:avLst/>
          </a:prstGeom>
        </p:spPr>
      </p:pic>
      <p:sp>
        <p:nvSpPr>
          <p:cNvPr id="19" name="Text Placeholder 18">
            <a:extLst>
              <a:ext uri="{FF2B5EF4-FFF2-40B4-BE49-F238E27FC236}">
                <a16:creationId xmlns:a16="http://schemas.microsoft.com/office/drawing/2014/main" id="{372D2BDB-FDF0-9B48-8D3D-0C71244E27BB}"/>
              </a:ext>
            </a:extLst>
          </p:cNvPr>
          <p:cNvSpPr>
            <a:spLocks noGrp="1"/>
          </p:cNvSpPr>
          <p:nvPr>
            <p:ph type="body" sz="quarter" idx="10" hasCustomPrompt="1"/>
          </p:nvPr>
        </p:nvSpPr>
        <p:spPr>
          <a:xfrm>
            <a:off x="789860" y="2836273"/>
            <a:ext cx="4321412" cy="488876"/>
          </a:xfrm>
        </p:spPr>
        <p:txBody>
          <a:bodyPr anchor="t"/>
          <a:lstStyle>
            <a:lvl1pPr>
              <a:lnSpc>
                <a:spcPct val="100000"/>
              </a:lnSpc>
              <a:spcBef>
                <a:spcPts val="0"/>
              </a:spcBef>
              <a:defRPr spc="225">
                <a:solidFill>
                  <a:schemeClr val="accent1"/>
                </a:solidFill>
              </a:defRPr>
            </a:lvl1pPr>
            <a:lvl2pPr marL="342900" indent="0">
              <a:buNone/>
              <a:defRPr/>
            </a:lvl2pPr>
          </a:lstStyle>
          <a:p>
            <a:pPr lvl="0"/>
            <a:r>
              <a:rPr lang="en-US"/>
              <a:t>CLICK TO ADD SUBTITLE</a:t>
            </a:r>
          </a:p>
        </p:txBody>
      </p:sp>
      <p:sp>
        <p:nvSpPr>
          <p:cNvPr id="21" name="Rectangle 20">
            <a:extLst>
              <a:ext uri="{FF2B5EF4-FFF2-40B4-BE49-F238E27FC236}">
                <a16:creationId xmlns:a16="http://schemas.microsoft.com/office/drawing/2014/main" id="{946458EA-1470-474D-918E-B7EB6D5991A6}"/>
              </a:ext>
            </a:extLst>
          </p:cNvPr>
          <p:cNvSpPr/>
          <p:nvPr userDrawn="1"/>
        </p:nvSpPr>
        <p:spPr>
          <a:xfrm>
            <a:off x="0" y="0"/>
            <a:ext cx="3429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2" name="Picture 21">
            <a:extLst>
              <a:ext uri="{FF2B5EF4-FFF2-40B4-BE49-F238E27FC236}">
                <a16:creationId xmlns:a16="http://schemas.microsoft.com/office/drawing/2014/main" id="{3E412B4E-9C27-8041-B3BA-6B7774D33AA1}"/>
              </a:ext>
            </a:extLst>
          </p:cNvPr>
          <p:cNvPicPr>
            <a:picLocks noChangeAspect="1"/>
          </p:cNvPicPr>
          <p:nvPr userDrawn="1"/>
        </p:nvPicPr>
        <p:blipFill>
          <a:blip r:embed="rId2"/>
          <a:stretch>
            <a:fillRect/>
          </a:stretch>
        </p:blipFill>
        <p:spPr>
          <a:xfrm>
            <a:off x="7541741" y="342900"/>
            <a:ext cx="1256880" cy="389034"/>
          </a:xfrm>
          <a:prstGeom prst="rect">
            <a:avLst/>
          </a:prstGeom>
        </p:spPr>
      </p:pic>
      <p:sp>
        <p:nvSpPr>
          <p:cNvPr id="23" name="Triangle 22">
            <a:extLst>
              <a:ext uri="{FF2B5EF4-FFF2-40B4-BE49-F238E27FC236}">
                <a16:creationId xmlns:a16="http://schemas.microsoft.com/office/drawing/2014/main" id="{85FBC580-06F0-044F-B00A-C93ED054CA94}"/>
              </a:ext>
            </a:extLst>
          </p:cNvPr>
          <p:cNvSpPr/>
          <p:nvPr userDrawn="1"/>
        </p:nvSpPr>
        <p:spPr>
          <a:xfrm rot="16200000">
            <a:off x="6032721" y="408939"/>
            <a:ext cx="957562" cy="825484"/>
          </a:xfrm>
          <a:prstGeom prst="triangle">
            <a:avLst/>
          </a:prstGeom>
          <a:solidFill>
            <a:schemeClr val="bg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4" name="Triangle 23">
            <a:extLst>
              <a:ext uri="{FF2B5EF4-FFF2-40B4-BE49-F238E27FC236}">
                <a16:creationId xmlns:a16="http://schemas.microsoft.com/office/drawing/2014/main" id="{A7A6DB73-3C8D-4349-936E-EB4537F3DA92}"/>
              </a:ext>
            </a:extLst>
          </p:cNvPr>
          <p:cNvSpPr/>
          <p:nvPr userDrawn="1"/>
        </p:nvSpPr>
        <p:spPr>
          <a:xfrm rot="5400000">
            <a:off x="5027906" y="942759"/>
            <a:ext cx="3913775" cy="317784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5" name="Triangle 24">
            <a:extLst>
              <a:ext uri="{FF2B5EF4-FFF2-40B4-BE49-F238E27FC236}">
                <a16:creationId xmlns:a16="http://schemas.microsoft.com/office/drawing/2014/main" id="{8C847821-5B27-F241-8E7C-C3B8C654203E}"/>
              </a:ext>
            </a:extLst>
          </p:cNvPr>
          <p:cNvSpPr/>
          <p:nvPr userDrawn="1"/>
        </p:nvSpPr>
        <p:spPr>
          <a:xfrm rot="5400000">
            <a:off x="6325636" y="4277584"/>
            <a:ext cx="782439" cy="674225"/>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6" name="Triangle 25">
            <a:extLst>
              <a:ext uri="{FF2B5EF4-FFF2-40B4-BE49-F238E27FC236}">
                <a16:creationId xmlns:a16="http://schemas.microsoft.com/office/drawing/2014/main" id="{F7BAAB64-3BD1-1540-9014-16A598A5FB90}"/>
              </a:ext>
            </a:extLst>
          </p:cNvPr>
          <p:cNvSpPr/>
          <p:nvPr userDrawn="1"/>
        </p:nvSpPr>
        <p:spPr>
          <a:xfrm rot="5400000">
            <a:off x="6996063" y="3066594"/>
            <a:ext cx="839610" cy="723802"/>
          </a:xfrm>
          <a:prstGeom prst="triangl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7" name="Triangle 26">
            <a:extLst>
              <a:ext uri="{FF2B5EF4-FFF2-40B4-BE49-F238E27FC236}">
                <a16:creationId xmlns:a16="http://schemas.microsoft.com/office/drawing/2014/main" id="{50C1E2B0-6C13-0E48-AD12-AF7AF8E1ED6F}"/>
              </a:ext>
            </a:extLst>
          </p:cNvPr>
          <p:cNvSpPr/>
          <p:nvPr userDrawn="1"/>
        </p:nvSpPr>
        <p:spPr>
          <a:xfrm rot="16200000">
            <a:off x="6285168" y="3599571"/>
            <a:ext cx="1031441" cy="889174"/>
          </a:xfrm>
          <a:prstGeom prst="triangle">
            <a:avLst/>
          </a:prstGeom>
          <a:noFill/>
          <a:ln w="28575">
            <a:solidFill>
              <a:srgbClr val="002C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8" name="Triangle 27">
            <a:extLst>
              <a:ext uri="{FF2B5EF4-FFF2-40B4-BE49-F238E27FC236}">
                <a16:creationId xmlns:a16="http://schemas.microsoft.com/office/drawing/2014/main" id="{8F0AF36C-5440-C249-86A1-B4B79B0DB79D}"/>
              </a:ext>
            </a:extLst>
          </p:cNvPr>
          <p:cNvSpPr/>
          <p:nvPr userDrawn="1"/>
        </p:nvSpPr>
        <p:spPr>
          <a:xfrm rot="16200000">
            <a:off x="6742610" y="765339"/>
            <a:ext cx="484368" cy="417558"/>
          </a:xfrm>
          <a:prstGeom prst="triangle">
            <a:avLst/>
          </a:prstGeom>
          <a:noFill/>
          <a:ln w="28575">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0" name="Text Placeholder 18">
            <a:extLst>
              <a:ext uri="{FF2B5EF4-FFF2-40B4-BE49-F238E27FC236}">
                <a16:creationId xmlns:a16="http://schemas.microsoft.com/office/drawing/2014/main" id="{9C2FF4B1-8231-8E40-A138-166BCECD1073}"/>
              </a:ext>
            </a:extLst>
          </p:cNvPr>
          <p:cNvSpPr>
            <a:spLocks noGrp="1"/>
          </p:cNvSpPr>
          <p:nvPr>
            <p:ph type="body" sz="quarter" idx="11" hasCustomPrompt="1"/>
          </p:nvPr>
        </p:nvSpPr>
        <p:spPr>
          <a:xfrm>
            <a:off x="789860" y="2260676"/>
            <a:ext cx="4321412" cy="488876"/>
          </a:xfrm>
        </p:spPr>
        <p:txBody>
          <a:bodyPr anchor="b">
            <a:noAutofit/>
          </a:bodyPr>
          <a:lstStyle>
            <a:lvl1pPr>
              <a:lnSpc>
                <a:spcPct val="100000"/>
              </a:lnSpc>
              <a:spcBef>
                <a:spcPts val="0"/>
              </a:spcBef>
              <a:defRPr sz="3375"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2123364174"/>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2_Breaker 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645F6E3-A5A4-B745-9241-35A52821F9D1}"/>
              </a:ext>
            </a:extLst>
          </p:cNvPr>
          <p:cNvSpPr/>
          <p:nvPr userDrawn="1"/>
        </p:nvSpPr>
        <p:spPr>
          <a:xfrm>
            <a:off x="412767" y="0"/>
            <a:ext cx="8731233" cy="51435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7" name="Group 16">
            <a:extLst>
              <a:ext uri="{FF2B5EF4-FFF2-40B4-BE49-F238E27FC236}">
                <a16:creationId xmlns:a16="http://schemas.microsoft.com/office/drawing/2014/main" id="{E1E4F9E9-D436-8446-97AD-2E90DCB888DE}"/>
              </a:ext>
            </a:extLst>
          </p:cNvPr>
          <p:cNvGrpSpPr/>
          <p:nvPr userDrawn="1"/>
        </p:nvGrpSpPr>
        <p:grpSpPr>
          <a:xfrm>
            <a:off x="6161951" y="331514"/>
            <a:ext cx="2207615" cy="4480472"/>
            <a:chOff x="8652768" y="825531"/>
            <a:chExt cx="2543701" cy="5162576"/>
          </a:xfrm>
        </p:grpSpPr>
        <p:sp>
          <p:nvSpPr>
            <p:cNvPr id="18" name="Triangle 17">
              <a:extLst>
                <a:ext uri="{FF2B5EF4-FFF2-40B4-BE49-F238E27FC236}">
                  <a16:creationId xmlns:a16="http://schemas.microsoft.com/office/drawing/2014/main" id="{F7901DD4-6F3E-6042-A108-88B14BABD218}"/>
                </a:ext>
              </a:extLst>
            </p:cNvPr>
            <p:cNvSpPr/>
            <p:nvPr/>
          </p:nvSpPr>
          <p:spPr>
            <a:xfrm rot="5400000">
              <a:off x="8824100" y="932712"/>
              <a:ext cx="1554115" cy="1339754"/>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0" name="Triangle 19">
              <a:extLst>
                <a:ext uri="{FF2B5EF4-FFF2-40B4-BE49-F238E27FC236}">
                  <a16:creationId xmlns:a16="http://schemas.microsoft.com/office/drawing/2014/main" id="{944311D8-CD90-AB4A-B578-1F5D529730FF}"/>
                </a:ext>
              </a:extLst>
            </p:cNvPr>
            <p:cNvSpPr/>
            <p:nvPr/>
          </p:nvSpPr>
          <p:spPr>
            <a:xfrm rot="16200000">
              <a:off x="8358229" y="1592872"/>
              <a:ext cx="3132779" cy="254370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9" name="Triangle 28">
              <a:extLst>
                <a:ext uri="{FF2B5EF4-FFF2-40B4-BE49-F238E27FC236}">
                  <a16:creationId xmlns:a16="http://schemas.microsoft.com/office/drawing/2014/main" id="{FA44D91C-F955-9848-BFFB-EEE68196C721}"/>
                </a:ext>
              </a:extLst>
            </p:cNvPr>
            <p:cNvSpPr/>
            <p:nvPr/>
          </p:nvSpPr>
          <p:spPr>
            <a:xfrm rot="5400000">
              <a:off x="9221685" y="4734072"/>
              <a:ext cx="1346927" cy="1161144"/>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1" name="Triangle 30">
              <a:extLst>
                <a:ext uri="{FF2B5EF4-FFF2-40B4-BE49-F238E27FC236}">
                  <a16:creationId xmlns:a16="http://schemas.microsoft.com/office/drawing/2014/main" id="{650289ED-2724-D340-9F5C-96E633E72121}"/>
                </a:ext>
              </a:extLst>
            </p:cNvPr>
            <p:cNvSpPr/>
            <p:nvPr/>
          </p:nvSpPr>
          <p:spPr>
            <a:xfrm rot="5400000">
              <a:off x="9061550" y="4331276"/>
              <a:ext cx="1001721" cy="863552"/>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2" name="Triangle 31">
              <a:extLst>
                <a:ext uri="{FF2B5EF4-FFF2-40B4-BE49-F238E27FC236}">
                  <a16:creationId xmlns:a16="http://schemas.microsoft.com/office/drawing/2014/main" id="{1AFCEC77-9364-8741-AA55-36EB8A51A117}"/>
                </a:ext>
              </a:extLst>
            </p:cNvPr>
            <p:cNvSpPr/>
            <p:nvPr/>
          </p:nvSpPr>
          <p:spPr>
            <a:xfrm rot="16200000">
              <a:off x="9401046" y="3606079"/>
              <a:ext cx="1331044" cy="1147451"/>
            </a:xfrm>
            <a:prstGeom prst="triangl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sp>
        <p:nvSpPr>
          <p:cNvPr id="33" name="Text Placeholder 18">
            <a:extLst>
              <a:ext uri="{FF2B5EF4-FFF2-40B4-BE49-F238E27FC236}">
                <a16:creationId xmlns:a16="http://schemas.microsoft.com/office/drawing/2014/main" id="{2282948F-9464-FC44-88E9-0D00A238B45A}"/>
              </a:ext>
            </a:extLst>
          </p:cNvPr>
          <p:cNvSpPr>
            <a:spLocks noGrp="1"/>
          </p:cNvSpPr>
          <p:nvPr>
            <p:ph type="body" sz="quarter" idx="10" hasCustomPrompt="1"/>
          </p:nvPr>
        </p:nvSpPr>
        <p:spPr>
          <a:xfrm>
            <a:off x="1062910" y="2836273"/>
            <a:ext cx="4321412" cy="488876"/>
          </a:xfrm>
        </p:spPr>
        <p:txBody>
          <a:bodyPr anchor="t"/>
          <a:lstStyle>
            <a:lvl1pPr>
              <a:lnSpc>
                <a:spcPct val="100000"/>
              </a:lnSpc>
              <a:spcBef>
                <a:spcPts val="0"/>
              </a:spcBef>
              <a:defRPr spc="225">
                <a:solidFill>
                  <a:srgbClr val="FFFFFF"/>
                </a:solidFill>
              </a:defRPr>
            </a:lvl1pPr>
            <a:lvl2pPr marL="342900" indent="0">
              <a:buNone/>
              <a:defRPr/>
            </a:lvl2pPr>
          </a:lstStyle>
          <a:p>
            <a:pPr lvl="0"/>
            <a:r>
              <a:rPr lang="en-US"/>
              <a:t>CLICK TO ADD SUBTITLE</a:t>
            </a:r>
          </a:p>
        </p:txBody>
      </p:sp>
      <p:sp>
        <p:nvSpPr>
          <p:cNvPr id="34" name="Text Placeholder 18">
            <a:extLst>
              <a:ext uri="{FF2B5EF4-FFF2-40B4-BE49-F238E27FC236}">
                <a16:creationId xmlns:a16="http://schemas.microsoft.com/office/drawing/2014/main" id="{E39233E3-C746-9645-B16A-1E23A6176BA7}"/>
              </a:ext>
            </a:extLst>
          </p:cNvPr>
          <p:cNvSpPr>
            <a:spLocks noGrp="1"/>
          </p:cNvSpPr>
          <p:nvPr>
            <p:ph type="body" sz="quarter" idx="11" hasCustomPrompt="1"/>
          </p:nvPr>
        </p:nvSpPr>
        <p:spPr>
          <a:xfrm>
            <a:off x="1062910" y="2260676"/>
            <a:ext cx="4321412" cy="488876"/>
          </a:xfrm>
        </p:spPr>
        <p:txBody>
          <a:bodyPr anchor="b">
            <a:noAutofit/>
          </a:bodyPr>
          <a:lstStyle>
            <a:lvl1pPr>
              <a:lnSpc>
                <a:spcPct val="100000"/>
              </a:lnSpc>
              <a:spcBef>
                <a:spcPts val="0"/>
              </a:spcBef>
              <a:defRPr sz="3375" b="1" spc="0">
                <a:solidFill>
                  <a:schemeClr val="accent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95787779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_Breaker B">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421B743-9306-B241-A71B-A1E39F1D0CB5}"/>
              </a:ext>
            </a:extLst>
          </p:cNvPr>
          <p:cNvSpPr/>
          <p:nvPr userDrawn="1"/>
        </p:nvSpPr>
        <p:spPr>
          <a:xfrm>
            <a:off x="412767" y="0"/>
            <a:ext cx="8731233"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5" name="Triangle 24">
            <a:extLst>
              <a:ext uri="{FF2B5EF4-FFF2-40B4-BE49-F238E27FC236}">
                <a16:creationId xmlns:a16="http://schemas.microsoft.com/office/drawing/2014/main" id="{904BD11B-EA6C-8F49-BDC9-144AA541433C}"/>
              </a:ext>
            </a:extLst>
          </p:cNvPr>
          <p:cNvSpPr/>
          <p:nvPr userDrawn="1"/>
        </p:nvSpPr>
        <p:spPr>
          <a:xfrm rot="5400000">
            <a:off x="1667647" y="-499281"/>
            <a:ext cx="7356734" cy="6342007"/>
          </a:xfrm>
          <a:prstGeom prst="triangle">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8" name="Triangle 27">
            <a:extLst>
              <a:ext uri="{FF2B5EF4-FFF2-40B4-BE49-F238E27FC236}">
                <a16:creationId xmlns:a16="http://schemas.microsoft.com/office/drawing/2014/main" id="{89201AD7-683C-124F-86F3-0D32B79945B3}"/>
              </a:ext>
            </a:extLst>
          </p:cNvPr>
          <p:cNvSpPr/>
          <p:nvPr userDrawn="1"/>
        </p:nvSpPr>
        <p:spPr>
          <a:xfrm rot="5400000">
            <a:off x="5595062" y="419483"/>
            <a:ext cx="1275540" cy="1099603"/>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3" name="Triangle 32">
            <a:extLst>
              <a:ext uri="{FF2B5EF4-FFF2-40B4-BE49-F238E27FC236}">
                <a16:creationId xmlns:a16="http://schemas.microsoft.com/office/drawing/2014/main" id="{8C55CCEA-83D7-8E4C-8D0A-F695D5F8A7B1}"/>
              </a:ext>
            </a:extLst>
          </p:cNvPr>
          <p:cNvSpPr/>
          <p:nvPr userDrawn="1"/>
        </p:nvSpPr>
        <p:spPr>
          <a:xfrm rot="5400000">
            <a:off x="1257881" y="3393215"/>
            <a:ext cx="1474377" cy="1197140"/>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4" name="Triangle 33">
            <a:extLst>
              <a:ext uri="{FF2B5EF4-FFF2-40B4-BE49-F238E27FC236}">
                <a16:creationId xmlns:a16="http://schemas.microsoft.com/office/drawing/2014/main" id="{2B060B6B-9CEE-9E47-AC15-B94F1743F000}"/>
              </a:ext>
            </a:extLst>
          </p:cNvPr>
          <p:cNvSpPr/>
          <p:nvPr userDrawn="1"/>
        </p:nvSpPr>
        <p:spPr>
          <a:xfrm rot="5400000">
            <a:off x="7346109" y="3517900"/>
            <a:ext cx="1168965" cy="1007729"/>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5" name="Triangle 34">
            <a:extLst>
              <a:ext uri="{FF2B5EF4-FFF2-40B4-BE49-F238E27FC236}">
                <a16:creationId xmlns:a16="http://schemas.microsoft.com/office/drawing/2014/main" id="{5C644C02-BF26-BD47-953C-3B829F73DF1F}"/>
              </a:ext>
            </a:extLst>
          </p:cNvPr>
          <p:cNvSpPr/>
          <p:nvPr userDrawn="1"/>
        </p:nvSpPr>
        <p:spPr>
          <a:xfrm rot="5400000">
            <a:off x="7207132" y="3168324"/>
            <a:ext cx="869369" cy="749456"/>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6" name="Triangle 35">
            <a:extLst>
              <a:ext uri="{FF2B5EF4-FFF2-40B4-BE49-F238E27FC236}">
                <a16:creationId xmlns:a16="http://schemas.microsoft.com/office/drawing/2014/main" id="{96415858-A8A4-5448-A28B-AA8DDD8BA37D}"/>
              </a:ext>
            </a:extLst>
          </p:cNvPr>
          <p:cNvSpPr/>
          <p:nvPr userDrawn="1"/>
        </p:nvSpPr>
        <p:spPr>
          <a:xfrm rot="16200000">
            <a:off x="809727" y="2852329"/>
            <a:ext cx="869369" cy="749456"/>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7" name="Text Placeholder 18">
            <a:extLst>
              <a:ext uri="{FF2B5EF4-FFF2-40B4-BE49-F238E27FC236}">
                <a16:creationId xmlns:a16="http://schemas.microsoft.com/office/drawing/2014/main" id="{068730FE-CEBB-FE4B-89D2-7BDEFE5105E1}"/>
              </a:ext>
            </a:extLst>
          </p:cNvPr>
          <p:cNvSpPr>
            <a:spLocks noGrp="1"/>
          </p:cNvSpPr>
          <p:nvPr>
            <p:ph type="body" sz="quarter" idx="10" hasCustomPrompt="1"/>
          </p:nvPr>
        </p:nvSpPr>
        <p:spPr>
          <a:xfrm>
            <a:off x="2562771" y="2808333"/>
            <a:ext cx="4321412" cy="488876"/>
          </a:xfrm>
        </p:spPr>
        <p:txBody>
          <a:bodyPr anchor="t"/>
          <a:lstStyle>
            <a:lvl1pPr>
              <a:lnSpc>
                <a:spcPct val="100000"/>
              </a:lnSpc>
              <a:spcBef>
                <a:spcPts val="0"/>
              </a:spcBef>
              <a:defRPr spc="225">
                <a:solidFill>
                  <a:srgbClr val="FFFFFF"/>
                </a:solidFill>
              </a:defRPr>
            </a:lvl1pPr>
            <a:lvl2pPr marL="342900" indent="0">
              <a:buNone/>
              <a:defRPr/>
            </a:lvl2pPr>
          </a:lstStyle>
          <a:p>
            <a:pPr lvl="0"/>
            <a:r>
              <a:rPr lang="en-US"/>
              <a:t>CLICK TO ADD SUBTITLE</a:t>
            </a:r>
          </a:p>
        </p:txBody>
      </p:sp>
      <p:sp>
        <p:nvSpPr>
          <p:cNvPr id="38" name="Text Placeholder 18">
            <a:extLst>
              <a:ext uri="{FF2B5EF4-FFF2-40B4-BE49-F238E27FC236}">
                <a16:creationId xmlns:a16="http://schemas.microsoft.com/office/drawing/2014/main" id="{24C66F27-DF02-2C47-9C4E-136D26DEE465}"/>
              </a:ext>
            </a:extLst>
          </p:cNvPr>
          <p:cNvSpPr>
            <a:spLocks noGrp="1"/>
          </p:cNvSpPr>
          <p:nvPr>
            <p:ph type="body" sz="quarter" idx="11" hasCustomPrompt="1"/>
          </p:nvPr>
        </p:nvSpPr>
        <p:spPr>
          <a:xfrm>
            <a:off x="2562771" y="2232736"/>
            <a:ext cx="4321412" cy="488876"/>
          </a:xfrm>
        </p:spPr>
        <p:txBody>
          <a:bodyPr anchor="b">
            <a:noAutofit/>
          </a:bodyPr>
          <a:lstStyle>
            <a:lvl1pPr>
              <a:lnSpc>
                <a:spcPct val="100000"/>
              </a:lnSpc>
              <a:spcBef>
                <a:spcPts val="0"/>
              </a:spcBef>
              <a:defRPr sz="3375" b="1" spc="0">
                <a:solidFill>
                  <a:schemeClr val="accent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384851809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_Breaker C">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AE2896-63E9-C14E-84C8-BCB69E098659}"/>
              </a:ext>
            </a:extLst>
          </p:cNvPr>
          <p:cNvSpPr/>
          <p:nvPr userDrawn="1"/>
        </p:nvSpPr>
        <p:spPr>
          <a:xfrm>
            <a:off x="412767" y="0"/>
            <a:ext cx="8731233"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riangle 12">
            <a:extLst>
              <a:ext uri="{FF2B5EF4-FFF2-40B4-BE49-F238E27FC236}">
                <a16:creationId xmlns:a16="http://schemas.microsoft.com/office/drawing/2014/main" id="{15B4B913-714D-664C-B5D4-B09CB14A9A33}"/>
              </a:ext>
            </a:extLst>
          </p:cNvPr>
          <p:cNvSpPr/>
          <p:nvPr userDrawn="1"/>
        </p:nvSpPr>
        <p:spPr>
          <a:xfrm rot="5400000">
            <a:off x="738747" y="1224983"/>
            <a:ext cx="2619406" cy="2258106"/>
          </a:xfrm>
          <a:prstGeom prst="triangle">
            <a:avLst>
              <a:gd name="adj" fmla="val 51267"/>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nvGrpSpPr>
          <p:cNvPr id="12" name="Group 11">
            <a:extLst>
              <a:ext uri="{FF2B5EF4-FFF2-40B4-BE49-F238E27FC236}">
                <a16:creationId xmlns:a16="http://schemas.microsoft.com/office/drawing/2014/main" id="{FB2CA050-3F93-E047-A5DE-3BBA7CD55928}"/>
              </a:ext>
            </a:extLst>
          </p:cNvPr>
          <p:cNvGrpSpPr/>
          <p:nvPr userDrawn="1"/>
        </p:nvGrpSpPr>
        <p:grpSpPr>
          <a:xfrm>
            <a:off x="1463460" y="338755"/>
            <a:ext cx="1571729" cy="4300160"/>
            <a:chOff x="1951280" y="451673"/>
            <a:chExt cx="2095638" cy="5733546"/>
          </a:xfrm>
        </p:grpSpPr>
        <p:sp>
          <p:nvSpPr>
            <p:cNvPr id="21" name="Triangle 20">
              <a:extLst>
                <a:ext uri="{FF2B5EF4-FFF2-40B4-BE49-F238E27FC236}">
                  <a16:creationId xmlns:a16="http://schemas.microsoft.com/office/drawing/2014/main" id="{C8BB052E-F642-DA4F-8937-91E61D98E0F4}"/>
                </a:ext>
              </a:extLst>
            </p:cNvPr>
            <p:cNvSpPr/>
            <p:nvPr/>
          </p:nvSpPr>
          <p:spPr>
            <a:xfrm rot="16200000">
              <a:off x="1801265" y="601688"/>
              <a:ext cx="2175221" cy="187519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2" name="Triangle 21">
              <a:extLst>
                <a:ext uri="{FF2B5EF4-FFF2-40B4-BE49-F238E27FC236}">
                  <a16:creationId xmlns:a16="http://schemas.microsoft.com/office/drawing/2014/main" id="{B5492147-7553-A34D-8219-87546F7A81B1}"/>
                </a:ext>
              </a:extLst>
            </p:cNvPr>
            <p:cNvSpPr/>
            <p:nvPr/>
          </p:nvSpPr>
          <p:spPr>
            <a:xfrm rot="5400000">
              <a:off x="2080011" y="3818183"/>
              <a:ext cx="1617731" cy="1394594"/>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3" name="Triangle 22">
              <a:extLst>
                <a:ext uri="{FF2B5EF4-FFF2-40B4-BE49-F238E27FC236}">
                  <a16:creationId xmlns:a16="http://schemas.microsoft.com/office/drawing/2014/main" id="{4EAE22AD-DC72-4245-A52F-27350B508AFD}"/>
                </a:ext>
              </a:extLst>
            </p:cNvPr>
            <p:cNvSpPr/>
            <p:nvPr/>
          </p:nvSpPr>
          <p:spPr>
            <a:xfrm rot="5400000">
              <a:off x="2672715" y="3597912"/>
              <a:ext cx="848977" cy="73187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bg1"/>
                </a:solidFill>
              </a:endParaRPr>
            </a:p>
          </p:txBody>
        </p:sp>
        <p:sp>
          <p:nvSpPr>
            <p:cNvPr id="24" name="Triangle 23">
              <a:extLst>
                <a:ext uri="{FF2B5EF4-FFF2-40B4-BE49-F238E27FC236}">
                  <a16:creationId xmlns:a16="http://schemas.microsoft.com/office/drawing/2014/main" id="{13425083-C7BB-A84A-9AB4-F4C5485CCA00}"/>
                </a:ext>
              </a:extLst>
            </p:cNvPr>
            <p:cNvSpPr/>
            <p:nvPr/>
          </p:nvSpPr>
          <p:spPr>
            <a:xfrm rot="5400000">
              <a:off x="2699980" y="4838281"/>
              <a:ext cx="1447001" cy="1246875"/>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sp>
        <p:nvSpPr>
          <p:cNvPr id="25" name="Text Placeholder 18">
            <a:extLst>
              <a:ext uri="{FF2B5EF4-FFF2-40B4-BE49-F238E27FC236}">
                <a16:creationId xmlns:a16="http://schemas.microsoft.com/office/drawing/2014/main" id="{6C1F572D-821B-4A48-AAA8-6F430B0083AC}"/>
              </a:ext>
            </a:extLst>
          </p:cNvPr>
          <p:cNvSpPr>
            <a:spLocks noGrp="1"/>
          </p:cNvSpPr>
          <p:nvPr>
            <p:ph type="body" sz="quarter" idx="10" hasCustomPrompt="1"/>
          </p:nvPr>
        </p:nvSpPr>
        <p:spPr>
          <a:xfrm>
            <a:off x="4287287" y="2836273"/>
            <a:ext cx="4321412" cy="488876"/>
          </a:xfrm>
        </p:spPr>
        <p:txBody>
          <a:bodyPr anchor="t"/>
          <a:lstStyle>
            <a:lvl1pPr>
              <a:lnSpc>
                <a:spcPct val="100000"/>
              </a:lnSpc>
              <a:spcBef>
                <a:spcPts val="0"/>
              </a:spcBef>
              <a:defRPr spc="225">
                <a:solidFill>
                  <a:srgbClr val="FFFFFF"/>
                </a:solidFill>
              </a:defRPr>
            </a:lvl1pPr>
            <a:lvl2pPr marL="342900" indent="0">
              <a:buNone/>
              <a:defRPr/>
            </a:lvl2pPr>
          </a:lstStyle>
          <a:p>
            <a:pPr lvl="0"/>
            <a:r>
              <a:rPr lang="en-US"/>
              <a:t>CLICK TO ADD SUBTITLE</a:t>
            </a:r>
          </a:p>
        </p:txBody>
      </p:sp>
      <p:sp>
        <p:nvSpPr>
          <p:cNvPr id="26" name="Text Placeholder 18">
            <a:extLst>
              <a:ext uri="{FF2B5EF4-FFF2-40B4-BE49-F238E27FC236}">
                <a16:creationId xmlns:a16="http://schemas.microsoft.com/office/drawing/2014/main" id="{F17FA8E5-00CE-6344-80FE-208725BB032E}"/>
              </a:ext>
            </a:extLst>
          </p:cNvPr>
          <p:cNvSpPr>
            <a:spLocks noGrp="1"/>
          </p:cNvSpPr>
          <p:nvPr>
            <p:ph type="body" sz="quarter" idx="11" hasCustomPrompt="1"/>
          </p:nvPr>
        </p:nvSpPr>
        <p:spPr>
          <a:xfrm>
            <a:off x="4287287" y="2260676"/>
            <a:ext cx="4321412" cy="488876"/>
          </a:xfrm>
        </p:spPr>
        <p:txBody>
          <a:bodyPr anchor="b">
            <a:noAutofit/>
          </a:bodyPr>
          <a:lstStyle>
            <a:lvl1pPr>
              <a:lnSpc>
                <a:spcPct val="100000"/>
              </a:lnSpc>
              <a:spcBef>
                <a:spcPts val="0"/>
              </a:spcBef>
              <a:defRPr sz="3375"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256320003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Breaker 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220BD2-7303-484C-9616-975B3CEEA6A4}"/>
              </a:ext>
            </a:extLst>
          </p:cNvPr>
          <p:cNvSpPr/>
          <p:nvPr userDrawn="1"/>
        </p:nvSpPr>
        <p:spPr>
          <a:xfrm>
            <a:off x="412767" y="0"/>
            <a:ext cx="8731233"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riangle 13">
            <a:extLst>
              <a:ext uri="{FF2B5EF4-FFF2-40B4-BE49-F238E27FC236}">
                <a16:creationId xmlns:a16="http://schemas.microsoft.com/office/drawing/2014/main" id="{34B4D9D4-5D55-AE47-BA98-2694F75556E4}"/>
              </a:ext>
            </a:extLst>
          </p:cNvPr>
          <p:cNvSpPr/>
          <p:nvPr/>
        </p:nvSpPr>
        <p:spPr>
          <a:xfrm rot="5400000">
            <a:off x="6384415" y="2379624"/>
            <a:ext cx="2369291" cy="2042492"/>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5" name="Triangle 14">
            <a:extLst>
              <a:ext uri="{FF2B5EF4-FFF2-40B4-BE49-F238E27FC236}">
                <a16:creationId xmlns:a16="http://schemas.microsoft.com/office/drawing/2014/main" id="{F17B0348-351E-CF4E-8738-3D5C6593754F}"/>
              </a:ext>
            </a:extLst>
          </p:cNvPr>
          <p:cNvSpPr/>
          <p:nvPr/>
        </p:nvSpPr>
        <p:spPr>
          <a:xfrm rot="16200000">
            <a:off x="5949156" y="1221301"/>
            <a:ext cx="1475641" cy="1272104"/>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1" name="Triangle 20">
            <a:extLst>
              <a:ext uri="{FF2B5EF4-FFF2-40B4-BE49-F238E27FC236}">
                <a16:creationId xmlns:a16="http://schemas.microsoft.com/office/drawing/2014/main" id="{51F9F253-65DE-1A46-ABF2-41FB63460FCC}"/>
              </a:ext>
            </a:extLst>
          </p:cNvPr>
          <p:cNvSpPr/>
          <p:nvPr/>
        </p:nvSpPr>
        <p:spPr>
          <a:xfrm rot="5400000">
            <a:off x="7734936" y="3717377"/>
            <a:ext cx="612167" cy="527729"/>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5" name="Text Placeholder 18">
            <a:extLst>
              <a:ext uri="{FF2B5EF4-FFF2-40B4-BE49-F238E27FC236}">
                <a16:creationId xmlns:a16="http://schemas.microsoft.com/office/drawing/2014/main" id="{016F7C44-CCCC-564C-A7B9-A149887C35BA}"/>
              </a:ext>
            </a:extLst>
          </p:cNvPr>
          <p:cNvSpPr>
            <a:spLocks noGrp="1"/>
          </p:cNvSpPr>
          <p:nvPr userDrawn="1">
            <p:ph type="body" sz="quarter" idx="10" hasCustomPrompt="1"/>
          </p:nvPr>
        </p:nvSpPr>
        <p:spPr>
          <a:xfrm>
            <a:off x="1062910" y="2836273"/>
            <a:ext cx="4321412" cy="488876"/>
          </a:xfrm>
        </p:spPr>
        <p:txBody>
          <a:bodyPr anchor="t"/>
          <a:lstStyle>
            <a:lvl1pPr>
              <a:lnSpc>
                <a:spcPct val="100000"/>
              </a:lnSpc>
              <a:spcBef>
                <a:spcPts val="0"/>
              </a:spcBef>
              <a:defRPr spc="225">
                <a:solidFill>
                  <a:srgbClr val="FFFFFF"/>
                </a:solidFill>
              </a:defRPr>
            </a:lvl1pPr>
            <a:lvl2pPr marL="342900" indent="0">
              <a:buNone/>
              <a:defRPr/>
            </a:lvl2pPr>
          </a:lstStyle>
          <a:p>
            <a:pPr lvl="0"/>
            <a:r>
              <a:rPr lang="en-US"/>
              <a:t>CLICK TO ADD SUBTITLE</a:t>
            </a:r>
          </a:p>
        </p:txBody>
      </p:sp>
      <p:sp>
        <p:nvSpPr>
          <p:cNvPr id="26" name="Text Placeholder 18">
            <a:extLst>
              <a:ext uri="{FF2B5EF4-FFF2-40B4-BE49-F238E27FC236}">
                <a16:creationId xmlns:a16="http://schemas.microsoft.com/office/drawing/2014/main" id="{C3947486-1AC7-1149-9DA5-128B2FF9C92E}"/>
              </a:ext>
            </a:extLst>
          </p:cNvPr>
          <p:cNvSpPr>
            <a:spLocks noGrp="1"/>
          </p:cNvSpPr>
          <p:nvPr userDrawn="1">
            <p:ph type="body" sz="quarter" idx="11" hasCustomPrompt="1"/>
          </p:nvPr>
        </p:nvSpPr>
        <p:spPr>
          <a:xfrm>
            <a:off x="1062910" y="2260676"/>
            <a:ext cx="4321412" cy="488876"/>
          </a:xfrm>
        </p:spPr>
        <p:txBody>
          <a:bodyPr anchor="b">
            <a:noAutofit/>
          </a:bodyPr>
          <a:lstStyle>
            <a:lvl1pPr>
              <a:lnSpc>
                <a:spcPct val="100000"/>
              </a:lnSpc>
              <a:spcBef>
                <a:spcPts val="0"/>
              </a:spcBef>
              <a:defRPr sz="3375" b="1" spc="0">
                <a:solidFill>
                  <a:schemeClr val="tx1"/>
                </a:solidFill>
              </a:defRPr>
            </a:lvl1pPr>
            <a:lvl2pPr marL="342900" indent="0">
              <a:buNone/>
              <a:defRPr/>
            </a:lvl2pPr>
          </a:lstStyle>
          <a:p>
            <a:pPr lvl="0"/>
            <a:r>
              <a:rPr lang="en-US"/>
              <a:t>CLICK TO ADD TITLE</a:t>
            </a:r>
          </a:p>
        </p:txBody>
      </p:sp>
      <p:sp>
        <p:nvSpPr>
          <p:cNvPr id="19" name="Triangle 18">
            <a:extLst>
              <a:ext uri="{FF2B5EF4-FFF2-40B4-BE49-F238E27FC236}">
                <a16:creationId xmlns:a16="http://schemas.microsoft.com/office/drawing/2014/main" id="{DF5C6865-8466-3E45-BF30-82381C0F75B2}"/>
              </a:ext>
            </a:extLst>
          </p:cNvPr>
          <p:cNvSpPr/>
          <p:nvPr userDrawn="1"/>
        </p:nvSpPr>
        <p:spPr>
          <a:xfrm rot="5400000">
            <a:off x="5892681" y="1186762"/>
            <a:ext cx="703662" cy="606605"/>
          </a:xfrm>
          <a:prstGeom prst="triangle">
            <a:avLst/>
          </a:prstGeom>
          <a:solidFill>
            <a:schemeClr val="tx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0" name="Triangle 19">
            <a:extLst>
              <a:ext uri="{FF2B5EF4-FFF2-40B4-BE49-F238E27FC236}">
                <a16:creationId xmlns:a16="http://schemas.microsoft.com/office/drawing/2014/main" id="{F5D83634-95FB-534C-941F-E8E41CE33431}"/>
              </a:ext>
            </a:extLst>
          </p:cNvPr>
          <p:cNvSpPr/>
          <p:nvPr userDrawn="1"/>
        </p:nvSpPr>
        <p:spPr>
          <a:xfrm rot="5400000">
            <a:off x="6036139" y="469565"/>
            <a:ext cx="1097447" cy="946074"/>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Tree>
    <p:extLst>
      <p:ext uri="{BB962C8B-B14F-4D97-AF65-F5344CB8AC3E}">
        <p14:creationId xmlns:p14="http://schemas.microsoft.com/office/powerpoint/2010/main" val="170966871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3_Content A">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1" y="1109857"/>
            <a:ext cx="7971540"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785110" y="450439"/>
            <a:ext cx="699364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grpSp>
        <p:nvGrpSpPr>
          <p:cNvPr id="2" name="Group 1">
            <a:extLst>
              <a:ext uri="{FF2B5EF4-FFF2-40B4-BE49-F238E27FC236}">
                <a16:creationId xmlns:a16="http://schemas.microsoft.com/office/drawing/2014/main" id="{C489B624-AB5A-BF49-B581-5186A9A53F6A}"/>
              </a:ext>
            </a:extLst>
          </p:cNvPr>
          <p:cNvGrpSpPr/>
          <p:nvPr userDrawn="1"/>
        </p:nvGrpSpPr>
        <p:grpSpPr>
          <a:xfrm>
            <a:off x="8118610" y="172130"/>
            <a:ext cx="761435" cy="1035175"/>
            <a:chOff x="10824812" y="229506"/>
            <a:chExt cx="1015247" cy="1380233"/>
          </a:xfrm>
        </p:grpSpPr>
        <p:sp>
          <p:nvSpPr>
            <p:cNvPr id="9" name="Triangle 8">
              <a:extLst>
                <a:ext uri="{FF2B5EF4-FFF2-40B4-BE49-F238E27FC236}">
                  <a16:creationId xmlns:a16="http://schemas.microsoft.com/office/drawing/2014/main" id="{0DB58712-AA08-AC42-9145-E6E2AE34EC26}"/>
                </a:ext>
              </a:extLst>
            </p:cNvPr>
            <p:cNvSpPr/>
            <p:nvPr userDrawn="1"/>
          </p:nvSpPr>
          <p:spPr>
            <a:xfrm rot="5400000">
              <a:off x="10743591" y="449632"/>
              <a:ext cx="1177689" cy="1015247"/>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nvGrpSpPr>
            <p:cNvPr id="22" name="Group 21">
              <a:extLst>
                <a:ext uri="{FF2B5EF4-FFF2-40B4-BE49-F238E27FC236}">
                  <a16:creationId xmlns:a16="http://schemas.microsoft.com/office/drawing/2014/main" id="{DE9F6445-3C90-8947-B31F-0CB1EF3573BE}"/>
                </a:ext>
              </a:extLst>
            </p:cNvPr>
            <p:cNvGrpSpPr/>
            <p:nvPr userDrawn="1"/>
          </p:nvGrpSpPr>
          <p:grpSpPr>
            <a:xfrm>
              <a:off x="11182866" y="229506"/>
              <a:ext cx="544659" cy="1380233"/>
              <a:chOff x="11182866" y="229506"/>
              <a:chExt cx="544659" cy="1380233"/>
            </a:xfrm>
          </p:grpSpPr>
          <p:sp>
            <p:nvSpPr>
              <p:cNvPr id="24" name="Triangle 23">
                <a:extLst>
                  <a:ext uri="{FF2B5EF4-FFF2-40B4-BE49-F238E27FC236}">
                    <a16:creationId xmlns:a16="http://schemas.microsoft.com/office/drawing/2014/main" id="{A9C5F8F9-5FA3-3544-91C4-70C8675A0057}"/>
                  </a:ext>
                </a:extLst>
              </p:cNvPr>
              <p:cNvSpPr/>
              <p:nvPr/>
            </p:nvSpPr>
            <p:spPr>
              <a:xfrm rot="16200000">
                <a:off x="11201860" y="284910"/>
                <a:ext cx="581070" cy="47026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5" name="Triangle 24">
                <a:extLst>
                  <a:ext uri="{FF2B5EF4-FFF2-40B4-BE49-F238E27FC236}">
                    <a16:creationId xmlns:a16="http://schemas.microsoft.com/office/drawing/2014/main" id="{69546E45-236E-804B-90B4-10993DE28CED}"/>
                  </a:ext>
                </a:extLst>
              </p:cNvPr>
              <p:cNvSpPr/>
              <p:nvPr/>
            </p:nvSpPr>
            <p:spPr>
              <a:xfrm rot="5400000">
                <a:off x="11145245" y="1101860"/>
                <a:ext cx="545500" cy="470258"/>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6" name="Triangle 25">
                <a:extLst>
                  <a:ext uri="{FF2B5EF4-FFF2-40B4-BE49-F238E27FC236}">
                    <a16:creationId xmlns:a16="http://schemas.microsoft.com/office/drawing/2014/main" id="{F8C03A60-EB58-A54F-B1BC-C4B92700185C}"/>
                  </a:ext>
                </a:extLst>
              </p:cNvPr>
              <p:cNvSpPr/>
              <p:nvPr/>
            </p:nvSpPr>
            <p:spPr>
              <a:xfrm rot="5400000">
                <a:off x="11472182" y="1168029"/>
                <a:ext cx="160421" cy="138293"/>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grpSp>
    </p:spTree>
    <p:extLst>
      <p:ext uri="{BB962C8B-B14F-4D97-AF65-F5344CB8AC3E}">
        <p14:creationId xmlns:p14="http://schemas.microsoft.com/office/powerpoint/2010/main" val="274332625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3_Content B">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1" y="1109857"/>
            <a:ext cx="7971540"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785110" y="450439"/>
            <a:ext cx="699364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grpSp>
        <p:nvGrpSpPr>
          <p:cNvPr id="9" name="Group 8">
            <a:extLst>
              <a:ext uri="{FF2B5EF4-FFF2-40B4-BE49-F238E27FC236}">
                <a16:creationId xmlns:a16="http://schemas.microsoft.com/office/drawing/2014/main" id="{79FD8D75-77EB-0D45-ACAD-B5C06234ACE8}"/>
              </a:ext>
            </a:extLst>
          </p:cNvPr>
          <p:cNvGrpSpPr/>
          <p:nvPr userDrawn="1"/>
        </p:nvGrpSpPr>
        <p:grpSpPr>
          <a:xfrm>
            <a:off x="8131628" y="206177"/>
            <a:ext cx="777850" cy="955702"/>
            <a:chOff x="10842170" y="274902"/>
            <a:chExt cx="1037133" cy="1274269"/>
          </a:xfrm>
        </p:grpSpPr>
        <p:sp>
          <p:nvSpPr>
            <p:cNvPr id="10" name="Triangle 9">
              <a:extLst>
                <a:ext uri="{FF2B5EF4-FFF2-40B4-BE49-F238E27FC236}">
                  <a16:creationId xmlns:a16="http://schemas.microsoft.com/office/drawing/2014/main" id="{765A50DE-CC51-2C4E-940A-2F829E9B0F6E}"/>
                </a:ext>
              </a:extLst>
            </p:cNvPr>
            <p:cNvSpPr/>
            <p:nvPr/>
          </p:nvSpPr>
          <p:spPr>
            <a:xfrm rot="5400000">
              <a:off x="10767026" y="534726"/>
              <a:ext cx="1089589" cy="939301"/>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1" name="Triangle 10">
              <a:extLst>
                <a:ext uri="{FF2B5EF4-FFF2-40B4-BE49-F238E27FC236}">
                  <a16:creationId xmlns:a16="http://schemas.microsoft.com/office/drawing/2014/main" id="{686055B9-8656-7745-9916-B796D76A7DB4}"/>
                </a:ext>
              </a:extLst>
            </p:cNvPr>
            <p:cNvSpPr/>
            <p:nvPr/>
          </p:nvSpPr>
          <p:spPr>
            <a:xfrm rot="5400000">
              <a:off x="11169142" y="327506"/>
              <a:ext cx="762766" cy="657557"/>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grpSp>
    </p:spTree>
    <p:extLst>
      <p:ext uri="{BB962C8B-B14F-4D97-AF65-F5344CB8AC3E}">
        <p14:creationId xmlns:p14="http://schemas.microsoft.com/office/powerpoint/2010/main" val="192159074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3_Content C">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1" y="1109857"/>
            <a:ext cx="7971540"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785110" y="450439"/>
            <a:ext cx="699364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grpSp>
        <p:nvGrpSpPr>
          <p:cNvPr id="2" name="Group 1">
            <a:extLst>
              <a:ext uri="{FF2B5EF4-FFF2-40B4-BE49-F238E27FC236}">
                <a16:creationId xmlns:a16="http://schemas.microsoft.com/office/drawing/2014/main" id="{C42B1591-DBB2-9042-909C-A3667C335679}"/>
              </a:ext>
            </a:extLst>
          </p:cNvPr>
          <p:cNvGrpSpPr/>
          <p:nvPr userDrawn="1"/>
        </p:nvGrpSpPr>
        <p:grpSpPr>
          <a:xfrm>
            <a:off x="8246688" y="189204"/>
            <a:ext cx="699926" cy="695705"/>
            <a:chOff x="10995584" y="252272"/>
            <a:chExt cx="933234" cy="927606"/>
          </a:xfrm>
        </p:grpSpPr>
        <p:sp>
          <p:nvSpPr>
            <p:cNvPr id="8" name="Triangle 7">
              <a:extLst>
                <a:ext uri="{FF2B5EF4-FFF2-40B4-BE49-F238E27FC236}">
                  <a16:creationId xmlns:a16="http://schemas.microsoft.com/office/drawing/2014/main" id="{B56A85F4-C51B-8C48-9536-B19ED7A7EA5B}"/>
                </a:ext>
              </a:extLst>
            </p:cNvPr>
            <p:cNvSpPr/>
            <p:nvPr userDrawn="1"/>
          </p:nvSpPr>
          <p:spPr>
            <a:xfrm rot="5400000">
              <a:off x="10910984" y="336872"/>
              <a:ext cx="927606" cy="758405"/>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nvGrpSpPr>
            <p:cNvPr id="9" name="Group 8">
              <a:extLst>
                <a:ext uri="{FF2B5EF4-FFF2-40B4-BE49-F238E27FC236}">
                  <a16:creationId xmlns:a16="http://schemas.microsoft.com/office/drawing/2014/main" id="{D6C66B0E-A6F9-5541-96E9-3F812C7C0B63}"/>
                </a:ext>
              </a:extLst>
            </p:cNvPr>
            <p:cNvGrpSpPr/>
            <p:nvPr userDrawn="1"/>
          </p:nvGrpSpPr>
          <p:grpSpPr>
            <a:xfrm>
              <a:off x="11451771" y="283179"/>
              <a:ext cx="477047" cy="812373"/>
              <a:chOff x="11451771" y="283179"/>
              <a:chExt cx="477047" cy="812373"/>
            </a:xfrm>
          </p:grpSpPr>
          <p:sp>
            <p:nvSpPr>
              <p:cNvPr id="11" name="Triangle 10">
                <a:extLst>
                  <a:ext uri="{FF2B5EF4-FFF2-40B4-BE49-F238E27FC236}">
                    <a16:creationId xmlns:a16="http://schemas.microsoft.com/office/drawing/2014/main" id="{7F3D59EA-18E6-EE43-9DA8-C9D25FED95F2}"/>
                  </a:ext>
                </a:extLst>
              </p:cNvPr>
              <p:cNvSpPr/>
              <p:nvPr/>
            </p:nvSpPr>
            <p:spPr>
              <a:xfrm rot="5400000">
                <a:off x="11427592" y="769153"/>
                <a:ext cx="350578" cy="302220"/>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2" name="Triangle 11">
                <a:extLst>
                  <a:ext uri="{FF2B5EF4-FFF2-40B4-BE49-F238E27FC236}">
                    <a16:creationId xmlns:a16="http://schemas.microsoft.com/office/drawing/2014/main" id="{A8B8A0B1-1FD5-DD4D-A442-C1ECAA5A8CF6}"/>
                  </a:ext>
                </a:extLst>
              </p:cNvPr>
              <p:cNvSpPr/>
              <p:nvPr/>
            </p:nvSpPr>
            <p:spPr>
              <a:xfrm rot="16200000">
                <a:off x="11551193" y="311152"/>
                <a:ext cx="405597" cy="349652"/>
              </a:xfrm>
              <a:prstGeom prst="triangle">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tx1"/>
                  </a:solidFill>
                </a:endParaRPr>
              </a:p>
            </p:txBody>
          </p:sp>
        </p:grpSp>
      </p:grpSp>
    </p:spTree>
    <p:extLst>
      <p:ext uri="{BB962C8B-B14F-4D97-AF65-F5344CB8AC3E}">
        <p14:creationId xmlns:p14="http://schemas.microsoft.com/office/powerpoint/2010/main" val="1893628732"/>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3_Content 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1" y="1109857"/>
            <a:ext cx="7971540"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350771BE-F040-3E4D-B2E6-692C29B438A7}"/>
              </a:ext>
            </a:extLst>
          </p:cNvPr>
          <p:cNvGrpSpPr/>
          <p:nvPr userDrawn="1"/>
        </p:nvGrpSpPr>
        <p:grpSpPr>
          <a:xfrm>
            <a:off x="7274466" y="209383"/>
            <a:ext cx="1650901" cy="901154"/>
            <a:chOff x="9699288" y="279177"/>
            <a:chExt cx="2201201" cy="1201539"/>
          </a:xfrm>
        </p:grpSpPr>
        <p:sp>
          <p:nvSpPr>
            <p:cNvPr id="10" name="Triangle 9">
              <a:extLst>
                <a:ext uri="{FF2B5EF4-FFF2-40B4-BE49-F238E27FC236}">
                  <a16:creationId xmlns:a16="http://schemas.microsoft.com/office/drawing/2014/main" id="{E3DEE014-C35C-1849-82A1-D65939825F0F}"/>
                </a:ext>
              </a:extLst>
            </p:cNvPr>
            <p:cNvSpPr/>
            <p:nvPr userDrawn="1"/>
          </p:nvSpPr>
          <p:spPr>
            <a:xfrm rot="5400000">
              <a:off x="9857641" y="340993"/>
              <a:ext cx="896303" cy="772672"/>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nvGrpSpPr>
            <p:cNvPr id="14" name="Group 13">
              <a:extLst>
                <a:ext uri="{FF2B5EF4-FFF2-40B4-BE49-F238E27FC236}">
                  <a16:creationId xmlns:a16="http://schemas.microsoft.com/office/drawing/2014/main" id="{F653CB2D-33A9-1C47-B153-B8C64AFD536A}"/>
                </a:ext>
              </a:extLst>
            </p:cNvPr>
            <p:cNvGrpSpPr/>
            <p:nvPr userDrawn="1"/>
          </p:nvGrpSpPr>
          <p:grpSpPr>
            <a:xfrm>
              <a:off x="9699288" y="280077"/>
              <a:ext cx="2201201" cy="1200639"/>
              <a:chOff x="8471772" y="4989646"/>
              <a:chExt cx="2892248" cy="1577568"/>
            </a:xfrm>
          </p:grpSpPr>
          <p:sp>
            <p:nvSpPr>
              <p:cNvPr id="15" name="Triangle 14">
                <a:extLst>
                  <a:ext uri="{FF2B5EF4-FFF2-40B4-BE49-F238E27FC236}">
                    <a16:creationId xmlns:a16="http://schemas.microsoft.com/office/drawing/2014/main" id="{4E1AEDC8-7499-9242-B44B-8B54EBAE8242}"/>
                  </a:ext>
                </a:extLst>
              </p:cNvPr>
              <p:cNvSpPr/>
              <p:nvPr/>
            </p:nvSpPr>
            <p:spPr>
              <a:xfrm rot="5400000">
                <a:off x="10450186" y="5044004"/>
                <a:ext cx="788189" cy="679474"/>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6" name="Triangle 15">
                <a:extLst>
                  <a:ext uri="{FF2B5EF4-FFF2-40B4-BE49-F238E27FC236}">
                    <a16:creationId xmlns:a16="http://schemas.microsoft.com/office/drawing/2014/main" id="{0CC3DD7A-4205-4249-AE38-2FD4F039F48D}"/>
                  </a:ext>
                </a:extLst>
              </p:cNvPr>
              <p:cNvSpPr/>
              <p:nvPr/>
            </p:nvSpPr>
            <p:spPr>
              <a:xfrm rot="16200000">
                <a:off x="9275128" y="5470745"/>
                <a:ext cx="1177689" cy="1015249"/>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7" name="Triangle 16">
                <a:extLst>
                  <a:ext uri="{FF2B5EF4-FFF2-40B4-BE49-F238E27FC236}">
                    <a16:creationId xmlns:a16="http://schemas.microsoft.com/office/drawing/2014/main" id="{F7AE6C8C-8646-9F47-93E6-49DD51224E53}"/>
                  </a:ext>
                </a:extLst>
              </p:cNvPr>
              <p:cNvSpPr/>
              <p:nvPr/>
            </p:nvSpPr>
            <p:spPr>
              <a:xfrm rot="5400000">
                <a:off x="10630188" y="5438098"/>
                <a:ext cx="788189" cy="679474"/>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sp>
            <p:nvSpPr>
              <p:cNvPr id="19" name="Triangle 18">
                <a:extLst>
                  <a:ext uri="{FF2B5EF4-FFF2-40B4-BE49-F238E27FC236}">
                    <a16:creationId xmlns:a16="http://schemas.microsoft.com/office/drawing/2014/main" id="{6FB8F46A-2D29-7043-9B66-6D0F2E7D919A}"/>
                  </a:ext>
                </a:extLst>
              </p:cNvPr>
              <p:cNvSpPr/>
              <p:nvPr/>
            </p:nvSpPr>
            <p:spPr>
              <a:xfrm rot="5400000">
                <a:off x="8434151" y="5234098"/>
                <a:ext cx="545500" cy="470258"/>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gr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785109" y="450439"/>
            <a:ext cx="624540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148537330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3_Content E">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0" y="1109857"/>
            <a:ext cx="3844040"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Content Placeholder 2">
            <a:extLst>
              <a:ext uri="{FF2B5EF4-FFF2-40B4-BE49-F238E27FC236}">
                <a16:creationId xmlns:a16="http://schemas.microsoft.com/office/drawing/2014/main" id="{6742DC4E-7A5D-8B44-8534-25FF5BFC4C3F}"/>
              </a:ext>
            </a:extLst>
          </p:cNvPr>
          <p:cNvSpPr>
            <a:spLocks noGrp="1"/>
          </p:cNvSpPr>
          <p:nvPr>
            <p:ph sz="quarter" idx="14"/>
          </p:nvPr>
        </p:nvSpPr>
        <p:spPr>
          <a:xfrm>
            <a:off x="4916165" y="1109857"/>
            <a:ext cx="3844040"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8">
            <a:extLst>
              <a:ext uri="{FF2B5EF4-FFF2-40B4-BE49-F238E27FC236}">
                <a16:creationId xmlns:a16="http://schemas.microsoft.com/office/drawing/2014/main" id="{86B1AD5C-77D0-4A41-BB3C-9F7D2FA1664D}"/>
              </a:ext>
            </a:extLst>
          </p:cNvPr>
          <p:cNvSpPr>
            <a:spLocks noGrp="1"/>
          </p:cNvSpPr>
          <p:nvPr>
            <p:ph type="body" sz="quarter" idx="11" hasCustomPrompt="1"/>
          </p:nvPr>
        </p:nvSpPr>
        <p:spPr>
          <a:xfrm>
            <a:off x="785109" y="450439"/>
            <a:ext cx="717144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grpSp>
        <p:nvGrpSpPr>
          <p:cNvPr id="9" name="Group 8">
            <a:extLst>
              <a:ext uri="{FF2B5EF4-FFF2-40B4-BE49-F238E27FC236}">
                <a16:creationId xmlns:a16="http://schemas.microsoft.com/office/drawing/2014/main" id="{D8C54B30-D867-CA45-87F0-F743362DEC65}"/>
              </a:ext>
            </a:extLst>
          </p:cNvPr>
          <p:cNvGrpSpPr/>
          <p:nvPr userDrawn="1"/>
        </p:nvGrpSpPr>
        <p:grpSpPr>
          <a:xfrm>
            <a:off x="8246688" y="189204"/>
            <a:ext cx="699926" cy="695705"/>
            <a:chOff x="10995584" y="252272"/>
            <a:chExt cx="933234" cy="927606"/>
          </a:xfrm>
        </p:grpSpPr>
        <p:sp>
          <p:nvSpPr>
            <p:cNvPr id="11" name="Triangle 10">
              <a:extLst>
                <a:ext uri="{FF2B5EF4-FFF2-40B4-BE49-F238E27FC236}">
                  <a16:creationId xmlns:a16="http://schemas.microsoft.com/office/drawing/2014/main" id="{62792088-FC5A-1449-93ED-CE921BE1C2AA}"/>
                </a:ext>
              </a:extLst>
            </p:cNvPr>
            <p:cNvSpPr/>
            <p:nvPr userDrawn="1"/>
          </p:nvSpPr>
          <p:spPr>
            <a:xfrm rot="5400000">
              <a:off x="10910984" y="336872"/>
              <a:ext cx="927606" cy="758405"/>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nvGrpSpPr>
            <p:cNvPr id="14" name="Group 13">
              <a:extLst>
                <a:ext uri="{FF2B5EF4-FFF2-40B4-BE49-F238E27FC236}">
                  <a16:creationId xmlns:a16="http://schemas.microsoft.com/office/drawing/2014/main" id="{99D2C0A5-E4F7-744D-9C96-7B1AA76ACD18}"/>
                </a:ext>
              </a:extLst>
            </p:cNvPr>
            <p:cNvGrpSpPr/>
            <p:nvPr userDrawn="1"/>
          </p:nvGrpSpPr>
          <p:grpSpPr>
            <a:xfrm>
              <a:off x="11451771" y="283179"/>
              <a:ext cx="477047" cy="812373"/>
              <a:chOff x="11451771" y="283179"/>
              <a:chExt cx="477047" cy="812373"/>
            </a:xfrm>
          </p:grpSpPr>
          <p:sp>
            <p:nvSpPr>
              <p:cNvPr id="15" name="Triangle 14">
                <a:extLst>
                  <a:ext uri="{FF2B5EF4-FFF2-40B4-BE49-F238E27FC236}">
                    <a16:creationId xmlns:a16="http://schemas.microsoft.com/office/drawing/2014/main" id="{AE521620-8730-C74F-8DAC-C2F1224E8128}"/>
                  </a:ext>
                </a:extLst>
              </p:cNvPr>
              <p:cNvSpPr/>
              <p:nvPr/>
            </p:nvSpPr>
            <p:spPr>
              <a:xfrm rot="5400000">
                <a:off x="11427592" y="769153"/>
                <a:ext cx="350578" cy="302220"/>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6" name="Triangle 15">
                <a:extLst>
                  <a:ext uri="{FF2B5EF4-FFF2-40B4-BE49-F238E27FC236}">
                    <a16:creationId xmlns:a16="http://schemas.microsoft.com/office/drawing/2014/main" id="{CFAFEECA-A57A-AC48-91A1-C0784B9908DB}"/>
                  </a:ext>
                </a:extLst>
              </p:cNvPr>
              <p:cNvSpPr/>
              <p:nvPr/>
            </p:nvSpPr>
            <p:spPr>
              <a:xfrm rot="16200000">
                <a:off x="11551193" y="311152"/>
                <a:ext cx="405597" cy="349652"/>
              </a:xfrm>
              <a:prstGeom prst="triangle">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tx1"/>
                  </a:solidFill>
                </a:endParaRPr>
              </a:p>
            </p:txBody>
          </p:sp>
        </p:grpSp>
      </p:grpSp>
    </p:spTree>
    <p:extLst>
      <p:ext uri="{BB962C8B-B14F-4D97-AF65-F5344CB8AC3E}">
        <p14:creationId xmlns:p14="http://schemas.microsoft.com/office/powerpoint/2010/main" val="123826630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Content F">
    <p:spTree>
      <p:nvGrpSpPr>
        <p:cNvPr id="1" name=""/>
        <p:cNvGrpSpPr/>
        <p:nvPr/>
      </p:nvGrpSpPr>
      <p:grpSpPr>
        <a:xfrm>
          <a:off x="0" y="0"/>
          <a:ext cx="0" cy="0"/>
          <a:chOff x="0" y="0"/>
          <a:chExt cx="0" cy="0"/>
        </a:xfrm>
      </p:grpSpPr>
      <p:sp>
        <p:nvSpPr>
          <p:cNvPr id="15" name="Triangle 14">
            <a:extLst>
              <a:ext uri="{FF2B5EF4-FFF2-40B4-BE49-F238E27FC236}">
                <a16:creationId xmlns:a16="http://schemas.microsoft.com/office/drawing/2014/main" id="{A1BA14A3-C092-5D4C-A9B8-B595077625F8}"/>
              </a:ext>
            </a:extLst>
          </p:cNvPr>
          <p:cNvSpPr/>
          <p:nvPr userDrawn="1"/>
        </p:nvSpPr>
        <p:spPr>
          <a:xfrm rot="5400000">
            <a:off x="7004165" y="1722203"/>
            <a:ext cx="845433" cy="686460"/>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0" y="1109857"/>
            <a:ext cx="6009071"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8">
            <a:extLst>
              <a:ext uri="{FF2B5EF4-FFF2-40B4-BE49-F238E27FC236}">
                <a16:creationId xmlns:a16="http://schemas.microsoft.com/office/drawing/2014/main" id="{561421AC-2CBB-8343-9DE2-88924424FC86}"/>
              </a:ext>
            </a:extLst>
          </p:cNvPr>
          <p:cNvSpPr>
            <a:spLocks noGrp="1"/>
          </p:cNvSpPr>
          <p:nvPr>
            <p:ph type="body" sz="quarter" idx="11" hasCustomPrompt="1"/>
          </p:nvPr>
        </p:nvSpPr>
        <p:spPr>
          <a:xfrm>
            <a:off x="785110" y="450439"/>
            <a:ext cx="6009071"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grpSp>
        <p:nvGrpSpPr>
          <p:cNvPr id="2" name="Group 1">
            <a:extLst>
              <a:ext uri="{FF2B5EF4-FFF2-40B4-BE49-F238E27FC236}">
                <a16:creationId xmlns:a16="http://schemas.microsoft.com/office/drawing/2014/main" id="{6779DB53-58EC-654C-9D97-D6A2CF323001}"/>
              </a:ext>
            </a:extLst>
          </p:cNvPr>
          <p:cNvGrpSpPr/>
          <p:nvPr userDrawn="1"/>
        </p:nvGrpSpPr>
        <p:grpSpPr>
          <a:xfrm>
            <a:off x="7276729" y="690199"/>
            <a:ext cx="1540700" cy="3860702"/>
            <a:chOff x="9702306" y="920264"/>
            <a:chExt cx="2054266" cy="5147603"/>
          </a:xfrm>
        </p:grpSpPr>
        <p:sp>
          <p:nvSpPr>
            <p:cNvPr id="12" name="Triangle 11">
              <a:extLst>
                <a:ext uri="{FF2B5EF4-FFF2-40B4-BE49-F238E27FC236}">
                  <a16:creationId xmlns:a16="http://schemas.microsoft.com/office/drawing/2014/main" id="{367B2E3C-6F37-624E-979C-5D5F5B51FD23}"/>
                </a:ext>
              </a:extLst>
            </p:cNvPr>
            <p:cNvSpPr/>
            <p:nvPr/>
          </p:nvSpPr>
          <p:spPr>
            <a:xfrm rot="5400000">
              <a:off x="9758507" y="4123788"/>
              <a:ext cx="2088085" cy="1800073"/>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0" name="Triangle 19">
              <a:extLst>
                <a:ext uri="{FF2B5EF4-FFF2-40B4-BE49-F238E27FC236}">
                  <a16:creationId xmlns:a16="http://schemas.microsoft.com/office/drawing/2014/main" id="{2F54F3A2-E591-2748-ACBA-C5BBFC9C7EE9}"/>
                </a:ext>
              </a:extLst>
            </p:cNvPr>
            <p:cNvSpPr/>
            <p:nvPr/>
          </p:nvSpPr>
          <p:spPr>
            <a:xfrm rot="16200000">
              <a:off x="9689716" y="2890436"/>
              <a:ext cx="1302918" cy="1123205"/>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2" name="Triangle 21">
              <a:extLst>
                <a:ext uri="{FF2B5EF4-FFF2-40B4-BE49-F238E27FC236}">
                  <a16:creationId xmlns:a16="http://schemas.microsoft.com/office/drawing/2014/main" id="{3B87F402-ADDE-5C4B-B16E-F27A38C7B554}"/>
                </a:ext>
              </a:extLst>
            </p:cNvPr>
            <p:cNvSpPr/>
            <p:nvPr/>
          </p:nvSpPr>
          <p:spPr>
            <a:xfrm rot="5400000">
              <a:off x="9588106" y="1213900"/>
              <a:ext cx="1655891" cy="1427491"/>
            </a:xfrm>
            <a:prstGeom prst="triangle">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tx1"/>
                </a:solidFill>
              </a:endParaRPr>
            </a:p>
          </p:txBody>
        </p:sp>
        <p:sp>
          <p:nvSpPr>
            <p:cNvPr id="23" name="Triangle 22">
              <a:extLst>
                <a:ext uri="{FF2B5EF4-FFF2-40B4-BE49-F238E27FC236}">
                  <a16:creationId xmlns:a16="http://schemas.microsoft.com/office/drawing/2014/main" id="{90348D4E-21B9-D249-B6DC-E92B2305DF70}"/>
                </a:ext>
              </a:extLst>
            </p:cNvPr>
            <p:cNvSpPr/>
            <p:nvPr/>
          </p:nvSpPr>
          <p:spPr>
            <a:xfrm rot="5400000">
              <a:off x="10543514" y="3722328"/>
              <a:ext cx="1302914" cy="1123202"/>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sp>
          <p:nvSpPr>
            <p:cNvPr id="24" name="Triangle 23">
              <a:extLst>
                <a:ext uri="{FF2B5EF4-FFF2-40B4-BE49-F238E27FC236}">
                  <a16:creationId xmlns:a16="http://schemas.microsoft.com/office/drawing/2014/main" id="{867D43BB-EB4F-C442-A0C8-8D797E805C20}"/>
                </a:ext>
              </a:extLst>
            </p:cNvPr>
            <p:cNvSpPr/>
            <p:nvPr/>
          </p:nvSpPr>
          <p:spPr>
            <a:xfrm rot="16200000">
              <a:off x="10276074" y="956334"/>
              <a:ext cx="523022" cy="450882"/>
            </a:xfrm>
            <a:prstGeom prst="triangl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grpSp>
    </p:spTree>
    <p:extLst>
      <p:ext uri="{BB962C8B-B14F-4D97-AF65-F5344CB8AC3E}">
        <p14:creationId xmlns:p14="http://schemas.microsoft.com/office/powerpoint/2010/main" val="100448670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_Content 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6236" y="1109858"/>
            <a:ext cx="5874915"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riangle 14">
            <a:extLst>
              <a:ext uri="{FF2B5EF4-FFF2-40B4-BE49-F238E27FC236}">
                <a16:creationId xmlns:a16="http://schemas.microsoft.com/office/drawing/2014/main" id="{471AB467-D287-E54F-B3FD-DC845A96612B}"/>
              </a:ext>
            </a:extLst>
          </p:cNvPr>
          <p:cNvSpPr/>
          <p:nvPr userDrawn="1"/>
        </p:nvSpPr>
        <p:spPr>
          <a:xfrm rot="5400000">
            <a:off x="7318881" y="360780"/>
            <a:ext cx="1566064" cy="1350055"/>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6" name="Triangle 15">
            <a:extLst>
              <a:ext uri="{FF2B5EF4-FFF2-40B4-BE49-F238E27FC236}">
                <a16:creationId xmlns:a16="http://schemas.microsoft.com/office/drawing/2014/main" id="{1ADDE098-90F1-C247-AD38-344BCD41DD5F}"/>
              </a:ext>
            </a:extLst>
          </p:cNvPr>
          <p:cNvSpPr/>
          <p:nvPr userDrawn="1"/>
        </p:nvSpPr>
        <p:spPr>
          <a:xfrm rot="16200000">
            <a:off x="7267287" y="3388185"/>
            <a:ext cx="977189" cy="842404"/>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7" name="Triangle 16">
            <a:extLst>
              <a:ext uri="{FF2B5EF4-FFF2-40B4-BE49-F238E27FC236}">
                <a16:creationId xmlns:a16="http://schemas.microsoft.com/office/drawing/2014/main" id="{1F658EF7-056E-224C-9351-32C7E2C71212}"/>
              </a:ext>
            </a:extLst>
          </p:cNvPr>
          <p:cNvSpPr/>
          <p:nvPr userDrawn="1"/>
        </p:nvSpPr>
        <p:spPr>
          <a:xfrm rot="5400000">
            <a:off x="7961491" y="4030327"/>
            <a:ext cx="620959" cy="535309"/>
          </a:xfrm>
          <a:prstGeom prst="triangle">
            <a:avLst/>
          </a:prstGeom>
          <a:noFill/>
          <a:ln w="190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tx1"/>
              </a:solidFill>
            </a:endParaRPr>
          </a:p>
        </p:txBody>
      </p:sp>
      <p:sp>
        <p:nvSpPr>
          <p:cNvPr id="18" name="Triangle 17">
            <a:extLst>
              <a:ext uri="{FF2B5EF4-FFF2-40B4-BE49-F238E27FC236}">
                <a16:creationId xmlns:a16="http://schemas.microsoft.com/office/drawing/2014/main" id="{F1F1B743-1616-BB4B-9BEE-C9EBAB6F966E}"/>
              </a:ext>
            </a:extLst>
          </p:cNvPr>
          <p:cNvSpPr/>
          <p:nvPr userDrawn="1"/>
        </p:nvSpPr>
        <p:spPr>
          <a:xfrm rot="5400000">
            <a:off x="7807543" y="1204933"/>
            <a:ext cx="977186" cy="842402"/>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sp>
        <p:nvSpPr>
          <p:cNvPr id="19" name="Triangle 18">
            <a:extLst>
              <a:ext uri="{FF2B5EF4-FFF2-40B4-BE49-F238E27FC236}">
                <a16:creationId xmlns:a16="http://schemas.microsoft.com/office/drawing/2014/main" id="{E741C6AA-4CE7-E343-BF02-D8757F2A3C09}"/>
              </a:ext>
            </a:extLst>
          </p:cNvPr>
          <p:cNvSpPr/>
          <p:nvPr userDrawn="1"/>
        </p:nvSpPr>
        <p:spPr>
          <a:xfrm rot="16200000">
            <a:off x="7519231" y="4439380"/>
            <a:ext cx="392267" cy="338162"/>
          </a:xfrm>
          <a:prstGeom prst="triangle">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sp>
        <p:nvSpPr>
          <p:cNvPr id="26" name="Picture Placeholder 7">
            <a:extLst>
              <a:ext uri="{FF2B5EF4-FFF2-40B4-BE49-F238E27FC236}">
                <a16:creationId xmlns:a16="http://schemas.microsoft.com/office/drawing/2014/main" id="{4A3128F2-E483-8941-A94E-0027BE48ABEA}"/>
              </a:ext>
            </a:extLst>
          </p:cNvPr>
          <p:cNvSpPr>
            <a:spLocks noGrp="1"/>
          </p:cNvSpPr>
          <p:nvPr>
            <p:ph type="pic" sz="quarter" idx="14"/>
          </p:nvPr>
        </p:nvSpPr>
        <p:spPr>
          <a:xfrm rot="5400000">
            <a:off x="6899049" y="1767891"/>
            <a:ext cx="2054463" cy="2054463"/>
          </a:xfrm>
          <a:prstGeom prst="triangle">
            <a:avLst/>
          </a:prstGeom>
          <a:pattFill prst="pct20">
            <a:fgClr>
              <a:schemeClr val="accent1"/>
            </a:fgClr>
            <a:bgClr>
              <a:schemeClr val="bg1"/>
            </a:bgClr>
          </a:pattFill>
        </p:spPr>
        <p:txBody>
          <a:bodyPr vert="vert270" wrap="square" anchor="ctr" anchorCtr="0">
            <a:noAutofit/>
          </a:bodyPr>
          <a:lstStyle>
            <a:lvl1pPr marL="0" indent="0">
              <a:buNone/>
              <a:defRPr sz="1050"/>
            </a:lvl1pPr>
          </a:lstStyle>
          <a:p>
            <a:endParaRPr lang="en-US"/>
          </a:p>
        </p:txBody>
      </p:sp>
      <p:sp>
        <p:nvSpPr>
          <p:cNvPr id="28" name="Text Placeholder 18">
            <a:extLst>
              <a:ext uri="{FF2B5EF4-FFF2-40B4-BE49-F238E27FC236}">
                <a16:creationId xmlns:a16="http://schemas.microsoft.com/office/drawing/2014/main" id="{8AC537DB-4199-8F4E-A507-C6DF6318DD4D}"/>
              </a:ext>
            </a:extLst>
          </p:cNvPr>
          <p:cNvSpPr>
            <a:spLocks noGrp="1"/>
          </p:cNvSpPr>
          <p:nvPr>
            <p:ph type="body" sz="quarter" idx="11" hasCustomPrompt="1"/>
          </p:nvPr>
        </p:nvSpPr>
        <p:spPr>
          <a:xfrm>
            <a:off x="785109" y="450439"/>
            <a:ext cx="5874916"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4121986593"/>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3_Content H">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BFD98C1E-5D1C-9247-9F3D-6A56A19C4FD1}"/>
              </a:ext>
            </a:extLst>
          </p:cNvPr>
          <p:cNvSpPr>
            <a:spLocks noGrp="1"/>
          </p:cNvSpPr>
          <p:nvPr>
            <p:ph sz="quarter" idx="13"/>
          </p:nvPr>
        </p:nvSpPr>
        <p:spPr>
          <a:xfrm>
            <a:off x="785110" y="1109857"/>
            <a:ext cx="4427922" cy="3583204"/>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5" name="Group 4">
            <a:extLst>
              <a:ext uri="{FF2B5EF4-FFF2-40B4-BE49-F238E27FC236}">
                <a16:creationId xmlns:a16="http://schemas.microsoft.com/office/drawing/2014/main" id="{B9B99978-5FDB-4447-8744-735773514193}"/>
              </a:ext>
            </a:extLst>
          </p:cNvPr>
          <p:cNvGrpSpPr/>
          <p:nvPr userDrawn="1"/>
        </p:nvGrpSpPr>
        <p:grpSpPr>
          <a:xfrm>
            <a:off x="5917150" y="176749"/>
            <a:ext cx="1724140" cy="2249234"/>
            <a:chOff x="7632433" y="-1240437"/>
            <a:chExt cx="4237121" cy="5527556"/>
          </a:xfrm>
        </p:grpSpPr>
        <p:sp>
          <p:nvSpPr>
            <p:cNvPr id="6" name="Triangle 5">
              <a:extLst>
                <a:ext uri="{FF2B5EF4-FFF2-40B4-BE49-F238E27FC236}">
                  <a16:creationId xmlns:a16="http://schemas.microsoft.com/office/drawing/2014/main" id="{34BED660-DB2B-014A-800F-3F207C9ED5D6}"/>
                </a:ext>
              </a:extLst>
            </p:cNvPr>
            <p:cNvSpPr/>
            <p:nvPr/>
          </p:nvSpPr>
          <p:spPr>
            <a:xfrm rot="16200000">
              <a:off x="8481563" y="-1152385"/>
              <a:ext cx="1276749" cy="1100645"/>
            </a:xfrm>
            <a:prstGeom prst="triangle">
              <a:avLst/>
            </a:prstGeom>
            <a:solidFill>
              <a:schemeClr val="bg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7" name="Triangle 6">
              <a:extLst>
                <a:ext uri="{FF2B5EF4-FFF2-40B4-BE49-F238E27FC236}">
                  <a16:creationId xmlns:a16="http://schemas.microsoft.com/office/drawing/2014/main" id="{77BDA88F-1199-E341-B6C1-341EE639D681}"/>
                </a:ext>
              </a:extLst>
            </p:cNvPr>
            <p:cNvSpPr/>
            <p:nvPr/>
          </p:nvSpPr>
          <p:spPr>
            <a:xfrm rot="5400000">
              <a:off x="7141811" y="-440625"/>
              <a:ext cx="5218366" cy="4237121"/>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grpSp>
      <p:sp>
        <p:nvSpPr>
          <p:cNvPr id="8" name="Triangle 7">
            <a:extLst>
              <a:ext uri="{FF2B5EF4-FFF2-40B4-BE49-F238E27FC236}">
                <a16:creationId xmlns:a16="http://schemas.microsoft.com/office/drawing/2014/main" id="{D4E6389A-8521-CB48-AE20-FB8F26159A2E}"/>
              </a:ext>
            </a:extLst>
          </p:cNvPr>
          <p:cNvSpPr/>
          <p:nvPr userDrawn="1"/>
        </p:nvSpPr>
        <p:spPr>
          <a:xfrm rot="5400000">
            <a:off x="6455042" y="1480429"/>
            <a:ext cx="977186" cy="842402"/>
          </a:xfrm>
          <a:prstGeom prst="triangl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solidFill>
                <a:schemeClr val="accent1"/>
              </a:solidFill>
            </a:endParaRPr>
          </a:p>
        </p:txBody>
      </p:sp>
      <p:sp>
        <p:nvSpPr>
          <p:cNvPr id="9" name="Triangle 8">
            <a:extLst>
              <a:ext uri="{FF2B5EF4-FFF2-40B4-BE49-F238E27FC236}">
                <a16:creationId xmlns:a16="http://schemas.microsoft.com/office/drawing/2014/main" id="{D0246582-8482-4E44-90D0-06FFCD5B264F}"/>
              </a:ext>
            </a:extLst>
          </p:cNvPr>
          <p:cNvSpPr/>
          <p:nvPr userDrawn="1"/>
        </p:nvSpPr>
        <p:spPr>
          <a:xfrm rot="5400000">
            <a:off x="6876112" y="4074867"/>
            <a:ext cx="979088" cy="844042"/>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0" name="Triangle 9">
            <a:extLst>
              <a:ext uri="{FF2B5EF4-FFF2-40B4-BE49-F238E27FC236}">
                <a16:creationId xmlns:a16="http://schemas.microsoft.com/office/drawing/2014/main" id="{E43F3976-D832-DC4C-BA27-D3CCF47F1029}"/>
              </a:ext>
            </a:extLst>
          </p:cNvPr>
          <p:cNvSpPr/>
          <p:nvPr userDrawn="1"/>
        </p:nvSpPr>
        <p:spPr>
          <a:xfrm rot="16200000">
            <a:off x="7120166" y="4669015"/>
            <a:ext cx="262794" cy="226547"/>
          </a:xfrm>
          <a:prstGeom prst="triangle">
            <a:avLst/>
          </a:prstGeom>
          <a:noFill/>
          <a:ln w="28575">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4" name="Picture Placeholder 7">
            <a:extLst>
              <a:ext uri="{FF2B5EF4-FFF2-40B4-BE49-F238E27FC236}">
                <a16:creationId xmlns:a16="http://schemas.microsoft.com/office/drawing/2014/main" id="{52FD879C-F08B-B24D-93B6-477FC920B242}"/>
              </a:ext>
            </a:extLst>
          </p:cNvPr>
          <p:cNvSpPr>
            <a:spLocks noGrp="1"/>
          </p:cNvSpPr>
          <p:nvPr>
            <p:ph type="pic" sz="quarter" idx="14"/>
          </p:nvPr>
        </p:nvSpPr>
        <p:spPr>
          <a:xfrm rot="16200000">
            <a:off x="5363660" y="1481660"/>
            <a:ext cx="3497634" cy="3213962"/>
          </a:xfrm>
          <a:prstGeom prst="triangle">
            <a:avLst/>
          </a:prstGeom>
          <a:pattFill prst="pct20">
            <a:fgClr>
              <a:schemeClr val="accent1"/>
            </a:fgClr>
            <a:bgClr>
              <a:schemeClr val="bg1"/>
            </a:bgClr>
          </a:pattFill>
        </p:spPr>
        <p:txBody>
          <a:bodyPr vert="vert" wrap="square" anchor="ctr" anchorCtr="0">
            <a:noAutofit/>
          </a:bodyPr>
          <a:lstStyle>
            <a:lvl1pPr marL="0" indent="0">
              <a:buNone/>
              <a:defRPr sz="1050"/>
            </a:lvl1pPr>
          </a:lstStyle>
          <a:p>
            <a:endParaRPr lang="en-US"/>
          </a:p>
        </p:txBody>
      </p:sp>
      <p:sp>
        <p:nvSpPr>
          <p:cNvPr id="16" name="Text Placeholder 18">
            <a:extLst>
              <a:ext uri="{FF2B5EF4-FFF2-40B4-BE49-F238E27FC236}">
                <a16:creationId xmlns:a16="http://schemas.microsoft.com/office/drawing/2014/main" id="{33D2A33E-6935-9540-A29D-7B98503F23A1}"/>
              </a:ext>
            </a:extLst>
          </p:cNvPr>
          <p:cNvSpPr>
            <a:spLocks noGrp="1"/>
          </p:cNvSpPr>
          <p:nvPr>
            <p:ph type="body" sz="quarter" idx="11" hasCustomPrompt="1"/>
          </p:nvPr>
        </p:nvSpPr>
        <p:spPr>
          <a:xfrm>
            <a:off x="785110" y="450439"/>
            <a:ext cx="4427922" cy="434468"/>
          </a:xfrm>
        </p:spPr>
        <p:txBody>
          <a:bodyPr anchor="t">
            <a:noAutofit/>
          </a:bodyPr>
          <a:lstStyle>
            <a:lvl1pPr>
              <a:lnSpc>
                <a:spcPct val="100000"/>
              </a:lnSpc>
              <a:spcBef>
                <a:spcPts val="0"/>
              </a:spcBef>
              <a:defRPr sz="2250"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2658204761"/>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userDrawn="1">
  <p:cSld name="8_Leer">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a:xfrm>
            <a:off x="367576" y="4923341"/>
            <a:ext cx="123833" cy="126958"/>
          </a:xfrm>
        </p:spPr>
        <p:txBody>
          <a:bodyPr/>
          <a:lstStyle>
            <a:lvl1pPr algn="l">
              <a:defRPr sz="825">
                <a:solidFill>
                  <a:schemeClr val="bg1">
                    <a:lumMod val="50000"/>
                  </a:schemeClr>
                </a:solidFill>
              </a:defRPr>
            </a:lvl1pPr>
          </a:lstStyle>
          <a:p>
            <a:fld id="{143B55C4-4F5A-416B-997D-6CE47EB0A945}" type="slidenum">
              <a:rPr lang="en-GB" smtClean="0"/>
              <a:pPr/>
              <a:t>‹#›</a:t>
            </a:fld>
            <a:endParaRPr lang="en-GB"/>
          </a:p>
        </p:txBody>
      </p:sp>
      <p:sp>
        <p:nvSpPr>
          <p:cNvPr id="11" name="TextBox 10">
            <a:extLst>
              <a:ext uri="{FF2B5EF4-FFF2-40B4-BE49-F238E27FC236}">
                <a16:creationId xmlns:a16="http://schemas.microsoft.com/office/drawing/2014/main" id="{0740338E-CC0B-493A-AFD5-9D2A1E712BD3}"/>
              </a:ext>
            </a:extLst>
          </p:cNvPr>
          <p:cNvSpPr txBox="1"/>
          <p:nvPr userDrawn="1"/>
        </p:nvSpPr>
        <p:spPr>
          <a:xfrm>
            <a:off x="593864" y="4963856"/>
            <a:ext cx="3691981" cy="63544"/>
          </a:xfrm>
          <a:prstGeom prst="rect">
            <a:avLst/>
          </a:prstGeom>
          <a:noFill/>
        </p:spPr>
        <p:txBody>
          <a:bodyPr wrap="square" lIns="0" tIns="0" rIns="0" bIns="0" rtlCol="0">
            <a:spAutoFit/>
          </a:bodyPr>
          <a:lstStyle>
            <a:defPPr>
              <a:defRPr lang="de-DE"/>
            </a:defPPr>
            <a:lvl1pPr marR="0" lvl="0" indent="0" fontAlgn="auto">
              <a:lnSpc>
                <a:spcPct val="100000"/>
              </a:lnSpc>
              <a:spcBef>
                <a:spcPts val="0"/>
              </a:spcBef>
              <a:spcAft>
                <a:spcPts val="0"/>
              </a:spcAft>
              <a:buClrTx/>
              <a:buSzTx/>
              <a:buFontTx/>
              <a:buNone/>
              <a:tabLst/>
              <a:defRPr kumimoji="0" sz="550" b="0" i="0" u="none" strike="noStrike" cap="none" spc="0" normalizeH="0" baseline="0">
                <a:ln>
                  <a:noFill/>
                </a:ln>
                <a:solidFill>
                  <a:srgbClr val="003366"/>
                </a:solidFill>
                <a:effectLst/>
                <a:uLnTx/>
                <a:uFillTx/>
                <a:latin typeface="BISansNEXT" panose="02000503040000020004" pitchFamily="2" charset="0"/>
              </a:defRPr>
            </a:lvl1pPr>
          </a:lstStyle>
          <a:p>
            <a:pPr lvl="0"/>
            <a:r>
              <a:rPr lang="en-US" sz="413" noProof="0">
                <a:solidFill>
                  <a:schemeClr val="bg1">
                    <a:lumMod val="50000"/>
                  </a:schemeClr>
                </a:solidFill>
              </a:rPr>
              <a:t>FOR  INTERNAL  USE ONLY. STRICTLY CONFIDENTIAL. DO NOT COPY, DETAIL, OR  DISTRIBUTE  EXTERNALLY.</a:t>
            </a:r>
          </a:p>
        </p:txBody>
      </p:sp>
      <p:sp>
        <p:nvSpPr>
          <p:cNvPr id="16" name="Freeform: Shape 15">
            <a:extLst>
              <a:ext uri="{FF2B5EF4-FFF2-40B4-BE49-F238E27FC236}">
                <a16:creationId xmlns:a16="http://schemas.microsoft.com/office/drawing/2014/main" id="{23D0C743-E845-49DC-9B2E-65069BCA9A98}"/>
              </a:ext>
            </a:extLst>
          </p:cNvPr>
          <p:cNvSpPr/>
          <p:nvPr userDrawn="1"/>
        </p:nvSpPr>
        <p:spPr>
          <a:xfrm>
            <a:off x="8422243" y="4870324"/>
            <a:ext cx="601076" cy="179975"/>
          </a:xfrm>
          <a:custGeom>
            <a:avLst/>
            <a:gdLst>
              <a:gd name="connsiteX0" fmla="*/ 693992 w 801434"/>
              <a:gd name="connsiteY0" fmla="*/ 99885 h 239966"/>
              <a:gd name="connsiteX1" fmla="*/ 676339 w 801434"/>
              <a:gd name="connsiteY1" fmla="*/ 109093 h 239966"/>
              <a:gd name="connsiteX2" fmla="*/ 663766 w 801434"/>
              <a:gd name="connsiteY2" fmla="*/ 100711 h 239966"/>
              <a:gd name="connsiteX3" fmla="*/ 667957 w 801434"/>
              <a:gd name="connsiteY3" fmla="*/ 91504 h 239966"/>
              <a:gd name="connsiteX4" fmla="*/ 689801 w 801434"/>
              <a:gd name="connsiteY4" fmla="*/ 94043 h 239966"/>
              <a:gd name="connsiteX5" fmla="*/ 693992 w 801434"/>
              <a:gd name="connsiteY5" fmla="*/ 99885 h 239966"/>
              <a:gd name="connsiteX6" fmla="*/ 685610 w 801434"/>
              <a:gd name="connsiteY6" fmla="*/ 54546 h 239966"/>
              <a:gd name="connsiteX7" fmla="*/ 677228 w 801434"/>
              <a:gd name="connsiteY7" fmla="*/ 67945 h 239966"/>
              <a:gd name="connsiteX8" fmla="*/ 668846 w 801434"/>
              <a:gd name="connsiteY8" fmla="*/ 53657 h 239966"/>
              <a:gd name="connsiteX9" fmla="*/ 676402 w 801434"/>
              <a:gd name="connsiteY9" fmla="*/ 39370 h 239966"/>
              <a:gd name="connsiteX10" fmla="*/ 685610 w 801434"/>
              <a:gd name="connsiteY10" fmla="*/ 54546 h 239966"/>
              <a:gd name="connsiteX11" fmla="*/ 741871 w 801434"/>
              <a:gd name="connsiteY11" fmla="*/ 57912 h 239966"/>
              <a:gd name="connsiteX12" fmla="*/ 723392 w 801434"/>
              <a:gd name="connsiteY12" fmla="*/ 57912 h 239966"/>
              <a:gd name="connsiteX13" fmla="*/ 733489 w 801434"/>
              <a:gd name="connsiteY13" fmla="*/ 39433 h 239966"/>
              <a:gd name="connsiteX14" fmla="*/ 741871 w 801434"/>
              <a:gd name="connsiteY14" fmla="*/ 57912 h 239966"/>
              <a:gd name="connsiteX15" fmla="*/ 655448 w 801434"/>
              <a:gd name="connsiteY15" fmla="*/ 217360 h 239966"/>
              <a:gd name="connsiteX16" fmla="*/ 655448 w 801434"/>
              <a:gd name="connsiteY16" fmla="*/ 212344 h 239966"/>
              <a:gd name="connsiteX17" fmla="*/ 648716 w 801434"/>
              <a:gd name="connsiteY17" fmla="*/ 210693 h 239966"/>
              <a:gd name="connsiteX18" fmla="*/ 648716 w 801434"/>
              <a:gd name="connsiteY18" fmla="*/ 158686 h 239966"/>
              <a:gd name="connsiteX19" fmla="*/ 645351 w 801434"/>
              <a:gd name="connsiteY19" fmla="*/ 158686 h 239966"/>
              <a:gd name="connsiteX20" fmla="*/ 630238 w 801434"/>
              <a:gd name="connsiteY20" fmla="*/ 162878 h 239966"/>
              <a:gd name="connsiteX21" fmla="*/ 630238 w 801434"/>
              <a:gd name="connsiteY21" fmla="*/ 167068 h 239966"/>
              <a:gd name="connsiteX22" fmla="*/ 636143 w 801434"/>
              <a:gd name="connsiteY22" fmla="*/ 168719 h 239966"/>
              <a:gd name="connsiteX23" fmla="*/ 636143 w 801434"/>
              <a:gd name="connsiteY23" fmla="*/ 212344 h 239966"/>
              <a:gd name="connsiteX24" fmla="*/ 630238 w 801434"/>
              <a:gd name="connsiteY24" fmla="*/ 213995 h 239966"/>
              <a:gd name="connsiteX25" fmla="*/ 630238 w 801434"/>
              <a:gd name="connsiteY25" fmla="*/ 219011 h 239966"/>
              <a:gd name="connsiteX26" fmla="*/ 655384 w 801434"/>
              <a:gd name="connsiteY26" fmla="*/ 219011 h 239966"/>
              <a:gd name="connsiteX27" fmla="*/ 655384 w 801434"/>
              <a:gd name="connsiteY27" fmla="*/ 217360 h 239966"/>
              <a:gd name="connsiteX28" fmla="*/ 649542 w 801434"/>
              <a:gd name="connsiteY28" fmla="*/ 135954 h 239966"/>
              <a:gd name="connsiteX29" fmla="*/ 641986 w 801434"/>
              <a:gd name="connsiteY29" fmla="*/ 128397 h 239966"/>
              <a:gd name="connsiteX30" fmla="*/ 633603 w 801434"/>
              <a:gd name="connsiteY30" fmla="*/ 136779 h 239966"/>
              <a:gd name="connsiteX31" fmla="*/ 641986 w 801434"/>
              <a:gd name="connsiteY31" fmla="*/ 144335 h 239966"/>
              <a:gd name="connsiteX32" fmla="*/ 649542 w 801434"/>
              <a:gd name="connsiteY32" fmla="*/ 135954 h 239966"/>
              <a:gd name="connsiteX33" fmla="*/ 751078 w 801434"/>
              <a:gd name="connsiteY33" fmla="*/ 217360 h 239966"/>
              <a:gd name="connsiteX34" fmla="*/ 751078 w 801434"/>
              <a:gd name="connsiteY34" fmla="*/ 212344 h 239966"/>
              <a:gd name="connsiteX35" fmla="*/ 744348 w 801434"/>
              <a:gd name="connsiteY35" fmla="*/ 210693 h 239966"/>
              <a:gd name="connsiteX36" fmla="*/ 744348 w 801434"/>
              <a:gd name="connsiteY36" fmla="*/ 172910 h 239966"/>
              <a:gd name="connsiteX37" fmla="*/ 729235 w 801434"/>
              <a:gd name="connsiteY37" fmla="*/ 158623 h 239966"/>
              <a:gd name="connsiteX38" fmla="*/ 712470 w 801434"/>
              <a:gd name="connsiteY38" fmla="*/ 166180 h 239966"/>
              <a:gd name="connsiteX39" fmla="*/ 699072 w 801434"/>
              <a:gd name="connsiteY39" fmla="*/ 158623 h 239966"/>
              <a:gd name="connsiteX40" fmla="*/ 683134 w 801434"/>
              <a:gd name="connsiteY40" fmla="*/ 165354 h 239966"/>
              <a:gd name="connsiteX41" fmla="*/ 683134 w 801434"/>
              <a:gd name="connsiteY41" fmla="*/ 156972 h 239966"/>
              <a:gd name="connsiteX42" fmla="*/ 679768 w 801434"/>
              <a:gd name="connsiteY42" fmla="*/ 156972 h 239966"/>
              <a:gd name="connsiteX43" fmla="*/ 664655 w 801434"/>
              <a:gd name="connsiteY43" fmla="*/ 161163 h 239966"/>
              <a:gd name="connsiteX44" fmla="*/ 664655 w 801434"/>
              <a:gd name="connsiteY44" fmla="*/ 165354 h 239966"/>
              <a:gd name="connsiteX45" fmla="*/ 671386 w 801434"/>
              <a:gd name="connsiteY45" fmla="*/ 166180 h 239966"/>
              <a:gd name="connsiteX46" fmla="*/ 671386 w 801434"/>
              <a:gd name="connsiteY46" fmla="*/ 210630 h 239966"/>
              <a:gd name="connsiteX47" fmla="*/ 664655 w 801434"/>
              <a:gd name="connsiteY47" fmla="*/ 212280 h 239966"/>
              <a:gd name="connsiteX48" fmla="*/ 664655 w 801434"/>
              <a:gd name="connsiteY48" fmla="*/ 217297 h 239966"/>
              <a:gd name="connsiteX49" fmla="*/ 688975 w 801434"/>
              <a:gd name="connsiteY49" fmla="*/ 217297 h 239966"/>
              <a:gd name="connsiteX50" fmla="*/ 688975 w 801434"/>
              <a:gd name="connsiteY50" fmla="*/ 212280 h 239966"/>
              <a:gd name="connsiteX51" fmla="*/ 683070 w 801434"/>
              <a:gd name="connsiteY51" fmla="*/ 210630 h 239966"/>
              <a:gd name="connsiteX52" fmla="*/ 683070 w 801434"/>
              <a:gd name="connsiteY52" fmla="*/ 172021 h 239966"/>
              <a:gd name="connsiteX53" fmla="*/ 693992 w 801434"/>
              <a:gd name="connsiteY53" fmla="*/ 166116 h 239966"/>
              <a:gd name="connsiteX54" fmla="*/ 701549 w 801434"/>
              <a:gd name="connsiteY54" fmla="*/ 176213 h 239966"/>
              <a:gd name="connsiteX55" fmla="*/ 701549 w 801434"/>
              <a:gd name="connsiteY55" fmla="*/ 210630 h 239966"/>
              <a:gd name="connsiteX56" fmla="*/ 694817 w 801434"/>
              <a:gd name="connsiteY56" fmla="*/ 212280 h 239966"/>
              <a:gd name="connsiteX57" fmla="*/ 694817 w 801434"/>
              <a:gd name="connsiteY57" fmla="*/ 217297 h 239966"/>
              <a:gd name="connsiteX58" fmla="*/ 719138 w 801434"/>
              <a:gd name="connsiteY58" fmla="*/ 217297 h 239966"/>
              <a:gd name="connsiteX59" fmla="*/ 719138 w 801434"/>
              <a:gd name="connsiteY59" fmla="*/ 212280 h 239966"/>
              <a:gd name="connsiteX60" fmla="*/ 713232 w 801434"/>
              <a:gd name="connsiteY60" fmla="*/ 210630 h 239966"/>
              <a:gd name="connsiteX61" fmla="*/ 713232 w 801434"/>
              <a:gd name="connsiteY61" fmla="*/ 172021 h 239966"/>
              <a:gd name="connsiteX62" fmla="*/ 724980 w 801434"/>
              <a:gd name="connsiteY62" fmla="*/ 166116 h 239966"/>
              <a:gd name="connsiteX63" fmla="*/ 731711 w 801434"/>
              <a:gd name="connsiteY63" fmla="*/ 176213 h 239966"/>
              <a:gd name="connsiteX64" fmla="*/ 731711 w 801434"/>
              <a:gd name="connsiteY64" fmla="*/ 210630 h 239966"/>
              <a:gd name="connsiteX65" fmla="*/ 725805 w 801434"/>
              <a:gd name="connsiteY65" fmla="*/ 212280 h 239966"/>
              <a:gd name="connsiteX66" fmla="*/ 725805 w 801434"/>
              <a:gd name="connsiteY66" fmla="*/ 217297 h 239966"/>
              <a:gd name="connsiteX67" fmla="*/ 751078 w 801434"/>
              <a:gd name="connsiteY67" fmla="*/ 217360 h 239966"/>
              <a:gd name="connsiteX68" fmla="*/ 751078 w 801434"/>
              <a:gd name="connsiteY68" fmla="*/ 217360 h 239966"/>
              <a:gd name="connsiteX69" fmla="*/ 646176 w 801434"/>
              <a:gd name="connsiteY69" fmla="*/ 93980 h 239966"/>
              <a:gd name="connsiteX70" fmla="*/ 646176 w 801434"/>
              <a:gd name="connsiteY70" fmla="*/ 88964 h 239966"/>
              <a:gd name="connsiteX71" fmla="*/ 640271 w 801434"/>
              <a:gd name="connsiteY71" fmla="*/ 87313 h 239966"/>
              <a:gd name="connsiteX72" fmla="*/ 640271 w 801434"/>
              <a:gd name="connsiteY72" fmla="*/ 49530 h 239966"/>
              <a:gd name="connsiteX73" fmla="*/ 625158 w 801434"/>
              <a:gd name="connsiteY73" fmla="*/ 34417 h 239966"/>
              <a:gd name="connsiteX74" fmla="*/ 610045 w 801434"/>
              <a:gd name="connsiteY74" fmla="*/ 41148 h 239966"/>
              <a:gd name="connsiteX75" fmla="*/ 610045 w 801434"/>
              <a:gd name="connsiteY75" fmla="*/ 33592 h 239966"/>
              <a:gd name="connsiteX76" fmla="*/ 606743 w 801434"/>
              <a:gd name="connsiteY76" fmla="*/ 33592 h 239966"/>
              <a:gd name="connsiteX77" fmla="*/ 591630 w 801434"/>
              <a:gd name="connsiteY77" fmla="*/ 37782 h 239966"/>
              <a:gd name="connsiteX78" fmla="*/ 591630 w 801434"/>
              <a:gd name="connsiteY78" fmla="*/ 42799 h 239966"/>
              <a:gd name="connsiteX79" fmla="*/ 598361 w 801434"/>
              <a:gd name="connsiteY79" fmla="*/ 43624 h 239966"/>
              <a:gd name="connsiteX80" fmla="*/ 598361 w 801434"/>
              <a:gd name="connsiteY80" fmla="*/ 87249 h 239966"/>
              <a:gd name="connsiteX81" fmla="*/ 591630 w 801434"/>
              <a:gd name="connsiteY81" fmla="*/ 88900 h 239966"/>
              <a:gd name="connsiteX82" fmla="*/ 591630 w 801434"/>
              <a:gd name="connsiteY82" fmla="*/ 93917 h 239966"/>
              <a:gd name="connsiteX83" fmla="*/ 616776 w 801434"/>
              <a:gd name="connsiteY83" fmla="*/ 93917 h 239966"/>
              <a:gd name="connsiteX84" fmla="*/ 616776 w 801434"/>
              <a:gd name="connsiteY84" fmla="*/ 88900 h 239966"/>
              <a:gd name="connsiteX85" fmla="*/ 610870 w 801434"/>
              <a:gd name="connsiteY85" fmla="*/ 87249 h 239966"/>
              <a:gd name="connsiteX86" fmla="*/ 610870 w 801434"/>
              <a:gd name="connsiteY86" fmla="*/ 47816 h 239966"/>
              <a:gd name="connsiteX87" fmla="*/ 621792 w 801434"/>
              <a:gd name="connsiteY87" fmla="*/ 41910 h 239966"/>
              <a:gd name="connsiteX88" fmla="*/ 628524 w 801434"/>
              <a:gd name="connsiteY88" fmla="*/ 52006 h 239966"/>
              <a:gd name="connsiteX89" fmla="*/ 628524 w 801434"/>
              <a:gd name="connsiteY89" fmla="*/ 87249 h 239966"/>
              <a:gd name="connsiteX90" fmla="*/ 622618 w 801434"/>
              <a:gd name="connsiteY90" fmla="*/ 88900 h 239966"/>
              <a:gd name="connsiteX91" fmla="*/ 622618 w 801434"/>
              <a:gd name="connsiteY91" fmla="*/ 93917 h 239966"/>
              <a:gd name="connsiteX92" fmla="*/ 646176 w 801434"/>
              <a:gd name="connsiteY92" fmla="*/ 93980 h 239966"/>
              <a:gd name="connsiteX93" fmla="*/ 646176 w 801434"/>
              <a:gd name="connsiteY93" fmla="*/ 93980 h 239966"/>
              <a:gd name="connsiteX94" fmla="*/ 703263 w 801434"/>
              <a:gd name="connsiteY94" fmla="*/ 42799 h 239966"/>
              <a:gd name="connsiteX95" fmla="*/ 703263 w 801434"/>
              <a:gd name="connsiteY95" fmla="*/ 35242 h 239966"/>
              <a:gd name="connsiteX96" fmla="*/ 689864 w 801434"/>
              <a:gd name="connsiteY96" fmla="*/ 36068 h 239966"/>
              <a:gd name="connsiteX97" fmla="*/ 677291 w 801434"/>
              <a:gd name="connsiteY97" fmla="*/ 34417 h 239966"/>
              <a:gd name="connsiteX98" fmla="*/ 656337 w 801434"/>
              <a:gd name="connsiteY98" fmla="*/ 54546 h 239966"/>
              <a:gd name="connsiteX99" fmla="*/ 666433 w 801434"/>
              <a:gd name="connsiteY99" fmla="*/ 71310 h 239966"/>
              <a:gd name="connsiteX100" fmla="*/ 655511 w 801434"/>
              <a:gd name="connsiteY100" fmla="*/ 83883 h 239966"/>
              <a:gd name="connsiteX101" fmla="*/ 662242 w 801434"/>
              <a:gd name="connsiteY101" fmla="*/ 91440 h 239966"/>
              <a:gd name="connsiteX102" fmla="*/ 653035 w 801434"/>
              <a:gd name="connsiteY102" fmla="*/ 104013 h 239966"/>
              <a:gd name="connsiteX103" fmla="*/ 673989 w 801434"/>
              <a:gd name="connsiteY103" fmla="*/ 116586 h 239966"/>
              <a:gd name="connsiteX104" fmla="*/ 702501 w 801434"/>
              <a:gd name="connsiteY104" fmla="*/ 96456 h 239966"/>
              <a:gd name="connsiteX105" fmla="*/ 685736 w 801434"/>
              <a:gd name="connsiteY105" fmla="*/ 82169 h 239966"/>
              <a:gd name="connsiteX106" fmla="*/ 670624 w 801434"/>
              <a:gd name="connsiteY106" fmla="*/ 81343 h 239966"/>
              <a:gd name="connsiteX107" fmla="*/ 666433 w 801434"/>
              <a:gd name="connsiteY107" fmla="*/ 78804 h 239966"/>
              <a:gd name="connsiteX108" fmla="*/ 670624 w 801434"/>
              <a:gd name="connsiteY108" fmla="*/ 73787 h 239966"/>
              <a:gd name="connsiteX109" fmla="*/ 677355 w 801434"/>
              <a:gd name="connsiteY109" fmla="*/ 74613 h 239966"/>
              <a:gd name="connsiteX110" fmla="*/ 697485 w 801434"/>
              <a:gd name="connsiteY110" fmla="*/ 55308 h 239966"/>
              <a:gd name="connsiteX111" fmla="*/ 693293 w 801434"/>
              <a:gd name="connsiteY111" fmla="*/ 43561 h 239966"/>
              <a:gd name="connsiteX112" fmla="*/ 703263 w 801434"/>
              <a:gd name="connsiteY112" fmla="*/ 42799 h 239966"/>
              <a:gd name="connsiteX113" fmla="*/ 753618 w 801434"/>
              <a:gd name="connsiteY113" fmla="*/ 63754 h 239966"/>
              <a:gd name="connsiteX114" fmla="*/ 732663 w 801434"/>
              <a:gd name="connsiteY114" fmla="*/ 34354 h 239966"/>
              <a:gd name="connsiteX115" fmla="*/ 710819 w 801434"/>
              <a:gd name="connsiteY115" fmla="*/ 66230 h 239966"/>
              <a:gd name="connsiteX116" fmla="*/ 732663 w 801434"/>
              <a:gd name="connsiteY116" fmla="*/ 95631 h 239966"/>
              <a:gd name="connsiteX117" fmla="*/ 753618 w 801434"/>
              <a:gd name="connsiteY117" fmla="*/ 81343 h 239966"/>
              <a:gd name="connsiteX118" fmla="*/ 748602 w 801434"/>
              <a:gd name="connsiteY118" fmla="*/ 78804 h 239966"/>
              <a:gd name="connsiteX119" fmla="*/ 737680 w 801434"/>
              <a:gd name="connsiteY119" fmla="*/ 86360 h 239966"/>
              <a:gd name="connsiteX120" fmla="*/ 723392 w 801434"/>
              <a:gd name="connsiteY120" fmla="*/ 62865 h 239966"/>
              <a:gd name="connsiteX121" fmla="*/ 753618 w 801434"/>
              <a:gd name="connsiteY121" fmla="*/ 62865 h 239966"/>
              <a:gd name="connsiteX122" fmla="*/ 753618 w 801434"/>
              <a:gd name="connsiteY122" fmla="*/ 63754 h 239966"/>
              <a:gd name="connsiteX123" fmla="*/ 753618 w 801434"/>
              <a:gd name="connsiteY123" fmla="*/ 63754 h 239966"/>
              <a:gd name="connsiteX124" fmla="*/ 801434 w 801434"/>
              <a:gd name="connsiteY124" fmla="*/ 41973 h 239966"/>
              <a:gd name="connsiteX125" fmla="*/ 794703 w 801434"/>
              <a:gd name="connsiteY125" fmla="*/ 35242 h 239966"/>
              <a:gd name="connsiteX126" fmla="*/ 782955 w 801434"/>
              <a:gd name="connsiteY126" fmla="*/ 45339 h 239966"/>
              <a:gd name="connsiteX127" fmla="*/ 782955 w 801434"/>
              <a:gd name="connsiteY127" fmla="*/ 34417 h 239966"/>
              <a:gd name="connsiteX128" fmla="*/ 779590 w 801434"/>
              <a:gd name="connsiteY128" fmla="*/ 34417 h 239966"/>
              <a:gd name="connsiteX129" fmla="*/ 764477 w 801434"/>
              <a:gd name="connsiteY129" fmla="*/ 38608 h 239966"/>
              <a:gd name="connsiteX130" fmla="*/ 764477 w 801434"/>
              <a:gd name="connsiteY130" fmla="*/ 42799 h 239966"/>
              <a:gd name="connsiteX131" fmla="*/ 771208 w 801434"/>
              <a:gd name="connsiteY131" fmla="*/ 43624 h 239966"/>
              <a:gd name="connsiteX132" fmla="*/ 771208 w 801434"/>
              <a:gd name="connsiteY132" fmla="*/ 88074 h 239966"/>
              <a:gd name="connsiteX133" fmla="*/ 764477 w 801434"/>
              <a:gd name="connsiteY133" fmla="*/ 89726 h 239966"/>
              <a:gd name="connsiteX134" fmla="*/ 764477 w 801434"/>
              <a:gd name="connsiteY134" fmla="*/ 94742 h 239966"/>
              <a:gd name="connsiteX135" fmla="*/ 791337 w 801434"/>
              <a:gd name="connsiteY135" fmla="*/ 94742 h 239966"/>
              <a:gd name="connsiteX136" fmla="*/ 791337 w 801434"/>
              <a:gd name="connsiteY136" fmla="*/ 89726 h 239966"/>
              <a:gd name="connsiteX137" fmla="*/ 782955 w 801434"/>
              <a:gd name="connsiteY137" fmla="*/ 88074 h 239966"/>
              <a:gd name="connsiteX138" fmla="*/ 782955 w 801434"/>
              <a:gd name="connsiteY138" fmla="*/ 56197 h 239966"/>
              <a:gd name="connsiteX139" fmla="*/ 790511 w 801434"/>
              <a:gd name="connsiteY139" fmla="*/ 46101 h 239966"/>
              <a:gd name="connsiteX140" fmla="*/ 797243 w 801434"/>
              <a:gd name="connsiteY140" fmla="*/ 49467 h 239966"/>
              <a:gd name="connsiteX141" fmla="*/ 801434 w 801434"/>
              <a:gd name="connsiteY141" fmla="*/ 41973 h 239966"/>
              <a:gd name="connsiteX142" fmla="*/ 458216 w 801434"/>
              <a:gd name="connsiteY142" fmla="*/ 181292 h 239966"/>
              <a:gd name="connsiteX143" fmla="*/ 439738 w 801434"/>
              <a:gd name="connsiteY143" fmla="*/ 181292 h 239966"/>
              <a:gd name="connsiteX144" fmla="*/ 449835 w 801434"/>
              <a:gd name="connsiteY144" fmla="*/ 163640 h 239966"/>
              <a:gd name="connsiteX145" fmla="*/ 458216 w 801434"/>
              <a:gd name="connsiteY145" fmla="*/ 181292 h 239966"/>
              <a:gd name="connsiteX146" fmla="*/ 470789 w 801434"/>
              <a:gd name="connsiteY146" fmla="*/ 187134 h 239966"/>
              <a:gd name="connsiteX147" fmla="*/ 449835 w 801434"/>
              <a:gd name="connsiteY147" fmla="*/ 157734 h 239966"/>
              <a:gd name="connsiteX148" fmla="*/ 427990 w 801434"/>
              <a:gd name="connsiteY148" fmla="*/ 189611 h 239966"/>
              <a:gd name="connsiteX149" fmla="*/ 449835 w 801434"/>
              <a:gd name="connsiteY149" fmla="*/ 219011 h 239966"/>
              <a:gd name="connsiteX150" fmla="*/ 470789 w 801434"/>
              <a:gd name="connsiteY150" fmla="*/ 204724 h 239966"/>
              <a:gd name="connsiteX151" fmla="*/ 465773 w 801434"/>
              <a:gd name="connsiteY151" fmla="*/ 202184 h 239966"/>
              <a:gd name="connsiteX152" fmla="*/ 454851 w 801434"/>
              <a:gd name="connsiteY152" fmla="*/ 209741 h 239966"/>
              <a:gd name="connsiteX153" fmla="*/ 440563 w 801434"/>
              <a:gd name="connsiteY153" fmla="*/ 186245 h 239966"/>
              <a:gd name="connsiteX154" fmla="*/ 470789 w 801434"/>
              <a:gd name="connsiteY154" fmla="*/ 186245 h 239966"/>
              <a:gd name="connsiteX155" fmla="*/ 470789 w 801434"/>
              <a:gd name="connsiteY155" fmla="*/ 187134 h 239966"/>
              <a:gd name="connsiteX156" fmla="*/ 470789 w 801434"/>
              <a:gd name="connsiteY156" fmla="*/ 187134 h 239966"/>
              <a:gd name="connsiteX157" fmla="*/ 607568 w 801434"/>
              <a:gd name="connsiteY157" fmla="*/ 181292 h 239966"/>
              <a:gd name="connsiteX158" fmla="*/ 589090 w 801434"/>
              <a:gd name="connsiteY158" fmla="*/ 181292 h 239966"/>
              <a:gd name="connsiteX159" fmla="*/ 599187 w 801434"/>
              <a:gd name="connsiteY159" fmla="*/ 163640 h 239966"/>
              <a:gd name="connsiteX160" fmla="*/ 607568 w 801434"/>
              <a:gd name="connsiteY160" fmla="*/ 181292 h 239966"/>
              <a:gd name="connsiteX161" fmla="*/ 619316 w 801434"/>
              <a:gd name="connsiteY161" fmla="*/ 187134 h 239966"/>
              <a:gd name="connsiteX162" fmla="*/ 598361 w 801434"/>
              <a:gd name="connsiteY162" fmla="*/ 157734 h 239966"/>
              <a:gd name="connsiteX163" fmla="*/ 576517 w 801434"/>
              <a:gd name="connsiteY163" fmla="*/ 189611 h 239966"/>
              <a:gd name="connsiteX164" fmla="*/ 598361 w 801434"/>
              <a:gd name="connsiteY164" fmla="*/ 219011 h 239966"/>
              <a:gd name="connsiteX165" fmla="*/ 619316 w 801434"/>
              <a:gd name="connsiteY165" fmla="*/ 204724 h 239966"/>
              <a:gd name="connsiteX166" fmla="*/ 614299 w 801434"/>
              <a:gd name="connsiteY166" fmla="*/ 202184 h 239966"/>
              <a:gd name="connsiteX167" fmla="*/ 603377 w 801434"/>
              <a:gd name="connsiteY167" fmla="*/ 209741 h 239966"/>
              <a:gd name="connsiteX168" fmla="*/ 589090 w 801434"/>
              <a:gd name="connsiteY168" fmla="*/ 186245 h 239966"/>
              <a:gd name="connsiteX169" fmla="*/ 619316 w 801434"/>
              <a:gd name="connsiteY169" fmla="*/ 186245 h 239966"/>
              <a:gd name="connsiteX170" fmla="*/ 619316 w 801434"/>
              <a:gd name="connsiteY170" fmla="*/ 187134 h 239966"/>
              <a:gd name="connsiteX171" fmla="*/ 619316 w 801434"/>
              <a:gd name="connsiteY171" fmla="*/ 187134 h 239966"/>
              <a:gd name="connsiteX172" fmla="*/ 503492 w 801434"/>
              <a:gd name="connsiteY172" fmla="*/ 217360 h 239966"/>
              <a:gd name="connsiteX173" fmla="*/ 503492 w 801434"/>
              <a:gd name="connsiteY173" fmla="*/ 212344 h 239966"/>
              <a:gd name="connsiteX174" fmla="*/ 497587 w 801434"/>
              <a:gd name="connsiteY174" fmla="*/ 210693 h 239966"/>
              <a:gd name="connsiteX175" fmla="*/ 497587 w 801434"/>
              <a:gd name="connsiteY175" fmla="*/ 128460 h 239966"/>
              <a:gd name="connsiteX176" fmla="*/ 494221 w 801434"/>
              <a:gd name="connsiteY176" fmla="*/ 128460 h 239966"/>
              <a:gd name="connsiteX177" fmla="*/ 479108 w 801434"/>
              <a:gd name="connsiteY177" fmla="*/ 131826 h 239966"/>
              <a:gd name="connsiteX178" fmla="*/ 479108 w 801434"/>
              <a:gd name="connsiteY178" fmla="*/ 136017 h 239966"/>
              <a:gd name="connsiteX179" fmla="*/ 485839 w 801434"/>
              <a:gd name="connsiteY179" fmla="*/ 136842 h 239966"/>
              <a:gd name="connsiteX180" fmla="*/ 485839 w 801434"/>
              <a:gd name="connsiteY180" fmla="*/ 210693 h 239966"/>
              <a:gd name="connsiteX181" fmla="*/ 479108 w 801434"/>
              <a:gd name="connsiteY181" fmla="*/ 212344 h 239966"/>
              <a:gd name="connsiteX182" fmla="*/ 479108 w 801434"/>
              <a:gd name="connsiteY182" fmla="*/ 217360 h 239966"/>
              <a:gd name="connsiteX183" fmla="*/ 503492 w 801434"/>
              <a:gd name="connsiteY183" fmla="*/ 217360 h 239966"/>
              <a:gd name="connsiteX184" fmla="*/ 568135 w 801434"/>
              <a:gd name="connsiteY184" fmla="*/ 217360 h 239966"/>
              <a:gd name="connsiteX185" fmla="*/ 568135 w 801434"/>
              <a:gd name="connsiteY185" fmla="*/ 212344 h 239966"/>
              <a:gd name="connsiteX186" fmla="*/ 562229 w 801434"/>
              <a:gd name="connsiteY186" fmla="*/ 210693 h 239966"/>
              <a:gd name="connsiteX187" fmla="*/ 562229 w 801434"/>
              <a:gd name="connsiteY187" fmla="*/ 172910 h 239966"/>
              <a:gd name="connsiteX188" fmla="*/ 547942 w 801434"/>
              <a:gd name="connsiteY188" fmla="*/ 158623 h 239966"/>
              <a:gd name="connsiteX189" fmla="*/ 532003 w 801434"/>
              <a:gd name="connsiteY189" fmla="*/ 165354 h 239966"/>
              <a:gd name="connsiteX190" fmla="*/ 532003 w 801434"/>
              <a:gd name="connsiteY190" fmla="*/ 128397 h 239966"/>
              <a:gd name="connsiteX191" fmla="*/ 528638 w 801434"/>
              <a:gd name="connsiteY191" fmla="*/ 128397 h 239966"/>
              <a:gd name="connsiteX192" fmla="*/ 513524 w 801434"/>
              <a:gd name="connsiteY192" fmla="*/ 131763 h 239966"/>
              <a:gd name="connsiteX193" fmla="*/ 513524 w 801434"/>
              <a:gd name="connsiteY193" fmla="*/ 135954 h 239966"/>
              <a:gd name="connsiteX194" fmla="*/ 520256 w 801434"/>
              <a:gd name="connsiteY194" fmla="*/ 136779 h 239966"/>
              <a:gd name="connsiteX195" fmla="*/ 520256 w 801434"/>
              <a:gd name="connsiteY195" fmla="*/ 210630 h 239966"/>
              <a:gd name="connsiteX196" fmla="*/ 513524 w 801434"/>
              <a:gd name="connsiteY196" fmla="*/ 212280 h 239966"/>
              <a:gd name="connsiteX197" fmla="*/ 513524 w 801434"/>
              <a:gd name="connsiteY197" fmla="*/ 217297 h 239966"/>
              <a:gd name="connsiteX198" fmla="*/ 537845 w 801434"/>
              <a:gd name="connsiteY198" fmla="*/ 217297 h 239966"/>
              <a:gd name="connsiteX199" fmla="*/ 537845 w 801434"/>
              <a:gd name="connsiteY199" fmla="*/ 212280 h 239966"/>
              <a:gd name="connsiteX200" fmla="*/ 531940 w 801434"/>
              <a:gd name="connsiteY200" fmla="*/ 210630 h 239966"/>
              <a:gd name="connsiteX201" fmla="*/ 531940 w 801434"/>
              <a:gd name="connsiteY201" fmla="*/ 172021 h 239966"/>
              <a:gd name="connsiteX202" fmla="*/ 542861 w 801434"/>
              <a:gd name="connsiteY202" fmla="*/ 166116 h 239966"/>
              <a:gd name="connsiteX203" fmla="*/ 549593 w 801434"/>
              <a:gd name="connsiteY203" fmla="*/ 177864 h 239966"/>
              <a:gd name="connsiteX204" fmla="*/ 549593 w 801434"/>
              <a:gd name="connsiteY204" fmla="*/ 210566 h 239966"/>
              <a:gd name="connsiteX205" fmla="*/ 543687 w 801434"/>
              <a:gd name="connsiteY205" fmla="*/ 211392 h 239966"/>
              <a:gd name="connsiteX206" fmla="*/ 543687 w 801434"/>
              <a:gd name="connsiteY206" fmla="*/ 216408 h 239966"/>
              <a:gd name="connsiteX207" fmla="*/ 568135 w 801434"/>
              <a:gd name="connsiteY207" fmla="*/ 217360 h 239966"/>
              <a:gd name="connsiteX208" fmla="*/ 568135 w 801434"/>
              <a:gd name="connsiteY208" fmla="*/ 217360 h 239966"/>
              <a:gd name="connsiteX209" fmla="*/ 503492 w 801434"/>
              <a:gd name="connsiteY209" fmla="*/ 93980 h 239966"/>
              <a:gd name="connsiteX210" fmla="*/ 503492 w 801434"/>
              <a:gd name="connsiteY210" fmla="*/ 88964 h 239966"/>
              <a:gd name="connsiteX211" fmla="*/ 497587 w 801434"/>
              <a:gd name="connsiteY211" fmla="*/ 87313 h 239966"/>
              <a:gd name="connsiteX212" fmla="*/ 497587 w 801434"/>
              <a:gd name="connsiteY212" fmla="*/ 49530 h 239966"/>
              <a:gd name="connsiteX213" fmla="*/ 483299 w 801434"/>
              <a:gd name="connsiteY213" fmla="*/ 34417 h 239966"/>
              <a:gd name="connsiteX214" fmla="*/ 467361 w 801434"/>
              <a:gd name="connsiteY214" fmla="*/ 41148 h 239966"/>
              <a:gd name="connsiteX215" fmla="*/ 467361 w 801434"/>
              <a:gd name="connsiteY215" fmla="*/ 5080 h 239966"/>
              <a:gd name="connsiteX216" fmla="*/ 463995 w 801434"/>
              <a:gd name="connsiteY216" fmla="*/ 5080 h 239966"/>
              <a:gd name="connsiteX217" fmla="*/ 448882 w 801434"/>
              <a:gd name="connsiteY217" fmla="*/ 8445 h 239966"/>
              <a:gd name="connsiteX218" fmla="*/ 448882 w 801434"/>
              <a:gd name="connsiteY218" fmla="*/ 12636 h 239966"/>
              <a:gd name="connsiteX219" fmla="*/ 455613 w 801434"/>
              <a:gd name="connsiteY219" fmla="*/ 14288 h 239966"/>
              <a:gd name="connsiteX220" fmla="*/ 455613 w 801434"/>
              <a:gd name="connsiteY220" fmla="*/ 88138 h 239966"/>
              <a:gd name="connsiteX221" fmla="*/ 448882 w 801434"/>
              <a:gd name="connsiteY221" fmla="*/ 89789 h 239966"/>
              <a:gd name="connsiteX222" fmla="*/ 448882 w 801434"/>
              <a:gd name="connsiteY222" fmla="*/ 94805 h 239966"/>
              <a:gd name="connsiteX223" fmla="*/ 473202 w 801434"/>
              <a:gd name="connsiteY223" fmla="*/ 94805 h 239966"/>
              <a:gd name="connsiteX224" fmla="*/ 473202 w 801434"/>
              <a:gd name="connsiteY224" fmla="*/ 89789 h 239966"/>
              <a:gd name="connsiteX225" fmla="*/ 467297 w 801434"/>
              <a:gd name="connsiteY225" fmla="*/ 88138 h 239966"/>
              <a:gd name="connsiteX226" fmla="*/ 467297 w 801434"/>
              <a:gd name="connsiteY226" fmla="*/ 49530 h 239966"/>
              <a:gd name="connsiteX227" fmla="*/ 478219 w 801434"/>
              <a:gd name="connsiteY227" fmla="*/ 44514 h 239966"/>
              <a:gd name="connsiteX228" fmla="*/ 484949 w 801434"/>
              <a:gd name="connsiteY228" fmla="*/ 56261 h 239966"/>
              <a:gd name="connsiteX229" fmla="*/ 484949 w 801434"/>
              <a:gd name="connsiteY229" fmla="*/ 88964 h 239966"/>
              <a:gd name="connsiteX230" fmla="*/ 479044 w 801434"/>
              <a:gd name="connsiteY230" fmla="*/ 90615 h 239966"/>
              <a:gd name="connsiteX231" fmla="*/ 479044 w 801434"/>
              <a:gd name="connsiteY231" fmla="*/ 95631 h 239966"/>
              <a:gd name="connsiteX232" fmla="*/ 503365 w 801434"/>
              <a:gd name="connsiteY232" fmla="*/ 95631 h 239966"/>
              <a:gd name="connsiteX233" fmla="*/ 503492 w 801434"/>
              <a:gd name="connsiteY233" fmla="*/ 93980 h 239966"/>
              <a:gd name="connsiteX234" fmla="*/ 503492 w 801434"/>
              <a:gd name="connsiteY234" fmla="*/ 93980 h 239966"/>
              <a:gd name="connsiteX235" fmla="*/ 549656 w 801434"/>
              <a:gd name="connsiteY235" fmla="*/ 41973 h 239966"/>
              <a:gd name="connsiteX236" fmla="*/ 542925 w 801434"/>
              <a:gd name="connsiteY236" fmla="*/ 35242 h 239966"/>
              <a:gd name="connsiteX237" fmla="*/ 531178 w 801434"/>
              <a:gd name="connsiteY237" fmla="*/ 45339 h 239966"/>
              <a:gd name="connsiteX238" fmla="*/ 531178 w 801434"/>
              <a:gd name="connsiteY238" fmla="*/ 34417 h 239966"/>
              <a:gd name="connsiteX239" fmla="*/ 527812 w 801434"/>
              <a:gd name="connsiteY239" fmla="*/ 34417 h 239966"/>
              <a:gd name="connsiteX240" fmla="*/ 513524 w 801434"/>
              <a:gd name="connsiteY240" fmla="*/ 38608 h 239966"/>
              <a:gd name="connsiteX241" fmla="*/ 513524 w 801434"/>
              <a:gd name="connsiteY241" fmla="*/ 42799 h 239966"/>
              <a:gd name="connsiteX242" fmla="*/ 520256 w 801434"/>
              <a:gd name="connsiteY242" fmla="*/ 43624 h 239966"/>
              <a:gd name="connsiteX243" fmla="*/ 520256 w 801434"/>
              <a:gd name="connsiteY243" fmla="*/ 88074 h 239966"/>
              <a:gd name="connsiteX244" fmla="*/ 513524 w 801434"/>
              <a:gd name="connsiteY244" fmla="*/ 89726 h 239966"/>
              <a:gd name="connsiteX245" fmla="*/ 513524 w 801434"/>
              <a:gd name="connsiteY245" fmla="*/ 94742 h 239966"/>
              <a:gd name="connsiteX246" fmla="*/ 540386 w 801434"/>
              <a:gd name="connsiteY246" fmla="*/ 94742 h 239966"/>
              <a:gd name="connsiteX247" fmla="*/ 540386 w 801434"/>
              <a:gd name="connsiteY247" fmla="*/ 89726 h 239966"/>
              <a:gd name="connsiteX248" fmla="*/ 532003 w 801434"/>
              <a:gd name="connsiteY248" fmla="*/ 88074 h 239966"/>
              <a:gd name="connsiteX249" fmla="*/ 532003 w 801434"/>
              <a:gd name="connsiteY249" fmla="*/ 56197 h 239966"/>
              <a:gd name="connsiteX250" fmla="*/ 539560 w 801434"/>
              <a:gd name="connsiteY250" fmla="*/ 46101 h 239966"/>
              <a:gd name="connsiteX251" fmla="*/ 545465 w 801434"/>
              <a:gd name="connsiteY251" fmla="*/ 49467 h 239966"/>
              <a:gd name="connsiteX252" fmla="*/ 549656 w 801434"/>
              <a:gd name="connsiteY252" fmla="*/ 41973 h 239966"/>
              <a:gd name="connsiteX253" fmla="*/ 581534 w 801434"/>
              <a:gd name="connsiteY253" fmla="*/ 93980 h 239966"/>
              <a:gd name="connsiteX254" fmla="*/ 581534 w 801434"/>
              <a:gd name="connsiteY254" fmla="*/ 88964 h 239966"/>
              <a:gd name="connsiteX255" fmla="*/ 574802 w 801434"/>
              <a:gd name="connsiteY255" fmla="*/ 87313 h 239966"/>
              <a:gd name="connsiteX256" fmla="*/ 574802 w 801434"/>
              <a:gd name="connsiteY256" fmla="*/ 34417 h 239966"/>
              <a:gd name="connsiteX257" fmla="*/ 572262 w 801434"/>
              <a:gd name="connsiteY257" fmla="*/ 34417 h 239966"/>
              <a:gd name="connsiteX258" fmla="*/ 557149 w 801434"/>
              <a:gd name="connsiteY258" fmla="*/ 38608 h 239966"/>
              <a:gd name="connsiteX259" fmla="*/ 557149 w 801434"/>
              <a:gd name="connsiteY259" fmla="*/ 42799 h 239966"/>
              <a:gd name="connsiteX260" fmla="*/ 563880 w 801434"/>
              <a:gd name="connsiteY260" fmla="*/ 44450 h 239966"/>
              <a:gd name="connsiteX261" fmla="*/ 563880 w 801434"/>
              <a:gd name="connsiteY261" fmla="*/ 88074 h 239966"/>
              <a:gd name="connsiteX262" fmla="*/ 557149 w 801434"/>
              <a:gd name="connsiteY262" fmla="*/ 89726 h 239966"/>
              <a:gd name="connsiteX263" fmla="*/ 557149 w 801434"/>
              <a:gd name="connsiteY263" fmla="*/ 94742 h 239966"/>
              <a:gd name="connsiteX264" fmla="*/ 581534 w 801434"/>
              <a:gd name="connsiteY264" fmla="*/ 93980 h 239966"/>
              <a:gd name="connsiteX265" fmla="*/ 581534 w 801434"/>
              <a:gd name="connsiteY265" fmla="*/ 93980 h 239966"/>
              <a:gd name="connsiteX266" fmla="*/ 576517 w 801434"/>
              <a:gd name="connsiteY266" fmla="*/ 13398 h 239966"/>
              <a:gd name="connsiteX267" fmla="*/ 568961 w 801434"/>
              <a:gd name="connsiteY267" fmla="*/ 5842 h 239966"/>
              <a:gd name="connsiteX268" fmla="*/ 561404 w 801434"/>
              <a:gd name="connsiteY268" fmla="*/ 13398 h 239966"/>
              <a:gd name="connsiteX269" fmla="*/ 569786 w 801434"/>
              <a:gd name="connsiteY269" fmla="*/ 20955 h 239966"/>
              <a:gd name="connsiteX270" fmla="*/ 576517 w 801434"/>
              <a:gd name="connsiteY270" fmla="*/ 13398 h 239966"/>
              <a:gd name="connsiteX271" fmla="*/ 411163 w 801434"/>
              <a:gd name="connsiteY271" fmla="*/ 223266 h 239966"/>
              <a:gd name="connsiteX272" fmla="*/ 393510 w 801434"/>
              <a:gd name="connsiteY272" fmla="*/ 232473 h 239966"/>
              <a:gd name="connsiteX273" fmla="*/ 380936 w 801434"/>
              <a:gd name="connsiteY273" fmla="*/ 224092 h 239966"/>
              <a:gd name="connsiteX274" fmla="*/ 385128 w 801434"/>
              <a:gd name="connsiteY274" fmla="*/ 214884 h 239966"/>
              <a:gd name="connsiteX275" fmla="*/ 406083 w 801434"/>
              <a:gd name="connsiteY275" fmla="*/ 217424 h 239966"/>
              <a:gd name="connsiteX276" fmla="*/ 411163 w 801434"/>
              <a:gd name="connsiteY276" fmla="*/ 223266 h 239966"/>
              <a:gd name="connsiteX277" fmla="*/ 401955 w 801434"/>
              <a:gd name="connsiteY277" fmla="*/ 177927 h 239966"/>
              <a:gd name="connsiteX278" fmla="*/ 393574 w 801434"/>
              <a:gd name="connsiteY278" fmla="*/ 191326 h 239966"/>
              <a:gd name="connsiteX279" fmla="*/ 385191 w 801434"/>
              <a:gd name="connsiteY279" fmla="*/ 177038 h 239966"/>
              <a:gd name="connsiteX280" fmla="*/ 392748 w 801434"/>
              <a:gd name="connsiteY280" fmla="*/ 162751 h 239966"/>
              <a:gd name="connsiteX281" fmla="*/ 401955 w 801434"/>
              <a:gd name="connsiteY281" fmla="*/ 177927 h 239966"/>
              <a:gd name="connsiteX282" fmla="*/ 317183 w 801434"/>
              <a:gd name="connsiteY282" fmla="*/ 71310 h 239966"/>
              <a:gd name="connsiteX283" fmla="*/ 309626 w 801434"/>
              <a:gd name="connsiteY283" fmla="*/ 86423 h 239966"/>
              <a:gd name="connsiteX284" fmla="*/ 298704 w 801434"/>
              <a:gd name="connsiteY284" fmla="*/ 89789 h 239966"/>
              <a:gd name="connsiteX285" fmla="*/ 291148 w 801434"/>
              <a:gd name="connsiteY285" fmla="*/ 88138 h 239966"/>
              <a:gd name="connsiteX286" fmla="*/ 291148 w 801434"/>
              <a:gd name="connsiteY286" fmla="*/ 54546 h 239966"/>
              <a:gd name="connsiteX287" fmla="*/ 296164 w 801434"/>
              <a:gd name="connsiteY287" fmla="*/ 54546 h 239966"/>
              <a:gd name="connsiteX288" fmla="*/ 317183 w 801434"/>
              <a:gd name="connsiteY288" fmla="*/ 71310 h 239966"/>
              <a:gd name="connsiteX289" fmla="*/ 312166 w 801434"/>
              <a:gd name="connsiteY289" fmla="*/ 31877 h 239966"/>
              <a:gd name="connsiteX290" fmla="*/ 297053 w 801434"/>
              <a:gd name="connsiteY290" fmla="*/ 47816 h 239966"/>
              <a:gd name="connsiteX291" fmla="*/ 291148 w 801434"/>
              <a:gd name="connsiteY291" fmla="*/ 47816 h 239966"/>
              <a:gd name="connsiteX292" fmla="*/ 291148 w 801434"/>
              <a:gd name="connsiteY292" fmla="*/ 17590 h 239966"/>
              <a:gd name="connsiteX293" fmla="*/ 299530 w 801434"/>
              <a:gd name="connsiteY293" fmla="*/ 15939 h 239966"/>
              <a:gd name="connsiteX294" fmla="*/ 312166 w 801434"/>
              <a:gd name="connsiteY294" fmla="*/ 31877 h 239966"/>
              <a:gd name="connsiteX295" fmla="*/ 375920 w 801434"/>
              <a:gd name="connsiteY295" fmla="*/ 63754 h 239966"/>
              <a:gd name="connsiteX296" fmla="*/ 364999 w 801434"/>
              <a:gd name="connsiteY296" fmla="*/ 88900 h 239966"/>
              <a:gd name="connsiteX297" fmla="*/ 354902 w 801434"/>
              <a:gd name="connsiteY297" fmla="*/ 65405 h 239966"/>
              <a:gd name="connsiteX298" fmla="*/ 366649 w 801434"/>
              <a:gd name="connsiteY298" fmla="*/ 39370 h 239966"/>
              <a:gd name="connsiteX299" fmla="*/ 375920 w 801434"/>
              <a:gd name="connsiteY299" fmla="*/ 63754 h 239966"/>
              <a:gd name="connsiteX300" fmla="*/ 429641 w 801434"/>
              <a:gd name="connsiteY300" fmla="*/ 57912 h 239966"/>
              <a:gd name="connsiteX301" fmla="*/ 411163 w 801434"/>
              <a:gd name="connsiteY301" fmla="*/ 57912 h 239966"/>
              <a:gd name="connsiteX302" fmla="*/ 421260 w 801434"/>
              <a:gd name="connsiteY302" fmla="*/ 39433 h 239966"/>
              <a:gd name="connsiteX303" fmla="*/ 429641 w 801434"/>
              <a:gd name="connsiteY303" fmla="*/ 57912 h 239966"/>
              <a:gd name="connsiteX304" fmla="*/ 298704 w 801434"/>
              <a:gd name="connsiteY304" fmla="*/ 217360 h 239966"/>
              <a:gd name="connsiteX305" fmla="*/ 298704 w 801434"/>
              <a:gd name="connsiteY305" fmla="*/ 212344 h 239966"/>
              <a:gd name="connsiteX306" fmla="*/ 291974 w 801434"/>
              <a:gd name="connsiteY306" fmla="*/ 210693 h 239966"/>
              <a:gd name="connsiteX307" fmla="*/ 291974 w 801434"/>
              <a:gd name="connsiteY307" fmla="*/ 140208 h 239966"/>
              <a:gd name="connsiteX308" fmla="*/ 299530 w 801434"/>
              <a:gd name="connsiteY308" fmla="*/ 138557 h 239966"/>
              <a:gd name="connsiteX309" fmla="*/ 299530 w 801434"/>
              <a:gd name="connsiteY309" fmla="*/ 133541 h 239966"/>
              <a:gd name="connsiteX310" fmla="*/ 271844 w 801434"/>
              <a:gd name="connsiteY310" fmla="*/ 133541 h 239966"/>
              <a:gd name="connsiteX311" fmla="*/ 271844 w 801434"/>
              <a:gd name="connsiteY311" fmla="*/ 138557 h 239966"/>
              <a:gd name="connsiteX312" fmla="*/ 279400 w 801434"/>
              <a:gd name="connsiteY312" fmla="*/ 139382 h 239966"/>
              <a:gd name="connsiteX313" fmla="*/ 279400 w 801434"/>
              <a:gd name="connsiteY313" fmla="*/ 209867 h 239966"/>
              <a:gd name="connsiteX314" fmla="*/ 271844 w 801434"/>
              <a:gd name="connsiteY314" fmla="*/ 211518 h 239966"/>
              <a:gd name="connsiteX315" fmla="*/ 271844 w 801434"/>
              <a:gd name="connsiteY315" fmla="*/ 216535 h 239966"/>
              <a:gd name="connsiteX316" fmla="*/ 298704 w 801434"/>
              <a:gd name="connsiteY316" fmla="*/ 217360 h 239966"/>
              <a:gd name="connsiteX317" fmla="*/ 298704 w 801434"/>
              <a:gd name="connsiteY317" fmla="*/ 217360 h 239966"/>
              <a:gd name="connsiteX318" fmla="*/ 362522 w 801434"/>
              <a:gd name="connsiteY318" fmla="*/ 217360 h 239966"/>
              <a:gd name="connsiteX319" fmla="*/ 362522 w 801434"/>
              <a:gd name="connsiteY319" fmla="*/ 212344 h 239966"/>
              <a:gd name="connsiteX320" fmla="*/ 356616 w 801434"/>
              <a:gd name="connsiteY320" fmla="*/ 210693 h 239966"/>
              <a:gd name="connsiteX321" fmla="*/ 356616 w 801434"/>
              <a:gd name="connsiteY321" fmla="*/ 172910 h 239966"/>
              <a:gd name="connsiteX322" fmla="*/ 341503 w 801434"/>
              <a:gd name="connsiteY322" fmla="*/ 157797 h 239966"/>
              <a:gd name="connsiteX323" fmla="*/ 326390 w 801434"/>
              <a:gd name="connsiteY323" fmla="*/ 164529 h 239966"/>
              <a:gd name="connsiteX324" fmla="*/ 326390 w 801434"/>
              <a:gd name="connsiteY324" fmla="*/ 156972 h 239966"/>
              <a:gd name="connsiteX325" fmla="*/ 323024 w 801434"/>
              <a:gd name="connsiteY325" fmla="*/ 156972 h 239966"/>
              <a:gd name="connsiteX326" fmla="*/ 307911 w 801434"/>
              <a:gd name="connsiteY326" fmla="*/ 161163 h 239966"/>
              <a:gd name="connsiteX327" fmla="*/ 307911 w 801434"/>
              <a:gd name="connsiteY327" fmla="*/ 166180 h 239966"/>
              <a:gd name="connsiteX328" fmla="*/ 314643 w 801434"/>
              <a:gd name="connsiteY328" fmla="*/ 167005 h 239966"/>
              <a:gd name="connsiteX329" fmla="*/ 314643 w 801434"/>
              <a:gd name="connsiteY329" fmla="*/ 210630 h 239966"/>
              <a:gd name="connsiteX330" fmla="*/ 307911 w 801434"/>
              <a:gd name="connsiteY330" fmla="*/ 212280 h 239966"/>
              <a:gd name="connsiteX331" fmla="*/ 307911 w 801434"/>
              <a:gd name="connsiteY331" fmla="*/ 217297 h 239966"/>
              <a:gd name="connsiteX332" fmla="*/ 333058 w 801434"/>
              <a:gd name="connsiteY332" fmla="*/ 217297 h 239966"/>
              <a:gd name="connsiteX333" fmla="*/ 333058 w 801434"/>
              <a:gd name="connsiteY333" fmla="*/ 212280 h 239966"/>
              <a:gd name="connsiteX334" fmla="*/ 327152 w 801434"/>
              <a:gd name="connsiteY334" fmla="*/ 210630 h 239966"/>
              <a:gd name="connsiteX335" fmla="*/ 327152 w 801434"/>
              <a:gd name="connsiteY335" fmla="*/ 171196 h 239966"/>
              <a:gd name="connsiteX336" fmla="*/ 338899 w 801434"/>
              <a:gd name="connsiteY336" fmla="*/ 166180 h 239966"/>
              <a:gd name="connsiteX337" fmla="*/ 345631 w 801434"/>
              <a:gd name="connsiteY337" fmla="*/ 176276 h 239966"/>
              <a:gd name="connsiteX338" fmla="*/ 345631 w 801434"/>
              <a:gd name="connsiteY338" fmla="*/ 211518 h 239966"/>
              <a:gd name="connsiteX339" fmla="*/ 338899 w 801434"/>
              <a:gd name="connsiteY339" fmla="*/ 212344 h 239966"/>
              <a:gd name="connsiteX340" fmla="*/ 338899 w 801434"/>
              <a:gd name="connsiteY340" fmla="*/ 217360 h 239966"/>
              <a:gd name="connsiteX341" fmla="*/ 362522 w 801434"/>
              <a:gd name="connsiteY341" fmla="*/ 217360 h 239966"/>
              <a:gd name="connsiteX342" fmla="*/ 420434 w 801434"/>
              <a:gd name="connsiteY342" fmla="*/ 166180 h 239966"/>
              <a:gd name="connsiteX343" fmla="*/ 420434 w 801434"/>
              <a:gd name="connsiteY343" fmla="*/ 158623 h 239966"/>
              <a:gd name="connsiteX344" fmla="*/ 406147 w 801434"/>
              <a:gd name="connsiteY344" fmla="*/ 159448 h 239966"/>
              <a:gd name="connsiteX345" fmla="*/ 393574 w 801434"/>
              <a:gd name="connsiteY345" fmla="*/ 157797 h 239966"/>
              <a:gd name="connsiteX346" fmla="*/ 372618 w 801434"/>
              <a:gd name="connsiteY346" fmla="*/ 177927 h 239966"/>
              <a:gd name="connsiteX347" fmla="*/ 382715 w 801434"/>
              <a:gd name="connsiteY347" fmla="*/ 194691 h 239966"/>
              <a:gd name="connsiteX348" fmla="*/ 371793 w 801434"/>
              <a:gd name="connsiteY348" fmla="*/ 207264 h 239966"/>
              <a:gd name="connsiteX349" fmla="*/ 378524 w 801434"/>
              <a:gd name="connsiteY349" fmla="*/ 214820 h 239966"/>
              <a:gd name="connsiteX350" fmla="*/ 369316 w 801434"/>
              <a:gd name="connsiteY350" fmla="*/ 227393 h 239966"/>
              <a:gd name="connsiteX351" fmla="*/ 390272 w 801434"/>
              <a:gd name="connsiteY351" fmla="*/ 239967 h 239966"/>
              <a:gd name="connsiteX352" fmla="*/ 418783 w 801434"/>
              <a:gd name="connsiteY352" fmla="*/ 219837 h 239966"/>
              <a:gd name="connsiteX353" fmla="*/ 402019 w 801434"/>
              <a:gd name="connsiteY353" fmla="*/ 205549 h 239966"/>
              <a:gd name="connsiteX354" fmla="*/ 386906 w 801434"/>
              <a:gd name="connsiteY354" fmla="*/ 204724 h 239966"/>
              <a:gd name="connsiteX355" fmla="*/ 382715 w 801434"/>
              <a:gd name="connsiteY355" fmla="*/ 202184 h 239966"/>
              <a:gd name="connsiteX356" fmla="*/ 386906 w 801434"/>
              <a:gd name="connsiteY356" fmla="*/ 197167 h 239966"/>
              <a:gd name="connsiteX357" fmla="*/ 393636 w 801434"/>
              <a:gd name="connsiteY357" fmla="*/ 197993 h 239966"/>
              <a:gd name="connsiteX358" fmla="*/ 413766 w 801434"/>
              <a:gd name="connsiteY358" fmla="*/ 178689 h 239966"/>
              <a:gd name="connsiteX359" fmla="*/ 409575 w 801434"/>
              <a:gd name="connsiteY359" fmla="*/ 166942 h 239966"/>
              <a:gd name="connsiteX360" fmla="*/ 420434 w 801434"/>
              <a:gd name="connsiteY360" fmla="*/ 166180 h 239966"/>
              <a:gd name="connsiteX361" fmla="*/ 330645 w 801434"/>
              <a:gd name="connsiteY361" fmla="*/ 72199 h 239966"/>
              <a:gd name="connsiteX362" fmla="*/ 324739 w 801434"/>
              <a:gd name="connsiteY362" fmla="*/ 57086 h 239966"/>
              <a:gd name="connsiteX363" fmla="*/ 312166 w 801434"/>
              <a:gd name="connsiteY363" fmla="*/ 50355 h 239966"/>
              <a:gd name="connsiteX364" fmla="*/ 326454 w 801434"/>
              <a:gd name="connsiteY364" fmla="*/ 31052 h 239966"/>
              <a:gd name="connsiteX365" fmla="*/ 321437 w 801434"/>
              <a:gd name="connsiteY365" fmla="*/ 17653 h 239966"/>
              <a:gd name="connsiteX366" fmla="*/ 302134 w 801434"/>
              <a:gd name="connsiteY366" fmla="*/ 10922 h 239966"/>
              <a:gd name="connsiteX367" fmla="*/ 286195 w 801434"/>
              <a:gd name="connsiteY367" fmla="*/ 11747 h 239966"/>
              <a:gd name="connsiteX368" fmla="*/ 271907 w 801434"/>
              <a:gd name="connsiteY368" fmla="*/ 11747 h 239966"/>
              <a:gd name="connsiteX369" fmla="*/ 271907 w 801434"/>
              <a:gd name="connsiteY369" fmla="*/ 16764 h 239966"/>
              <a:gd name="connsiteX370" fmla="*/ 280289 w 801434"/>
              <a:gd name="connsiteY370" fmla="*/ 18415 h 239966"/>
              <a:gd name="connsiteX371" fmla="*/ 280289 w 801434"/>
              <a:gd name="connsiteY371" fmla="*/ 88074 h 239966"/>
              <a:gd name="connsiteX372" fmla="*/ 271907 w 801434"/>
              <a:gd name="connsiteY372" fmla="*/ 89726 h 239966"/>
              <a:gd name="connsiteX373" fmla="*/ 271907 w 801434"/>
              <a:gd name="connsiteY373" fmla="*/ 94742 h 239966"/>
              <a:gd name="connsiteX374" fmla="*/ 286195 w 801434"/>
              <a:gd name="connsiteY374" fmla="*/ 94742 h 239966"/>
              <a:gd name="connsiteX375" fmla="*/ 304674 w 801434"/>
              <a:gd name="connsiteY375" fmla="*/ 94742 h 239966"/>
              <a:gd name="connsiteX376" fmla="*/ 328994 w 801434"/>
              <a:gd name="connsiteY376" fmla="*/ 83820 h 239966"/>
              <a:gd name="connsiteX377" fmla="*/ 330645 w 801434"/>
              <a:gd name="connsiteY377" fmla="*/ 72199 h 239966"/>
              <a:gd name="connsiteX378" fmla="*/ 388557 w 801434"/>
              <a:gd name="connsiteY378" fmla="*/ 63754 h 239966"/>
              <a:gd name="connsiteX379" fmla="*/ 365061 w 801434"/>
              <a:gd name="connsiteY379" fmla="*/ 33528 h 239966"/>
              <a:gd name="connsiteX380" fmla="*/ 341567 w 801434"/>
              <a:gd name="connsiteY380" fmla="*/ 65405 h 239966"/>
              <a:gd name="connsiteX381" fmla="*/ 365061 w 801434"/>
              <a:gd name="connsiteY381" fmla="*/ 95631 h 239966"/>
              <a:gd name="connsiteX382" fmla="*/ 388557 w 801434"/>
              <a:gd name="connsiteY382" fmla="*/ 63754 h 239966"/>
              <a:gd name="connsiteX383" fmla="*/ 441389 w 801434"/>
              <a:gd name="connsiteY383" fmla="*/ 63754 h 239966"/>
              <a:gd name="connsiteX384" fmla="*/ 420434 w 801434"/>
              <a:gd name="connsiteY384" fmla="*/ 34354 h 239966"/>
              <a:gd name="connsiteX385" fmla="*/ 398590 w 801434"/>
              <a:gd name="connsiteY385" fmla="*/ 66230 h 239966"/>
              <a:gd name="connsiteX386" fmla="*/ 420434 w 801434"/>
              <a:gd name="connsiteY386" fmla="*/ 95631 h 239966"/>
              <a:gd name="connsiteX387" fmla="*/ 441389 w 801434"/>
              <a:gd name="connsiteY387" fmla="*/ 81343 h 239966"/>
              <a:gd name="connsiteX388" fmla="*/ 436373 w 801434"/>
              <a:gd name="connsiteY388" fmla="*/ 78804 h 239966"/>
              <a:gd name="connsiteX389" fmla="*/ 425450 w 801434"/>
              <a:gd name="connsiteY389" fmla="*/ 86360 h 239966"/>
              <a:gd name="connsiteX390" fmla="*/ 411163 w 801434"/>
              <a:gd name="connsiteY390" fmla="*/ 62865 h 239966"/>
              <a:gd name="connsiteX391" fmla="*/ 441389 w 801434"/>
              <a:gd name="connsiteY391" fmla="*/ 62865 h 239966"/>
              <a:gd name="connsiteX392" fmla="*/ 441389 w 801434"/>
              <a:gd name="connsiteY392" fmla="*/ 63754 h 239966"/>
              <a:gd name="connsiteX393" fmla="*/ 441389 w 801434"/>
              <a:gd name="connsiteY393" fmla="*/ 63754 h 239966"/>
              <a:gd name="connsiteX394" fmla="*/ 73787 w 801434"/>
              <a:gd name="connsiteY394" fmla="*/ 221552 h 239966"/>
              <a:gd name="connsiteX395" fmla="*/ 73787 w 801434"/>
              <a:gd name="connsiteY395" fmla="*/ 143510 h 239966"/>
              <a:gd name="connsiteX396" fmla="*/ 62040 w 801434"/>
              <a:gd name="connsiteY396" fmla="*/ 143510 h 239966"/>
              <a:gd name="connsiteX397" fmla="*/ 62040 w 801434"/>
              <a:gd name="connsiteY397" fmla="*/ 217360 h 239966"/>
              <a:gd name="connsiteX398" fmla="*/ 73787 w 801434"/>
              <a:gd name="connsiteY398" fmla="*/ 221552 h 239966"/>
              <a:gd name="connsiteX399" fmla="*/ 96457 w 801434"/>
              <a:gd name="connsiteY399" fmla="*/ 227457 h 239966"/>
              <a:gd name="connsiteX400" fmla="*/ 96457 w 801434"/>
              <a:gd name="connsiteY400" fmla="*/ 68834 h 239966"/>
              <a:gd name="connsiteX401" fmla="*/ 84710 w 801434"/>
              <a:gd name="connsiteY401" fmla="*/ 68834 h 239966"/>
              <a:gd name="connsiteX402" fmla="*/ 84710 w 801434"/>
              <a:gd name="connsiteY402" fmla="*/ 224917 h 239966"/>
              <a:gd name="connsiteX403" fmla="*/ 96457 w 801434"/>
              <a:gd name="connsiteY403" fmla="*/ 227457 h 239966"/>
              <a:gd name="connsiteX404" fmla="*/ 119126 w 801434"/>
              <a:gd name="connsiteY404" fmla="*/ 228282 h 239966"/>
              <a:gd name="connsiteX405" fmla="*/ 119126 w 801434"/>
              <a:gd name="connsiteY405" fmla="*/ 68834 h 239966"/>
              <a:gd name="connsiteX406" fmla="*/ 107379 w 801434"/>
              <a:gd name="connsiteY406" fmla="*/ 68834 h 239966"/>
              <a:gd name="connsiteX407" fmla="*/ 107379 w 801434"/>
              <a:gd name="connsiteY407" fmla="*/ 228282 h 239966"/>
              <a:gd name="connsiteX408" fmla="*/ 113285 w 801434"/>
              <a:gd name="connsiteY408" fmla="*/ 228282 h 239966"/>
              <a:gd name="connsiteX409" fmla="*/ 119126 w 801434"/>
              <a:gd name="connsiteY409" fmla="*/ 228282 h 239966"/>
              <a:gd name="connsiteX410" fmla="*/ 165291 w 801434"/>
              <a:gd name="connsiteY410" fmla="*/ 216535 h 239966"/>
              <a:gd name="connsiteX411" fmla="*/ 165291 w 801434"/>
              <a:gd name="connsiteY411" fmla="*/ 142684 h 239966"/>
              <a:gd name="connsiteX412" fmla="*/ 153543 w 801434"/>
              <a:gd name="connsiteY412" fmla="*/ 142684 h 239966"/>
              <a:gd name="connsiteX413" fmla="*/ 153543 w 801434"/>
              <a:gd name="connsiteY413" fmla="*/ 221552 h 239966"/>
              <a:gd name="connsiteX414" fmla="*/ 165291 w 801434"/>
              <a:gd name="connsiteY414" fmla="*/ 216535 h 239966"/>
              <a:gd name="connsiteX415" fmla="*/ 141796 w 801434"/>
              <a:gd name="connsiteY415" fmla="*/ 224917 h 239966"/>
              <a:gd name="connsiteX416" fmla="*/ 141796 w 801434"/>
              <a:gd name="connsiteY416" fmla="*/ 68834 h 239966"/>
              <a:gd name="connsiteX417" fmla="*/ 130874 w 801434"/>
              <a:gd name="connsiteY417" fmla="*/ 68834 h 239966"/>
              <a:gd name="connsiteX418" fmla="*/ 130874 w 801434"/>
              <a:gd name="connsiteY418" fmla="*/ 228282 h 239966"/>
              <a:gd name="connsiteX419" fmla="*/ 141796 w 801434"/>
              <a:gd name="connsiteY419" fmla="*/ 224917 h 239966"/>
              <a:gd name="connsiteX420" fmla="*/ 228219 w 801434"/>
              <a:gd name="connsiteY420" fmla="*/ 114109 h 239966"/>
              <a:gd name="connsiteX421" fmla="*/ 114110 w 801434"/>
              <a:gd name="connsiteY421" fmla="*/ 0 h 239966"/>
              <a:gd name="connsiteX422" fmla="*/ 0 w 801434"/>
              <a:gd name="connsiteY422" fmla="*/ 114109 h 239966"/>
              <a:gd name="connsiteX423" fmla="*/ 51181 w 801434"/>
              <a:gd name="connsiteY423" fmla="*/ 209804 h 239966"/>
              <a:gd name="connsiteX424" fmla="*/ 51181 w 801434"/>
              <a:gd name="connsiteY424" fmla="*/ 142684 h 239966"/>
              <a:gd name="connsiteX425" fmla="*/ 39434 w 801434"/>
              <a:gd name="connsiteY425" fmla="*/ 142684 h 239966"/>
              <a:gd name="connsiteX426" fmla="*/ 39434 w 801434"/>
              <a:gd name="connsiteY426" fmla="*/ 188849 h 239966"/>
              <a:gd name="connsiteX427" fmla="*/ 23495 w 801434"/>
              <a:gd name="connsiteY427" fmla="*/ 165354 h 239966"/>
              <a:gd name="connsiteX428" fmla="*/ 10097 w 801434"/>
              <a:gd name="connsiteY428" fmla="*/ 114173 h 239966"/>
              <a:gd name="connsiteX429" fmla="*/ 114174 w 801434"/>
              <a:gd name="connsiteY429" fmla="*/ 9271 h 239966"/>
              <a:gd name="connsiteX430" fmla="*/ 218249 w 801434"/>
              <a:gd name="connsiteY430" fmla="*/ 114173 h 239966"/>
              <a:gd name="connsiteX431" fmla="*/ 204851 w 801434"/>
              <a:gd name="connsiteY431" fmla="*/ 165354 h 239966"/>
              <a:gd name="connsiteX432" fmla="*/ 188913 w 801434"/>
              <a:gd name="connsiteY432" fmla="*/ 188023 h 239966"/>
              <a:gd name="connsiteX433" fmla="*/ 188913 w 801434"/>
              <a:gd name="connsiteY433" fmla="*/ 141859 h 239966"/>
              <a:gd name="connsiteX434" fmla="*/ 177165 w 801434"/>
              <a:gd name="connsiteY434" fmla="*/ 141859 h 239966"/>
              <a:gd name="connsiteX435" fmla="*/ 177165 w 801434"/>
              <a:gd name="connsiteY435" fmla="*/ 208979 h 239966"/>
              <a:gd name="connsiteX436" fmla="*/ 228219 w 801434"/>
              <a:gd name="connsiteY436" fmla="*/ 114109 h 239966"/>
              <a:gd name="connsiteX437" fmla="*/ 148527 w 801434"/>
              <a:gd name="connsiteY437" fmla="*/ 52006 h 239966"/>
              <a:gd name="connsiteX438" fmla="*/ 113285 w 801434"/>
              <a:gd name="connsiteY438" fmla="*/ 25146 h 239966"/>
              <a:gd name="connsiteX439" fmla="*/ 78042 w 801434"/>
              <a:gd name="connsiteY439" fmla="*/ 52006 h 239966"/>
              <a:gd name="connsiteX440" fmla="*/ 83948 w 801434"/>
              <a:gd name="connsiteY440" fmla="*/ 60389 h 239966"/>
              <a:gd name="connsiteX441" fmla="*/ 112459 w 801434"/>
              <a:gd name="connsiteY441" fmla="*/ 38544 h 239966"/>
              <a:gd name="connsiteX442" fmla="*/ 140970 w 801434"/>
              <a:gd name="connsiteY442" fmla="*/ 60389 h 239966"/>
              <a:gd name="connsiteX443" fmla="*/ 148527 w 801434"/>
              <a:gd name="connsiteY443" fmla="*/ 52006 h 23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Lst>
            <a:rect l="l" t="t" r="r" b="b"/>
            <a:pathLst>
              <a:path w="801434" h="239966">
                <a:moveTo>
                  <a:pt x="693992" y="99885"/>
                </a:moveTo>
                <a:cubicBezTo>
                  <a:pt x="693992" y="104902"/>
                  <a:pt x="686436" y="109093"/>
                  <a:pt x="676339" y="109093"/>
                </a:cubicBezTo>
                <a:cubicBezTo>
                  <a:pt x="668782" y="109093"/>
                  <a:pt x="663766" y="106553"/>
                  <a:pt x="663766" y="100711"/>
                </a:cubicBezTo>
                <a:cubicBezTo>
                  <a:pt x="663766" y="95694"/>
                  <a:pt x="666306" y="93980"/>
                  <a:pt x="667957" y="91504"/>
                </a:cubicBezTo>
                <a:cubicBezTo>
                  <a:pt x="680530" y="92329"/>
                  <a:pt x="685610" y="93155"/>
                  <a:pt x="689801" y="94043"/>
                </a:cubicBezTo>
                <a:cubicBezTo>
                  <a:pt x="692341" y="94805"/>
                  <a:pt x="693992" y="95694"/>
                  <a:pt x="693992" y="99885"/>
                </a:cubicBezTo>
                <a:moveTo>
                  <a:pt x="685610" y="54546"/>
                </a:moveTo>
                <a:cubicBezTo>
                  <a:pt x="685610" y="60452"/>
                  <a:pt x="684785" y="67945"/>
                  <a:pt x="677228" y="67945"/>
                </a:cubicBezTo>
                <a:cubicBezTo>
                  <a:pt x="669672" y="67945"/>
                  <a:pt x="668846" y="59563"/>
                  <a:pt x="668846" y="53657"/>
                </a:cubicBezTo>
                <a:cubicBezTo>
                  <a:pt x="668846" y="47752"/>
                  <a:pt x="668846" y="39370"/>
                  <a:pt x="676402" y="39370"/>
                </a:cubicBezTo>
                <a:cubicBezTo>
                  <a:pt x="684785" y="39433"/>
                  <a:pt x="685610" y="47816"/>
                  <a:pt x="685610" y="54546"/>
                </a:cubicBezTo>
                <a:moveTo>
                  <a:pt x="741871" y="57912"/>
                </a:moveTo>
                <a:lnTo>
                  <a:pt x="723392" y="57912"/>
                </a:lnTo>
                <a:cubicBezTo>
                  <a:pt x="724218" y="50355"/>
                  <a:pt x="725932" y="39433"/>
                  <a:pt x="733489" y="39433"/>
                </a:cubicBezTo>
                <a:cubicBezTo>
                  <a:pt x="741045" y="40259"/>
                  <a:pt x="741871" y="50355"/>
                  <a:pt x="741871" y="57912"/>
                </a:cubicBezTo>
                <a:moveTo>
                  <a:pt x="655448" y="217360"/>
                </a:moveTo>
                <a:lnTo>
                  <a:pt x="655448" y="212344"/>
                </a:lnTo>
                <a:lnTo>
                  <a:pt x="648716" y="210693"/>
                </a:lnTo>
                <a:lnTo>
                  <a:pt x="648716" y="158686"/>
                </a:lnTo>
                <a:lnTo>
                  <a:pt x="645351" y="158686"/>
                </a:lnTo>
                <a:lnTo>
                  <a:pt x="630238" y="162878"/>
                </a:lnTo>
                <a:lnTo>
                  <a:pt x="630238" y="167068"/>
                </a:lnTo>
                <a:lnTo>
                  <a:pt x="636143" y="168719"/>
                </a:lnTo>
                <a:lnTo>
                  <a:pt x="636143" y="212344"/>
                </a:lnTo>
                <a:lnTo>
                  <a:pt x="630238" y="213995"/>
                </a:lnTo>
                <a:lnTo>
                  <a:pt x="630238" y="219011"/>
                </a:lnTo>
                <a:lnTo>
                  <a:pt x="655384" y="219011"/>
                </a:lnTo>
                <a:lnTo>
                  <a:pt x="655384" y="217360"/>
                </a:lnTo>
                <a:close/>
                <a:moveTo>
                  <a:pt x="649542" y="135954"/>
                </a:moveTo>
                <a:cubicBezTo>
                  <a:pt x="649542" y="131763"/>
                  <a:pt x="646176" y="128397"/>
                  <a:pt x="641986" y="128397"/>
                </a:cubicBezTo>
                <a:cubicBezTo>
                  <a:pt x="637794" y="128397"/>
                  <a:pt x="633603" y="131763"/>
                  <a:pt x="633603" y="136779"/>
                </a:cubicBezTo>
                <a:cubicBezTo>
                  <a:pt x="633603" y="140970"/>
                  <a:pt x="636969" y="144335"/>
                  <a:pt x="641986" y="144335"/>
                </a:cubicBezTo>
                <a:cubicBezTo>
                  <a:pt x="646176" y="144335"/>
                  <a:pt x="649542" y="140144"/>
                  <a:pt x="649542" y="135954"/>
                </a:cubicBezTo>
                <a:moveTo>
                  <a:pt x="751078" y="217360"/>
                </a:moveTo>
                <a:lnTo>
                  <a:pt x="751078" y="212344"/>
                </a:lnTo>
                <a:lnTo>
                  <a:pt x="744348" y="210693"/>
                </a:lnTo>
                <a:lnTo>
                  <a:pt x="744348" y="172910"/>
                </a:lnTo>
                <a:cubicBezTo>
                  <a:pt x="744348" y="163703"/>
                  <a:pt x="738442" y="158623"/>
                  <a:pt x="729235" y="158623"/>
                </a:cubicBezTo>
                <a:cubicBezTo>
                  <a:pt x="722503" y="158623"/>
                  <a:pt x="717486" y="161989"/>
                  <a:pt x="712470" y="166180"/>
                </a:cubicBezTo>
                <a:cubicBezTo>
                  <a:pt x="709930" y="161163"/>
                  <a:pt x="704914" y="158623"/>
                  <a:pt x="699072" y="158623"/>
                </a:cubicBezTo>
                <a:cubicBezTo>
                  <a:pt x="693166" y="158623"/>
                  <a:pt x="688150" y="161163"/>
                  <a:pt x="683134" y="165354"/>
                </a:cubicBezTo>
                <a:lnTo>
                  <a:pt x="683134" y="156972"/>
                </a:lnTo>
                <a:lnTo>
                  <a:pt x="679768" y="156972"/>
                </a:lnTo>
                <a:lnTo>
                  <a:pt x="664655" y="161163"/>
                </a:lnTo>
                <a:lnTo>
                  <a:pt x="664655" y="165354"/>
                </a:lnTo>
                <a:lnTo>
                  <a:pt x="671386" y="166180"/>
                </a:lnTo>
                <a:lnTo>
                  <a:pt x="671386" y="210630"/>
                </a:lnTo>
                <a:lnTo>
                  <a:pt x="664655" y="212280"/>
                </a:lnTo>
                <a:lnTo>
                  <a:pt x="664655" y="217297"/>
                </a:lnTo>
                <a:lnTo>
                  <a:pt x="688975" y="217297"/>
                </a:lnTo>
                <a:lnTo>
                  <a:pt x="688975" y="212280"/>
                </a:lnTo>
                <a:lnTo>
                  <a:pt x="683070" y="210630"/>
                </a:lnTo>
                <a:lnTo>
                  <a:pt x="683070" y="172021"/>
                </a:lnTo>
                <a:cubicBezTo>
                  <a:pt x="685610" y="169481"/>
                  <a:pt x="688975" y="166116"/>
                  <a:pt x="693992" y="166116"/>
                </a:cubicBezTo>
                <a:cubicBezTo>
                  <a:pt x="699898" y="166116"/>
                  <a:pt x="701549" y="172021"/>
                  <a:pt x="701549" y="176213"/>
                </a:cubicBezTo>
                <a:lnTo>
                  <a:pt x="701549" y="210630"/>
                </a:lnTo>
                <a:lnTo>
                  <a:pt x="694817" y="212280"/>
                </a:lnTo>
                <a:lnTo>
                  <a:pt x="694817" y="217297"/>
                </a:lnTo>
                <a:lnTo>
                  <a:pt x="719138" y="217297"/>
                </a:lnTo>
                <a:lnTo>
                  <a:pt x="719138" y="212280"/>
                </a:lnTo>
                <a:lnTo>
                  <a:pt x="713232" y="210630"/>
                </a:lnTo>
                <a:lnTo>
                  <a:pt x="713232" y="172021"/>
                </a:lnTo>
                <a:cubicBezTo>
                  <a:pt x="716598" y="168656"/>
                  <a:pt x="719963" y="166116"/>
                  <a:pt x="724980" y="166116"/>
                </a:cubicBezTo>
                <a:cubicBezTo>
                  <a:pt x="731711" y="166116"/>
                  <a:pt x="731711" y="172847"/>
                  <a:pt x="731711" y="176213"/>
                </a:cubicBezTo>
                <a:lnTo>
                  <a:pt x="731711" y="210630"/>
                </a:lnTo>
                <a:lnTo>
                  <a:pt x="725805" y="212280"/>
                </a:lnTo>
                <a:lnTo>
                  <a:pt x="725805" y="217297"/>
                </a:lnTo>
                <a:lnTo>
                  <a:pt x="751078" y="217360"/>
                </a:lnTo>
                <a:lnTo>
                  <a:pt x="751078" y="217360"/>
                </a:lnTo>
                <a:close/>
                <a:moveTo>
                  <a:pt x="646176" y="93980"/>
                </a:moveTo>
                <a:lnTo>
                  <a:pt x="646176" y="88964"/>
                </a:lnTo>
                <a:lnTo>
                  <a:pt x="640271" y="87313"/>
                </a:lnTo>
                <a:lnTo>
                  <a:pt x="640271" y="49530"/>
                </a:lnTo>
                <a:cubicBezTo>
                  <a:pt x="640271" y="40322"/>
                  <a:pt x="635254" y="34417"/>
                  <a:pt x="625158" y="34417"/>
                </a:cubicBezTo>
                <a:cubicBezTo>
                  <a:pt x="619252" y="34417"/>
                  <a:pt x="614236" y="37782"/>
                  <a:pt x="610045" y="41148"/>
                </a:cubicBezTo>
                <a:lnTo>
                  <a:pt x="610045" y="33592"/>
                </a:lnTo>
                <a:lnTo>
                  <a:pt x="606743" y="33592"/>
                </a:lnTo>
                <a:lnTo>
                  <a:pt x="591630" y="37782"/>
                </a:lnTo>
                <a:lnTo>
                  <a:pt x="591630" y="42799"/>
                </a:lnTo>
                <a:lnTo>
                  <a:pt x="598361" y="43624"/>
                </a:lnTo>
                <a:lnTo>
                  <a:pt x="598361" y="87249"/>
                </a:lnTo>
                <a:lnTo>
                  <a:pt x="591630" y="88900"/>
                </a:lnTo>
                <a:lnTo>
                  <a:pt x="591630" y="93917"/>
                </a:lnTo>
                <a:lnTo>
                  <a:pt x="616776" y="93917"/>
                </a:lnTo>
                <a:lnTo>
                  <a:pt x="616776" y="88900"/>
                </a:lnTo>
                <a:lnTo>
                  <a:pt x="610870" y="87249"/>
                </a:lnTo>
                <a:lnTo>
                  <a:pt x="610870" y="47816"/>
                </a:lnTo>
                <a:cubicBezTo>
                  <a:pt x="614236" y="44450"/>
                  <a:pt x="617601" y="41910"/>
                  <a:pt x="621792" y="41910"/>
                </a:cubicBezTo>
                <a:cubicBezTo>
                  <a:pt x="628524" y="41910"/>
                  <a:pt x="628524" y="48641"/>
                  <a:pt x="628524" y="52006"/>
                </a:cubicBezTo>
                <a:lnTo>
                  <a:pt x="628524" y="87249"/>
                </a:lnTo>
                <a:lnTo>
                  <a:pt x="622618" y="88900"/>
                </a:lnTo>
                <a:lnTo>
                  <a:pt x="622618" y="93917"/>
                </a:lnTo>
                <a:lnTo>
                  <a:pt x="646176" y="93980"/>
                </a:lnTo>
                <a:lnTo>
                  <a:pt x="646176" y="93980"/>
                </a:lnTo>
                <a:close/>
                <a:moveTo>
                  <a:pt x="703263" y="42799"/>
                </a:moveTo>
                <a:lnTo>
                  <a:pt x="703263" y="35242"/>
                </a:lnTo>
                <a:lnTo>
                  <a:pt x="689864" y="36068"/>
                </a:lnTo>
                <a:cubicBezTo>
                  <a:pt x="685674" y="36068"/>
                  <a:pt x="681482" y="34417"/>
                  <a:pt x="677291" y="34417"/>
                </a:cubicBezTo>
                <a:cubicBezTo>
                  <a:pt x="665544" y="34417"/>
                  <a:pt x="656337" y="41973"/>
                  <a:pt x="656337" y="54546"/>
                </a:cubicBezTo>
                <a:cubicBezTo>
                  <a:pt x="656337" y="64643"/>
                  <a:pt x="662242" y="68834"/>
                  <a:pt x="666433" y="71310"/>
                </a:cubicBezTo>
                <a:cubicBezTo>
                  <a:pt x="660527" y="75502"/>
                  <a:pt x="655511" y="78867"/>
                  <a:pt x="655511" y="83883"/>
                </a:cubicBezTo>
                <a:cubicBezTo>
                  <a:pt x="655511" y="88074"/>
                  <a:pt x="658876" y="90615"/>
                  <a:pt x="662242" y="91440"/>
                </a:cubicBezTo>
                <a:cubicBezTo>
                  <a:pt x="658051" y="93980"/>
                  <a:pt x="653035" y="98171"/>
                  <a:pt x="653035" y="104013"/>
                </a:cubicBezTo>
                <a:cubicBezTo>
                  <a:pt x="653035" y="113220"/>
                  <a:pt x="663956" y="116586"/>
                  <a:pt x="673989" y="116586"/>
                </a:cubicBezTo>
                <a:cubicBezTo>
                  <a:pt x="692468" y="116586"/>
                  <a:pt x="702501" y="107379"/>
                  <a:pt x="702501" y="96456"/>
                </a:cubicBezTo>
                <a:cubicBezTo>
                  <a:pt x="702501" y="85534"/>
                  <a:pt x="696595" y="82169"/>
                  <a:pt x="685736" y="82169"/>
                </a:cubicBezTo>
                <a:lnTo>
                  <a:pt x="670624" y="81343"/>
                </a:lnTo>
                <a:cubicBezTo>
                  <a:pt x="669799" y="81343"/>
                  <a:pt x="666433" y="80518"/>
                  <a:pt x="666433" y="78804"/>
                </a:cubicBezTo>
                <a:cubicBezTo>
                  <a:pt x="666433" y="77089"/>
                  <a:pt x="668973" y="75438"/>
                  <a:pt x="670624" y="73787"/>
                </a:cubicBezTo>
                <a:cubicBezTo>
                  <a:pt x="672275" y="74613"/>
                  <a:pt x="675640" y="74613"/>
                  <a:pt x="677355" y="74613"/>
                </a:cubicBezTo>
                <a:cubicBezTo>
                  <a:pt x="685736" y="74613"/>
                  <a:pt x="697485" y="68707"/>
                  <a:pt x="697485" y="55308"/>
                </a:cubicBezTo>
                <a:cubicBezTo>
                  <a:pt x="697485" y="50292"/>
                  <a:pt x="695834" y="47752"/>
                  <a:pt x="693293" y="43561"/>
                </a:cubicBezTo>
                <a:lnTo>
                  <a:pt x="703263" y="42799"/>
                </a:lnTo>
                <a:close/>
                <a:moveTo>
                  <a:pt x="753618" y="63754"/>
                </a:moveTo>
                <a:cubicBezTo>
                  <a:pt x="753618" y="49467"/>
                  <a:pt x="751078" y="34354"/>
                  <a:pt x="732663" y="34354"/>
                </a:cubicBezTo>
                <a:cubicBezTo>
                  <a:pt x="715011" y="34354"/>
                  <a:pt x="710819" y="52832"/>
                  <a:pt x="710819" y="66230"/>
                </a:cubicBezTo>
                <a:cubicBezTo>
                  <a:pt x="710819" y="83883"/>
                  <a:pt x="718376" y="95631"/>
                  <a:pt x="732663" y="95631"/>
                </a:cubicBezTo>
                <a:cubicBezTo>
                  <a:pt x="743586" y="95631"/>
                  <a:pt x="748602" y="91440"/>
                  <a:pt x="753618" y="81343"/>
                </a:cubicBezTo>
                <a:lnTo>
                  <a:pt x="748602" y="78804"/>
                </a:lnTo>
                <a:cubicBezTo>
                  <a:pt x="746061" y="82994"/>
                  <a:pt x="742697" y="86360"/>
                  <a:pt x="737680" y="86360"/>
                </a:cubicBezTo>
                <a:cubicBezTo>
                  <a:pt x="725932" y="86360"/>
                  <a:pt x="724281" y="72961"/>
                  <a:pt x="723392" y="62865"/>
                </a:cubicBezTo>
                <a:lnTo>
                  <a:pt x="753618" y="62865"/>
                </a:lnTo>
                <a:lnTo>
                  <a:pt x="753618" y="63754"/>
                </a:lnTo>
                <a:lnTo>
                  <a:pt x="753618" y="63754"/>
                </a:lnTo>
                <a:close/>
                <a:moveTo>
                  <a:pt x="801434" y="41973"/>
                </a:moveTo>
                <a:cubicBezTo>
                  <a:pt x="801434" y="36957"/>
                  <a:pt x="798068" y="35242"/>
                  <a:pt x="794703" y="35242"/>
                </a:cubicBezTo>
                <a:cubicBezTo>
                  <a:pt x="789687" y="35242"/>
                  <a:pt x="787147" y="39433"/>
                  <a:pt x="782955" y="45339"/>
                </a:cubicBezTo>
                <a:lnTo>
                  <a:pt x="782955" y="34417"/>
                </a:lnTo>
                <a:lnTo>
                  <a:pt x="779590" y="34417"/>
                </a:lnTo>
                <a:lnTo>
                  <a:pt x="764477" y="38608"/>
                </a:lnTo>
                <a:lnTo>
                  <a:pt x="764477" y="42799"/>
                </a:lnTo>
                <a:lnTo>
                  <a:pt x="771208" y="43624"/>
                </a:lnTo>
                <a:lnTo>
                  <a:pt x="771208" y="88074"/>
                </a:lnTo>
                <a:lnTo>
                  <a:pt x="764477" y="89726"/>
                </a:lnTo>
                <a:lnTo>
                  <a:pt x="764477" y="94742"/>
                </a:lnTo>
                <a:lnTo>
                  <a:pt x="791337" y="94742"/>
                </a:lnTo>
                <a:lnTo>
                  <a:pt x="791337" y="89726"/>
                </a:lnTo>
                <a:lnTo>
                  <a:pt x="782955" y="88074"/>
                </a:lnTo>
                <a:lnTo>
                  <a:pt x="782955" y="56197"/>
                </a:lnTo>
                <a:cubicBezTo>
                  <a:pt x="782955" y="54546"/>
                  <a:pt x="785495" y="48641"/>
                  <a:pt x="790511" y="46101"/>
                </a:cubicBezTo>
                <a:lnTo>
                  <a:pt x="797243" y="49467"/>
                </a:lnTo>
                <a:cubicBezTo>
                  <a:pt x="798957" y="47816"/>
                  <a:pt x="801434" y="46165"/>
                  <a:pt x="801434" y="41973"/>
                </a:cubicBezTo>
                <a:moveTo>
                  <a:pt x="458216" y="181292"/>
                </a:moveTo>
                <a:lnTo>
                  <a:pt x="439738" y="181292"/>
                </a:lnTo>
                <a:cubicBezTo>
                  <a:pt x="440563" y="173736"/>
                  <a:pt x="442278" y="163640"/>
                  <a:pt x="449835" y="163640"/>
                </a:cubicBezTo>
                <a:cubicBezTo>
                  <a:pt x="457327" y="162814"/>
                  <a:pt x="458216" y="173736"/>
                  <a:pt x="458216" y="181292"/>
                </a:cubicBezTo>
                <a:moveTo>
                  <a:pt x="470789" y="187134"/>
                </a:moveTo>
                <a:cubicBezTo>
                  <a:pt x="470789" y="172847"/>
                  <a:pt x="468249" y="157734"/>
                  <a:pt x="449835" y="157734"/>
                </a:cubicBezTo>
                <a:cubicBezTo>
                  <a:pt x="432181" y="157734"/>
                  <a:pt x="427990" y="176213"/>
                  <a:pt x="427990" y="189611"/>
                </a:cubicBezTo>
                <a:cubicBezTo>
                  <a:pt x="427990" y="207264"/>
                  <a:pt x="435547" y="219011"/>
                  <a:pt x="449835" y="219011"/>
                </a:cubicBezTo>
                <a:cubicBezTo>
                  <a:pt x="460756" y="219011"/>
                  <a:pt x="465773" y="214820"/>
                  <a:pt x="470789" y="204724"/>
                </a:cubicBezTo>
                <a:lnTo>
                  <a:pt x="465773" y="202184"/>
                </a:lnTo>
                <a:cubicBezTo>
                  <a:pt x="463233" y="206375"/>
                  <a:pt x="459867" y="209741"/>
                  <a:pt x="454851" y="209741"/>
                </a:cubicBezTo>
                <a:cubicBezTo>
                  <a:pt x="443103" y="209741"/>
                  <a:pt x="441452" y="196342"/>
                  <a:pt x="440563" y="186245"/>
                </a:cubicBezTo>
                <a:lnTo>
                  <a:pt x="470789" y="186245"/>
                </a:lnTo>
                <a:lnTo>
                  <a:pt x="470789" y="187134"/>
                </a:lnTo>
                <a:lnTo>
                  <a:pt x="470789" y="187134"/>
                </a:lnTo>
                <a:close/>
                <a:moveTo>
                  <a:pt x="607568" y="181292"/>
                </a:moveTo>
                <a:lnTo>
                  <a:pt x="589090" y="181292"/>
                </a:lnTo>
                <a:cubicBezTo>
                  <a:pt x="589915" y="173736"/>
                  <a:pt x="591630" y="163640"/>
                  <a:pt x="599187" y="163640"/>
                </a:cubicBezTo>
                <a:cubicBezTo>
                  <a:pt x="606743" y="162814"/>
                  <a:pt x="607568" y="173736"/>
                  <a:pt x="607568" y="181292"/>
                </a:cubicBezTo>
                <a:moveTo>
                  <a:pt x="619316" y="187134"/>
                </a:moveTo>
                <a:cubicBezTo>
                  <a:pt x="619316" y="172847"/>
                  <a:pt x="615950" y="157734"/>
                  <a:pt x="598361" y="157734"/>
                </a:cubicBezTo>
                <a:cubicBezTo>
                  <a:pt x="580772" y="157734"/>
                  <a:pt x="576517" y="176213"/>
                  <a:pt x="576517" y="189611"/>
                </a:cubicBezTo>
                <a:cubicBezTo>
                  <a:pt x="576517" y="207264"/>
                  <a:pt x="584074" y="219011"/>
                  <a:pt x="598361" y="219011"/>
                </a:cubicBezTo>
                <a:cubicBezTo>
                  <a:pt x="609283" y="219011"/>
                  <a:pt x="614299" y="214820"/>
                  <a:pt x="619316" y="204724"/>
                </a:cubicBezTo>
                <a:lnTo>
                  <a:pt x="614299" y="202184"/>
                </a:lnTo>
                <a:cubicBezTo>
                  <a:pt x="611760" y="206375"/>
                  <a:pt x="608394" y="209741"/>
                  <a:pt x="603377" y="209741"/>
                </a:cubicBezTo>
                <a:cubicBezTo>
                  <a:pt x="591630" y="209741"/>
                  <a:pt x="589979" y="196342"/>
                  <a:pt x="589090" y="186245"/>
                </a:cubicBezTo>
                <a:lnTo>
                  <a:pt x="619316" y="186245"/>
                </a:lnTo>
                <a:lnTo>
                  <a:pt x="619316" y="187134"/>
                </a:lnTo>
                <a:lnTo>
                  <a:pt x="619316" y="187134"/>
                </a:lnTo>
                <a:close/>
                <a:moveTo>
                  <a:pt x="503492" y="217360"/>
                </a:moveTo>
                <a:lnTo>
                  <a:pt x="503492" y="212344"/>
                </a:lnTo>
                <a:lnTo>
                  <a:pt x="497587" y="210693"/>
                </a:lnTo>
                <a:lnTo>
                  <a:pt x="497587" y="128460"/>
                </a:lnTo>
                <a:lnTo>
                  <a:pt x="494221" y="128460"/>
                </a:lnTo>
                <a:lnTo>
                  <a:pt x="479108" y="131826"/>
                </a:lnTo>
                <a:lnTo>
                  <a:pt x="479108" y="136017"/>
                </a:lnTo>
                <a:lnTo>
                  <a:pt x="485839" y="136842"/>
                </a:lnTo>
                <a:lnTo>
                  <a:pt x="485839" y="210693"/>
                </a:lnTo>
                <a:lnTo>
                  <a:pt x="479108" y="212344"/>
                </a:lnTo>
                <a:lnTo>
                  <a:pt x="479108" y="217360"/>
                </a:lnTo>
                <a:lnTo>
                  <a:pt x="503492" y="217360"/>
                </a:lnTo>
                <a:close/>
                <a:moveTo>
                  <a:pt x="568135" y="217360"/>
                </a:moveTo>
                <a:lnTo>
                  <a:pt x="568135" y="212344"/>
                </a:lnTo>
                <a:lnTo>
                  <a:pt x="562229" y="210693"/>
                </a:lnTo>
                <a:lnTo>
                  <a:pt x="562229" y="172910"/>
                </a:lnTo>
                <a:cubicBezTo>
                  <a:pt x="562229" y="164529"/>
                  <a:pt x="557213" y="158623"/>
                  <a:pt x="547942" y="158623"/>
                </a:cubicBezTo>
                <a:cubicBezTo>
                  <a:pt x="541211" y="158623"/>
                  <a:pt x="536194" y="161989"/>
                  <a:pt x="532003" y="165354"/>
                </a:cubicBezTo>
                <a:lnTo>
                  <a:pt x="532003" y="128397"/>
                </a:lnTo>
                <a:lnTo>
                  <a:pt x="528638" y="128397"/>
                </a:lnTo>
                <a:lnTo>
                  <a:pt x="513524" y="131763"/>
                </a:lnTo>
                <a:lnTo>
                  <a:pt x="513524" y="135954"/>
                </a:lnTo>
                <a:lnTo>
                  <a:pt x="520256" y="136779"/>
                </a:lnTo>
                <a:lnTo>
                  <a:pt x="520256" y="210630"/>
                </a:lnTo>
                <a:lnTo>
                  <a:pt x="513524" y="212280"/>
                </a:lnTo>
                <a:lnTo>
                  <a:pt x="513524" y="217297"/>
                </a:lnTo>
                <a:lnTo>
                  <a:pt x="537845" y="217297"/>
                </a:lnTo>
                <a:lnTo>
                  <a:pt x="537845" y="212280"/>
                </a:lnTo>
                <a:lnTo>
                  <a:pt x="531940" y="210630"/>
                </a:lnTo>
                <a:lnTo>
                  <a:pt x="531940" y="172021"/>
                </a:lnTo>
                <a:cubicBezTo>
                  <a:pt x="535305" y="169481"/>
                  <a:pt x="538671" y="166116"/>
                  <a:pt x="542861" y="166116"/>
                </a:cubicBezTo>
                <a:cubicBezTo>
                  <a:pt x="549593" y="166116"/>
                  <a:pt x="549593" y="172847"/>
                  <a:pt x="549593" y="177864"/>
                </a:cubicBezTo>
                <a:lnTo>
                  <a:pt x="549593" y="210566"/>
                </a:lnTo>
                <a:lnTo>
                  <a:pt x="543687" y="211392"/>
                </a:lnTo>
                <a:lnTo>
                  <a:pt x="543687" y="216408"/>
                </a:lnTo>
                <a:lnTo>
                  <a:pt x="568135" y="217360"/>
                </a:lnTo>
                <a:lnTo>
                  <a:pt x="568135" y="217360"/>
                </a:lnTo>
                <a:close/>
                <a:moveTo>
                  <a:pt x="503492" y="93980"/>
                </a:moveTo>
                <a:lnTo>
                  <a:pt x="503492" y="88964"/>
                </a:lnTo>
                <a:lnTo>
                  <a:pt x="497587" y="87313"/>
                </a:lnTo>
                <a:lnTo>
                  <a:pt x="497587" y="49530"/>
                </a:lnTo>
                <a:cubicBezTo>
                  <a:pt x="497587" y="41148"/>
                  <a:pt x="492570" y="34417"/>
                  <a:pt x="483299" y="34417"/>
                </a:cubicBezTo>
                <a:cubicBezTo>
                  <a:pt x="476568" y="34417"/>
                  <a:pt x="471551" y="37782"/>
                  <a:pt x="467361" y="41148"/>
                </a:cubicBezTo>
                <a:lnTo>
                  <a:pt x="467361" y="5080"/>
                </a:lnTo>
                <a:lnTo>
                  <a:pt x="463995" y="5080"/>
                </a:lnTo>
                <a:lnTo>
                  <a:pt x="448882" y="8445"/>
                </a:lnTo>
                <a:lnTo>
                  <a:pt x="448882" y="12636"/>
                </a:lnTo>
                <a:lnTo>
                  <a:pt x="455613" y="14288"/>
                </a:lnTo>
                <a:lnTo>
                  <a:pt x="455613" y="88138"/>
                </a:lnTo>
                <a:lnTo>
                  <a:pt x="448882" y="89789"/>
                </a:lnTo>
                <a:lnTo>
                  <a:pt x="448882" y="94805"/>
                </a:lnTo>
                <a:lnTo>
                  <a:pt x="473202" y="94805"/>
                </a:lnTo>
                <a:lnTo>
                  <a:pt x="473202" y="89789"/>
                </a:lnTo>
                <a:lnTo>
                  <a:pt x="467297" y="88138"/>
                </a:lnTo>
                <a:lnTo>
                  <a:pt x="467297" y="49530"/>
                </a:lnTo>
                <a:cubicBezTo>
                  <a:pt x="470662" y="46990"/>
                  <a:pt x="474028" y="44514"/>
                  <a:pt x="478219" y="44514"/>
                </a:cubicBezTo>
                <a:cubicBezTo>
                  <a:pt x="484949" y="44514"/>
                  <a:pt x="484949" y="51244"/>
                  <a:pt x="484949" y="56261"/>
                </a:cubicBezTo>
                <a:lnTo>
                  <a:pt x="484949" y="88964"/>
                </a:lnTo>
                <a:lnTo>
                  <a:pt x="479044" y="90615"/>
                </a:lnTo>
                <a:lnTo>
                  <a:pt x="479044" y="95631"/>
                </a:lnTo>
                <a:lnTo>
                  <a:pt x="503365" y="95631"/>
                </a:lnTo>
                <a:lnTo>
                  <a:pt x="503492" y="93980"/>
                </a:lnTo>
                <a:lnTo>
                  <a:pt x="503492" y="93980"/>
                </a:lnTo>
                <a:close/>
                <a:moveTo>
                  <a:pt x="549656" y="41973"/>
                </a:moveTo>
                <a:cubicBezTo>
                  <a:pt x="549656" y="36957"/>
                  <a:pt x="546291" y="35242"/>
                  <a:pt x="542925" y="35242"/>
                </a:cubicBezTo>
                <a:cubicBezTo>
                  <a:pt x="537909" y="35242"/>
                  <a:pt x="534543" y="39433"/>
                  <a:pt x="531178" y="45339"/>
                </a:cubicBezTo>
                <a:lnTo>
                  <a:pt x="531178" y="34417"/>
                </a:lnTo>
                <a:lnTo>
                  <a:pt x="527812" y="34417"/>
                </a:lnTo>
                <a:lnTo>
                  <a:pt x="513524" y="38608"/>
                </a:lnTo>
                <a:lnTo>
                  <a:pt x="513524" y="42799"/>
                </a:lnTo>
                <a:lnTo>
                  <a:pt x="520256" y="43624"/>
                </a:lnTo>
                <a:lnTo>
                  <a:pt x="520256" y="88074"/>
                </a:lnTo>
                <a:lnTo>
                  <a:pt x="513524" y="89726"/>
                </a:lnTo>
                <a:lnTo>
                  <a:pt x="513524" y="94742"/>
                </a:lnTo>
                <a:lnTo>
                  <a:pt x="540386" y="94742"/>
                </a:lnTo>
                <a:lnTo>
                  <a:pt x="540386" y="89726"/>
                </a:lnTo>
                <a:lnTo>
                  <a:pt x="532003" y="88074"/>
                </a:lnTo>
                <a:lnTo>
                  <a:pt x="532003" y="56197"/>
                </a:lnTo>
                <a:cubicBezTo>
                  <a:pt x="532003" y="54546"/>
                  <a:pt x="534543" y="48641"/>
                  <a:pt x="539560" y="46101"/>
                </a:cubicBezTo>
                <a:lnTo>
                  <a:pt x="545465" y="49467"/>
                </a:lnTo>
                <a:cubicBezTo>
                  <a:pt x="547180" y="47816"/>
                  <a:pt x="549656" y="46165"/>
                  <a:pt x="549656" y="41973"/>
                </a:cubicBezTo>
                <a:moveTo>
                  <a:pt x="581534" y="93980"/>
                </a:moveTo>
                <a:lnTo>
                  <a:pt x="581534" y="88964"/>
                </a:lnTo>
                <a:lnTo>
                  <a:pt x="574802" y="87313"/>
                </a:lnTo>
                <a:lnTo>
                  <a:pt x="574802" y="34417"/>
                </a:lnTo>
                <a:lnTo>
                  <a:pt x="572262" y="34417"/>
                </a:lnTo>
                <a:lnTo>
                  <a:pt x="557149" y="38608"/>
                </a:lnTo>
                <a:lnTo>
                  <a:pt x="557149" y="42799"/>
                </a:lnTo>
                <a:lnTo>
                  <a:pt x="563880" y="44450"/>
                </a:lnTo>
                <a:lnTo>
                  <a:pt x="563880" y="88074"/>
                </a:lnTo>
                <a:lnTo>
                  <a:pt x="557149" y="89726"/>
                </a:lnTo>
                <a:lnTo>
                  <a:pt x="557149" y="94742"/>
                </a:lnTo>
                <a:lnTo>
                  <a:pt x="581534" y="93980"/>
                </a:lnTo>
                <a:lnTo>
                  <a:pt x="581534" y="93980"/>
                </a:lnTo>
                <a:close/>
                <a:moveTo>
                  <a:pt x="576517" y="13398"/>
                </a:moveTo>
                <a:cubicBezTo>
                  <a:pt x="576517" y="9207"/>
                  <a:pt x="573151" y="5842"/>
                  <a:pt x="568961" y="5842"/>
                </a:cubicBezTo>
                <a:cubicBezTo>
                  <a:pt x="564769" y="5842"/>
                  <a:pt x="561404" y="9207"/>
                  <a:pt x="561404" y="13398"/>
                </a:cubicBezTo>
                <a:cubicBezTo>
                  <a:pt x="561404" y="17590"/>
                  <a:pt x="564769" y="20955"/>
                  <a:pt x="569786" y="20955"/>
                </a:cubicBezTo>
                <a:cubicBezTo>
                  <a:pt x="572326" y="20955"/>
                  <a:pt x="576517" y="17653"/>
                  <a:pt x="576517" y="13398"/>
                </a:cubicBezTo>
                <a:moveTo>
                  <a:pt x="411163" y="223266"/>
                </a:moveTo>
                <a:cubicBezTo>
                  <a:pt x="411163" y="228282"/>
                  <a:pt x="403606" y="232473"/>
                  <a:pt x="393510" y="232473"/>
                </a:cubicBezTo>
                <a:cubicBezTo>
                  <a:pt x="385953" y="232473"/>
                  <a:pt x="380936" y="229108"/>
                  <a:pt x="380936" y="224092"/>
                </a:cubicBezTo>
                <a:cubicBezTo>
                  <a:pt x="380936" y="219901"/>
                  <a:pt x="383477" y="216535"/>
                  <a:pt x="385128" y="214884"/>
                </a:cubicBezTo>
                <a:cubicBezTo>
                  <a:pt x="397701" y="215709"/>
                  <a:pt x="402781" y="215709"/>
                  <a:pt x="406083" y="217424"/>
                </a:cubicBezTo>
                <a:cubicBezTo>
                  <a:pt x="409511" y="217360"/>
                  <a:pt x="411163" y="219075"/>
                  <a:pt x="411163" y="223266"/>
                </a:cubicBezTo>
                <a:moveTo>
                  <a:pt x="401955" y="177927"/>
                </a:moveTo>
                <a:cubicBezTo>
                  <a:pt x="401955" y="183832"/>
                  <a:pt x="401130" y="191326"/>
                  <a:pt x="393574" y="191326"/>
                </a:cubicBezTo>
                <a:cubicBezTo>
                  <a:pt x="386017" y="191326"/>
                  <a:pt x="385191" y="182943"/>
                  <a:pt x="385191" y="177038"/>
                </a:cubicBezTo>
                <a:cubicBezTo>
                  <a:pt x="385191" y="171132"/>
                  <a:pt x="386017" y="162751"/>
                  <a:pt x="392748" y="162751"/>
                </a:cubicBezTo>
                <a:cubicBezTo>
                  <a:pt x="401130" y="161989"/>
                  <a:pt x="401955" y="171196"/>
                  <a:pt x="401955" y="177927"/>
                </a:cubicBezTo>
                <a:moveTo>
                  <a:pt x="317183" y="71310"/>
                </a:moveTo>
                <a:cubicBezTo>
                  <a:pt x="317183" y="78042"/>
                  <a:pt x="314643" y="83883"/>
                  <a:pt x="309626" y="86423"/>
                </a:cubicBezTo>
                <a:cubicBezTo>
                  <a:pt x="306261" y="88074"/>
                  <a:pt x="302070" y="89789"/>
                  <a:pt x="298704" y="89789"/>
                </a:cubicBezTo>
                <a:cubicBezTo>
                  <a:pt x="295339" y="89789"/>
                  <a:pt x="292799" y="88964"/>
                  <a:pt x="291148" y="88138"/>
                </a:cubicBezTo>
                <a:lnTo>
                  <a:pt x="291148" y="54546"/>
                </a:lnTo>
                <a:lnTo>
                  <a:pt x="296164" y="54546"/>
                </a:lnTo>
                <a:cubicBezTo>
                  <a:pt x="304610" y="53721"/>
                  <a:pt x="317183" y="54546"/>
                  <a:pt x="317183" y="71310"/>
                </a:cubicBezTo>
                <a:moveTo>
                  <a:pt x="312166" y="31877"/>
                </a:moveTo>
                <a:cubicBezTo>
                  <a:pt x="312166" y="47816"/>
                  <a:pt x="302959" y="47816"/>
                  <a:pt x="297053" y="47816"/>
                </a:cubicBezTo>
                <a:lnTo>
                  <a:pt x="291148" y="47816"/>
                </a:lnTo>
                <a:lnTo>
                  <a:pt x="291148" y="17590"/>
                </a:lnTo>
                <a:cubicBezTo>
                  <a:pt x="293688" y="16764"/>
                  <a:pt x="295339" y="15939"/>
                  <a:pt x="299530" y="15939"/>
                </a:cubicBezTo>
                <a:cubicBezTo>
                  <a:pt x="303785" y="15939"/>
                  <a:pt x="312166" y="17653"/>
                  <a:pt x="312166" y="31877"/>
                </a:cubicBezTo>
                <a:moveTo>
                  <a:pt x="375920" y="63754"/>
                </a:moveTo>
                <a:cubicBezTo>
                  <a:pt x="375920" y="71310"/>
                  <a:pt x="375095" y="88900"/>
                  <a:pt x="364999" y="88900"/>
                </a:cubicBezTo>
                <a:cubicBezTo>
                  <a:pt x="358267" y="88900"/>
                  <a:pt x="354902" y="79692"/>
                  <a:pt x="354902" y="65405"/>
                </a:cubicBezTo>
                <a:cubicBezTo>
                  <a:pt x="354902" y="58674"/>
                  <a:pt x="355727" y="39370"/>
                  <a:pt x="366649" y="39370"/>
                </a:cubicBezTo>
                <a:cubicBezTo>
                  <a:pt x="374269" y="39433"/>
                  <a:pt x="375920" y="53721"/>
                  <a:pt x="375920" y="63754"/>
                </a:cubicBezTo>
                <a:moveTo>
                  <a:pt x="429641" y="57912"/>
                </a:moveTo>
                <a:lnTo>
                  <a:pt x="411163" y="57912"/>
                </a:lnTo>
                <a:cubicBezTo>
                  <a:pt x="411988" y="50355"/>
                  <a:pt x="413703" y="39433"/>
                  <a:pt x="421260" y="39433"/>
                </a:cubicBezTo>
                <a:cubicBezTo>
                  <a:pt x="427990" y="40259"/>
                  <a:pt x="428816" y="50355"/>
                  <a:pt x="429641" y="57912"/>
                </a:cubicBezTo>
                <a:moveTo>
                  <a:pt x="298704" y="217360"/>
                </a:moveTo>
                <a:lnTo>
                  <a:pt x="298704" y="212344"/>
                </a:lnTo>
                <a:lnTo>
                  <a:pt x="291974" y="210693"/>
                </a:lnTo>
                <a:lnTo>
                  <a:pt x="291974" y="140208"/>
                </a:lnTo>
                <a:lnTo>
                  <a:pt x="299530" y="138557"/>
                </a:lnTo>
                <a:lnTo>
                  <a:pt x="299530" y="133541"/>
                </a:lnTo>
                <a:lnTo>
                  <a:pt x="271844" y="133541"/>
                </a:lnTo>
                <a:lnTo>
                  <a:pt x="271844" y="138557"/>
                </a:lnTo>
                <a:lnTo>
                  <a:pt x="279400" y="139382"/>
                </a:lnTo>
                <a:lnTo>
                  <a:pt x="279400" y="209867"/>
                </a:lnTo>
                <a:lnTo>
                  <a:pt x="271844" y="211518"/>
                </a:lnTo>
                <a:lnTo>
                  <a:pt x="271844" y="216535"/>
                </a:lnTo>
                <a:lnTo>
                  <a:pt x="298704" y="217360"/>
                </a:lnTo>
                <a:lnTo>
                  <a:pt x="298704" y="217360"/>
                </a:lnTo>
                <a:close/>
                <a:moveTo>
                  <a:pt x="362522" y="217360"/>
                </a:moveTo>
                <a:lnTo>
                  <a:pt x="362522" y="212344"/>
                </a:lnTo>
                <a:lnTo>
                  <a:pt x="356616" y="210693"/>
                </a:lnTo>
                <a:lnTo>
                  <a:pt x="356616" y="172910"/>
                </a:lnTo>
                <a:cubicBezTo>
                  <a:pt x="356616" y="163703"/>
                  <a:pt x="351599" y="157797"/>
                  <a:pt x="341503" y="157797"/>
                </a:cubicBezTo>
                <a:cubicBezTo>
                  <a:pt x="335598" y="157797"/>
                  <a:pt x="330581" y="161163"/>
                  <a:pt x="326390" y="164529"/>
                </a:cubicBezTo>
                <a:lnTo>
                  <a:pt x="326390" y="156972"/>
                </a:lnTo>
                <a:lnTo>
                  <a:pt x="323024" y="156972"/>
                </a:lnTo>
                <a:lnTo>
                  <a:pt x="307911" y="161163"/>
                </a:lnTo>
                <a:lnTo>
                  <a:pt x="307911" y="166180"/>
                </a:lnTo>
                <a:lnTo>
                  <a:pt x="314643" y="167005"/>
                </a:lnTo>
                <a:lnTo>
                  <a:pt x="314643" y="210630"/>
                </a:lnTo>
                <a:lnTo>
                  <a:pt x="307911" y="212280"/>
                </a:lnTo>
                <a:lnTo>
                  <a:pt x="307911" y="217297"/>
                </a:lnTo>
                <a:lnTo>
                  <a:pt x="333058" y="217297"/>
                </a:lnTo>
                <a:lnTo>
                  <a:pt x="333058" y="212280"/>
                </a:lnTo>
                <a:lnTo>
                  <a:pt x="327152" y="210630"/>
                </a:lnTo>
                <a:lnTo>
                  <a:pt x="327152" y="171196"/>
                </a:lnTo>
                <a:cubicBezTo>
                  <a:pt x="330518" y="167830"/>
                  <a:pt x="333884" y="166180"/>
                  <a:pt x="338899" y="166180"/>
                </a:cubicBezTo>
                <a:cubicBezTo>
                  <a:pt x="345631" y="166180"/>
                  <a:pt x="345631" y="172910"/>
                  <a:pt x="345631" y="176276"/>
                </a:cubicBezTo>
                <a:lnTo>
                  <a:pt x="345631" y="211518"/>
                </a:lnTo>
                <a:lnTo>
                  <a:pt x="338899" y="212344"/>
                </a:lnTo>
                <a:lnTo>
                  <a:pt x="338899" y="217360"/>
                </a:lnTo>
                <a:lnTo>
                  <a:pt x="362522" y="217360"/>
                </a:lnTo>
                <a:close/>
                <a:moveTo>
                  <a:pt x="420434" y="166180"/>
                </a:moveTo>
                <a:lnTo>
                  <a:pt x="420434" y="158623"/>
                </a:lnTo>
                <a:lnTo>
                  <a:pt x="406147" y="159448"/>
                </a:lnTo>
                <a:cubicBezTo>
                  <a:pt x="401955" y="159448"/>
                  <a:pt x="397764" y="157797"/>
                  <a:pt x="393574" y="157797"/>
                </a:cubicBezTo>
                <a:cubicBezTo>
                  <a:pt x="381826" y="157797"/>
                  <a:pt x="372618" y="166180"/>
                  <a:pt x="372618" y="177927"/>
                </a:cubicBezTo>
                <a:cubicBezTo>
                  <a:pt x="372618" y="188023"/>
                  <a:pt x="378524" y="192215"/>
                  <a:pt x="382715" y="194691"/>
                </a:cubicBezTo>
                <a:cubicBezTo>
                  <a:pt x="376810" y="198056"/>
                  <a:pt x="371793" y="203073"/>
                  <a:pt x="371793" y="207264"/>
                </a:cubicBezTo>
                <a:cubicBezTo>
                  <a:pt x="371793" y="211455"/>
                  <a:pt x="374333" y="213169"/>
                  <a:pt x="378524" y="214820"/>
                </a:cubicBezTo>
                <a:cubicBezTo>
                  <a:pt x="374333" y="217360"/>
                  <a:pt x="369316" y="221552"/>
                  <a:pt x="369316" y="227393"/>
                </a:cubicBezTo>
                <a:cubicBezTo>
                  <a:pt x="369316" y="236601"/>
                  <a:pt x="380238" y="239967"/>
                  <a:pt x="390272" y="239967"/>
                </a:cubicBezTo>
                <a:cubicBezTo>
                  <a:pt x="408749" y="239967"/>
                  <a:pt x="418783" y="230759"/>
                  <a:pt x="418783" y="219837"/>
                </a:cubicBezTo>
                <a:cubicBezTo>
                  <a:pt x="418783" y="209741"/>
                  <a:pt x="412877" y="206439"/>
                  <a:pt x="402019" y="205549"/>
                </a:cubicBezTo>
                <a:lnTo>
                  <a:pt x="386906" y="204724"/>
                </a:lnTo>
                <a:cubicBezTo>
                  <a:pt x="386080" y="204724"/>
                  <a:pt x="382715" y="203898"/>
                  <a:pt x="382715" y="202184"/>
                </a:cubicBezTo>
                <a:cubicBezTo>
                  <a:pt x="382715" y="200533"/>
                  <a:pt x="385255" y="198818"/>
                  <a:pt x="386906" y="197167"/>
                </a:cubicBezTo>
                <a:cubicBezTo>
                  <a:pt x="389446" y="197993"/>
                  <a:pt x="391923" y="197993"/>
                  <a:pt x="393636" y="197993"/>
                </a:cubicBezTo>
                <a:cubicBezTo>
                  <a:pt x="402019" y="197993"/>
                  <a:pt x="413766" y="192088"/>
                  <a:pt x="413766" y="178689"/>
                </a:cubicBezTo>
                <a:cubicBezTo>
                  <a:pt x="413766" y="174498"/>
                  <a:pt x="412115" y="171132"/>
                  <a:pt x="409575" y="166942"/>
                </a:cubicBezTo>
                <a:lnTo>
                  <a:pt x="420434" y="166180"/>
                </a:lnTo>
                <a:close/>
                <a:moveTo>
                  <a:pt x="330645" y="72199"/>
                </a:moveTo>
                <a:cubicBezTo>
                  <a:pt x="330645" y="66294"/>
                  <a:pt x="328994" y="61278"/>
                  <a:pt x="324739" y="57086"/>
                </a:cubicBezTo>
                <a:cubicBezTo>
                  <a:pt x="320549" y="52895"/>
                  <a:pt x="316357" y="51181"/>
                  <a:pt x="312166" y="50355"/>
                </a:cubicBezTo>
                <a:cubicBezTo>
                  <a:pt x="318072" y="47816"/>
                  <a:pt x="326454" y="41973"/>
                  <a:pt x="326454" y="31052"/>
                </a:cubicBezTo>
                <a:cubicBezTo>
                  <a:pt x="326454" y="26860"/>
                  <a:pt x="324803" y="21844"/>
                  <a:pt x="321437" y="17653"/>
                </a:cubicBezTo>
                <a:cubicBezTo>
                  <a:pt x="315532" y="10922"/>
                  <a:pt x="306324" y="10922"/>
                  <a:pt x="302134" y="10922"/>
                </a:cubicBezTo>
                <a:cubicBezTo>
                  <a:pt x="297117" y="10922"/>
                  <a:pt x="292036" y="11747"/>
                  <a:pt x="286195" y="11747"/>
                </a:cubicBezTo>
                <a:lnTo>
                  <a:pt x="271907" y="11747"/>
                </a:lnTo>
                <a:lnTo>
                  <a:pt x="271907" y="16764"/>
                </a:lnTo>
                <a:lnTo>
                  <a:pt x="280289" y="18415"/>
                </a:lnTo>
                <a:lnTo>
                  <a:pt x="280289" y="88074"/>
                </a:lnTo>
                <a:lnTo>
                  <a:pt x="271907" y="89726"/>
                </a:lnTo>
                <a:lnTo>
                  <a:pt x="271907" y="94742"/>
                </a:lnTo>
                <a:lnTo>
                  <a:pt x="286195" y="94742"/>
                </a:lnTo>
                <a:cubicBezTo>
                  <a:pt x="288735" y="94742"/>
                  <a:pt x="302134" y="94742"/>
                  <a:pt x="304674" y="94742"/>
                </a:cubicBezTo>
                <a:cubicBezTo>
                  <a:pt x="311404" y="94742"/>
                  <a:pt x="323152" y="94742"/>
                  <a:pt x="328994" y="83820"/>
                </a:cubicBezTo>
                <a:cubicBezTo>
                  <a:pt x="329756" y="80581"/>
                  <a:pt x="330645" y="76391"/>
                  <a:pt x="330645" y="72199"/>
                </a:cubicBezTo>
                <a:moveTo>
                  <a:pt x="388557" y="63754"/>
                </a:moveTo>
                <a:cubicBezTo>
                  <a:pt x="388557" y="37719"/>
                  <a:pt x="371793" y="33528"/>
                  <a:pt x="365061" y="33528"/>
                </a:cubicBezTo>
                <a:cubicBezTo>
                  <a:pt x="348298" y="33528"/>
                  <a:pt x="341567" y="51181"/>
                  <a:pt x="341567" y="65405"/>
                </a:cubicBezTo>
                <a:cubicBezTo>
                  <a:pt x="341567" y="83883"/>
                  <a:pt x="351663" y="95631"/>
                  <a:pt x="365061" y="95631"/>
                </a:cubicBezTo>
                <a:cubicBezTo>
                  <a:pt x="377635" y="95694"/>
                  <a:pt x="388557" y="84772"/>
                  <a:pt x="388557" y="63754"/>
                </a:cubicBezTo>
                <a:moveTo>
                  <a:pt x="441389" y="63754"/>
                </a:moveTo>
                <a:cubicBezTo>
                  <a:pt x="441389" y="49467"/>
                  <a:pt x="438849" y="34354"/>
                  <a:pt x="420434" y="34354"/>
                </a:cubicBezTo>
                <a:cubicBezTo>
                  <a:pt x="402781" y="34354"/>
                  <a:pt x="398590" y="52832"/>
                  <a:pt x="398590" y="66230"/>
                </a:cubicBezTo>
                <a:cubicBezTo>
                  <a:pt x="398590" y="83883"/>
                  <a:pt x="406147" y="95631"/>
                  <a:pt x="420434" y="95631"/>
                </a:cubicBezTo>
                <a:cubicBezTo>
                  <a:pt x="431356" y="95631"/>
                  <a:pt x="436373" y="91440"/>
                  <a:pt x="441389" y="81343"/>
                </a:cubicBezTo>
                <a:lnTo>
                  <a:pt x="436373" y="78804"/>
                </a:lnTo>
                <a:cubicBezTo>
                  <a:pt x="433832" y="82994"/>
                  <a:pt x="430467" y="86360"/>
                  <a:pt x="425450" y="86360"/>
                </a:cubicBezTo>
                <a:cubicBezTo>
                  <a:pt x="413703" y="86360"/>
                  <a:pt x="412052" y="72961"/>
                  <a:pt x="411163" y="62865"/>
                </a:cubicBezTo>
                <a:lnTo>
                  <a:pt x="441389" y="62865"/>
                </a:lnTo>
                <a:lnTo>
                  <a:pt x="441389" y="63754"/>
                </a:lnTo>
                <a:lnTo>
                  <a:pt x="441389" y="63754"/>
                </a:lnTo>
                <a:close/>
                <a:moveTo>
                  <a:pt x="73787" y="221552"/>
                </a:moveTo>
                <a:lnTo>
                  <a:pt x="73787" y="143510"/>
                </a:lnTo>
                <a:lnTo>
                  <a:pt x="62040" y="143510"/>
                </a:lnTo>
                <a:lnTo>
                  <a:pt x="62040" y="217360"/>
                </a:lnTo>
                <a:cubicBezTo>
                  <a:pt x="65405" y="218186"/>
                  <a:pt x="69597" y="219901"/>
                  <a:pt x="73787" y="221552"/>
                </a:cubicBezTo>
                <a:moveTo>
                  <a:pt x="96457" y="227457"/>
                </a:moveTo>
                <a:lnTo>
                  <a:pt x="96457" y="68834"/>
                </a:lnTo>
                <a:lnTo>
                  <a:pt x="84710" y="68834"/>
                </a:lnTo>
                <a:lnTo>
                  <a:pt x="84710" y="224917"/>
                </a:lnTo>
                <a:cubicBezTo>
                  <a:pt x="88900" y="225742"/>
                  <a:pt x="92266" y="226568"/>
                  <a:pt x="96457" y="227457"/>
                </a:cubicBezTo>
                <a:moveTo>
                  <a:pt x="119126" y="228282"/>
                </a:moveTo>
                <a:lnTo>
                  <a:pt x="119126" y="68834"/>
                </a:lnTo>
                <a:lnTo>
                  <a:pt x="107379" y="68834"/>
                </a:lnTo>
                <a:lnTo>
                  <a:pt x="107379" y="228282"/>
                </a:lnTo>
                <a:cubicBezTo>
                  <a:pt x="109030" y="228282"/>
                  <a:pt x="111570" y="228282"/>
                  <a:pt x="113285" y="228282"/>
                </a:cubicBezTo>
                <a:cubicBezTo>
                  <a:pt x="114936" y="228282"/>
                  <a:pt x="117475" y="228282"/>
                  <a:pt x="119126" y="228282"/>
                </a:cubicBezTo>
                <a:moveTo>
                  <a:pt x="165291" y="216535"/>
                </a:moveTo>
                <a:lnTo>
                  <a:pt x="165291" y="142684"/>
                </a:lnTo>
                <a:lnTo>
                  <a:pt x="153543" y="142684"/>
                </a:lnTo>
                <a:lnTo>
                  <a:pt x="153543" y="221552"/>
                </a:lnTo>
                <a:cubicBezTo>
                  <a:pt x="157735" y="219901"/>
                  <a:pt x="161099" y="218186"/>
                  <a:pt x="165291" y="216535"/>
                </a:cubicBezTo>
                <a:moveTo>
                  <a:pt x="141796" y="224917"/>
                </a:moveTo>
                <a:lnTo>
                  <a:pt x="141796" y="68834"/>
                </a:lnTo>
                <a:lnTo>
                  <a:pt x="130874" y="68834"/>
                </a:lnTo>
                <a:lnTo>
                  <a:pt x="130874" y="228282"/>
                </a:lnTo>
                <a:cubicBezTo>
                  <a:pt x="134239" y="226568"/>
                  <a:pt x="138430" y="225742"/>
                  <a:pt x="141796" y="224917"/>
                </a:cubicBezTo>
                <a:moveTo>
                  <a:pt x="228219" y="114109"/>
                </a:moveTo>
                <a:cubicBezTo>
                  <a:pt x="228219" y="51181"/>
                  <a:pt x="177038" y="0"/>
                  <a:pt x="114110" y="0"/>
                </a:cubicBezTo>
                <a:cubicBezTo>
                  <a:pt x="51181" y="0"/>
                  <a:pt x="0" y="51181"/>
                  <a:pt x="0" y="114109"/>
                </a:cubicBezTo>
                <a:cubicBezTo>
                  <a:pt x="0" y="154368"/>
                  <a:pt x="20130" y="189611"/>
                  <a:pt x="51181" y="209804"/>
                </a:cubicBezTo>
                <a:lnTo>
                  <a:pt x="51181" y="142684"/>
                </a:lnTo>
                <a:lnTo>
                  <a:pt x="39434" y="142684"/>
                </a:lnTo>
                <a:lnTo>
                  <a:pt x="39434" y="188849"/>
                </a:lnTo>
                <a:cubicBezTo>
                  <a:pt x="33528" y="182118"/>
                  <a:pt x="27687" y="173736"/>
                  <a:pt x="23495" y="165354"/>
                </a:cubicBezTo>
                <a:cubicBezTo>
                  <a:pt x="15113" y="150241"/>
                  <a:pt x="10097" y="133477"/>
                  <a:pt x="10097" y="114173"/>
                </a:cubicBezTo>
                <a:cubicBezTo>
                  <a:pt x="10097" y="56261"/>
                  <a:pt x="56262" y="9271"/>
                  <a:pt x="114174" y="9271"/>
                </a:cubicBezTo>
                <a:cubicBezTo>
                  <a:pt x="172086" y="9271"/>
                  <a:pt x="218249" y="56261"/>
                  <a:pt x="218249" y="114173"/>
                </a:cubicBezTo>
                <a:cubicBezTo>
                  <a:pt x="218249" y="133477"/>
                  <a:pt x="213234" y="150241"/>
                  <a:pt x="204851" y="165354"/>
                </a:cubicBezTo>
                <a:cubicBezTo>
                  <a:pt x="200661" y="172910"/>
                  <a:pt x="193929" y="182118"/>
                  <a:pt x="188913" y="188023"/>
                </a:cubicBezTo>
                <a:lnTo>
                  <a:pt x="188913" y="141859"/>
                </a:lnTo>
                <a:lnTo>
                  <a:pt x="177165" y="141859"/>
                </a:lnTo>
                <a:lnTo>
                  <a:pt x="177165" y="208979"/>
                </a:lnTo>
                <a:cubicBezTo>
                  <a:pt x="207264" y="188849"/>
                  <a:pt x="228219" y="154432"/>
                  <a:pt x="228219" y="114109"/>
                </a:cubicBezTo>
                <a:moveTo>
                  <a:pt x="148527" y="52006"/>
                </a:moveTo>
                <a:lnTo>
                  <a:pt x="113285" y="25146"/>
                </a:lnTo>
                <a:lnTo>
                  <a:pt x="78042" y="52006"/>
                </a:lnTo>
                <a:lnTo>
                  <a:pt x="83948" y="60389"/>
                </a:lnTo>
                <a:lnTo>
                  <a:pt x="112459" y="38544"/>
                </a:lnTo>
                <a:lnTo>
                  <a:pt x="140970" y="60389"/>
                </a:lnTo>
                <a:lnTo>
                  <a:pt x="148527" y="52006"/>
                </a:lnTo>
                <a:close/>
              </a:path>
            </a:pathLst>
          </a:custGeom>
          <a:solidFill>
            <a:srgbClr val="183F77"/>
          </a:solidFill>
          <a:ln w="6350" cap="flat">
            <a:noFill/>
            <a:prstDash val="solid"/>
            <a:miter/>
          </a:ln>
        </p:spPr>
        <p:txBody>
          <a:bodyPr rtlCol="0" anchor="ctr"/>
          <a:lstStyle/>
          <a:p>
            <a:endParaRPr lang="en-US" sz="1350"/>
          </a:p>
        </p:txBody>
      </p:sp>
      <p:grpSp>
        <p:nvGrpSpPr>
          <p:cNvPr id="19" name="Graphic 4">
            <a:extLst>
              <a:ext uri="{FF2B5EF4-FFF2-40B4-BE49-F238E27FC236}">
                <a16:creationId xmlns:a16="http://schemas.microsoft.com/office/drawing/2014/main" id="{D1433984-57DB-49CE-8C3B-BA35B294FB4C}"/>
              </a:ext>
            </a:extLst>
          </p:cNvPr>
          <p:cNvGrpSpPr/>
          <p:nvPr/>
        </p:nvGrpSpPr>
        <p:grpSpPr>
          <a:xfrm>
            <a:off x="8611648" y="188452"/>
            <a:ext cx="289565" cy="289560"/>
            <a:chOff x="11482196" y="251269"/>
            <a:chExt cx="386086" cy="386080"/>
          </a:xfrm>
        </p:grpSpPr>
        <p:sp>
          <p:nvSpPr>
            <p:cNvPr id="20" name="Freeform: Shape 19">
              <a:extLst>
                <a:ext uri="{FF2B5EF4-FFF2-40B4-BE49-F238E27FC236}">
                  <a16:creationId xmlns:a16="http://schemas.microsoft.com/office/drawing/2014/main" id="{BC67D959-CBAB-4DDD-A999-B05B1A6E0A3B}"/>
                </a:ext>
              </a:extLst>
            </p:cNvPr>
            <p:cNvSpPr/>
            <p:nvPr/>
          </p:nvSpPr>
          <p:spPr>
            <a:xfrm>
              <a:off x="11482196" y="251269"/>
              <a:ext cx="386086" cy="386080"/>
            </a:xfrm>
            <a:custGeom>
              <a:avLst/>
              <a:gdLst>
                <a:gd name="connsiteX0" fmla="*/ 193040 w 386086"/>
                <a:gd name="connsiteY0" fmla="*/ 386080 h 386080"/>
                <a:gd name="connsiteX1" fmla="*/ 0 w 386086"/>
                <a:gd name="connsiteY1" fmla="*/ 193040 h 386080"/>
                <a:gd name="connsiteX2" fmla="*/ 193040 w 386086"/>
                <a:gd name="connsiteY2" fmla="*/ 0 h 386080"/>
                <a:gd name="connsiteX3" fmla="*/ 386080 w 386086"/>
                <a:gd name="connsiteY3" fmla="*/ 193040 h 386080"/>
                <a:gd name="connsiteX4" fmla="*/ 193040 w 386086"/>
                <a:gd name="connsiteY4" fmla="*/ 386080 h 386080"/>
                <a:gd name="connsiteX5" fmla="*/ 193040 w 386086"/>
                <a:gd name="connsiteY5" fmla="*/ 34481 h 386080"/>
                <a:gd name="connsiteX6" fmla="*/ 34417 w 386086"/>
                <a:gd name="connsiteY6" fmla="*/ 193104 h 386080"/>
                <a:gd name="connsiteX7" fmla="*/ 193040 w 386086"/>
                <a:gd name="connsiteY7" fmla="*/ 351727 h 386080"/>
                <a:gd name="connsiteX8" fmla="*/ 351663 w 386086"/>
                <a:gd name="connsiteY8" fmla="*/ 193104 h 386080"/>
                <a:gd name="connsiteX9" fmla="*/ 193040 w 386086"/>
                <a:gd name="connsiteY9" fmla="*/ 34481 h 38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086" h="386080">
                  <a:moveTo>
                    <a:pt x="193040" y="386080"/>
                  </a:moveTo>
                  <a:cubicBezTo>
                    <a:pt x="86423" y="386080"/>
                    <a:pt x="0" y="299657"/>
                    <a:pt x="0" y="193040"/>
                  </a:cubicBezTo>
                  <a:cubicBezTo>
                    <a:pt x="0" y="86424"/>
                    <a:pt x="86423" y="0"/>
                    <a:pt x="193040" y="0"/>
                  </a:cubicBezTo>
                  <a:cubicBezTo>
                    <a:pt x="299657" y="0"/>
                    <a:pt x="386080" y="86424"/>
                    <a:pt x="386080" y="193040"/>
                  </a:cubicBezTo>
                  <a:cubicBezTo>
                    <a:pt x="386906" y="299657"/>
                    <a:pt x="299657" y="386080"/>
                    <a:pt x="193040" y="386080"/>
                  </a:cubicBezTo>
                  <a:moveTo>
                    <a:pt x="193040" y="34481"/>
                  </a:moveTo>
                  <a:cubicBezTo>
                    <a:pt x="105728" y="34481"/>
                    <a:pt x="34417" y="105791"/>
                    <a:pt x="34417" y="193104"/>
                  </a:cubicBezTo>
                  <a:cubicBezTo>
                    <a:pt x="34417" y="280416"/>
                    <a:pt x="105728" y="351727"/>
                    <a:pt x="193040" y="351727"/>
                  </a:cubicBezTo>
                  <a:cubicBezTo>
                    <a:pt x="280353" y="351727"/>
                    <a:pt x="351663" y="280416"/>
                    <a:pt x="351663" y="193104"/>
                  </a:cubicBezTo>
                  <a:cubicBezTo>
                    <a:pt x="352552" y="104965"/>
                    <a:pt x="281178" y="34481"/>
                    <a:pt x="193040" y="34481"/>
                  </a:cubicBezTo>
                </a:path>
              </a:pathLst>
            </a:custGeom>
            <a:solidFill>
              <a:srgbClr val="065575"/>
            </a:solidFill>
            <a:ln w="6350" cap="flat">
              <a:noFill/>
              <a:prstDash val="solid"/>
              <a:miter/>
            </a:ln>
          </p:spPr>
          <p:txBody>
            <a:bodyPr rtlCol="0" anchor="ctr"/>
            <a:lstStyle/>
            <a:p>
              <a:endParaRPr lang="en-US" sz="1350"/>
            </a:p>
          </p:txBody>
        </p:sp>
        <p:sp>
          <p:nvSpPr>
            <p:cNvPr id="21" name="Freeform: Shape 20">
              <a:extLst>
                <a:ext uri="{FF2B5EF4-FFF2-40B4-BE49-F238E27FC236}">
                  <a16:creationId xmlns:a16="http://schemas.microsoft.com/office/drawing/2014/main" id="{72E9657B-126C-45C2-A74B-6F9004C6C0E9}"/>
                </a:ext>
              </a:extLst>
            </p:cNvPr>
            <p:cNvSpPr/>
            <p:nvPr/>
          </p:nvSpPr>
          <p:spPr>
            <a:xfrm>
              <a:off x="11548491" y="268097"/>
              <a:ext cx="315594" cy="315594"/>
            </a:xfrm>
            <a:custGeom>
              <a:avLst/>
              <a:gdLst>
                <a:gd name="connsiteX0" fmla="*/ 157797 w 315594"/>
                <a:gd name="connsiteY0" fmla="*/ 315595 h 315594"/>
                <a:gd name="connsiteX1" fmla="*/ 0 w 315594"/>
                <a:gd name="connsiteY1" fmla="*/ 157797 h 315594"/>
                <a:gd name="connsiteX2" fmla="*/ 157797 w 315594"/>
                <a:gd name="connsiteY2" fmla="*/ 0 h 315594"/>
                <a:gd name="connsiteX3" fmla="*/ 315595 w 315594"/>
                <a:gd name="connsiteY3" fmla="*/ 157797 h 315594"/>
                <a:gd name="connsiteX4" fmla="*/ 157797 w 315594"/>
                <a:gd name="connsiteY4" fmla="*/ 315595 h 315594"/>
                <a:gd name="connsiteX5" fmla="*/ 157797 w 315594"/>
                <a:gd name="connsiteY5" fmla="*/ 35242 h 315594"/>
                <a:gd name="connsiteX6" fmla="*/ 34417 w 315594"/>
                <a:gd name="connsiteY6" fmla="*/ 158623 h 315594"/>
                <a:gd name="connsiteX7" fmla="*/ 157797 w 315594"/>
                <a:gd name="connsiteY7" fmla="*/ 281178 h 315594"/>
                <a:gd name="connsiteX8" fmla="*/ 281177 w 315594"/>
                <a:gd name="connsiteY8" fmla="*/ 158623 h 315594"/>
                <a:gd name="connsiteX9" fmla="*/ 157797 w 315594"/>
                <a:gd name="connsiteY9" fmla="*/ 35242 h 315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5594" h="315594">
                  <a:moveTo>
                    <a:pt x="157797" y="315595"/>
                  </a:moveTo>
                  <a:cubicBezTo>
                    <a:pt x="71374" y="315595"/>
                    <a:pt x="0" y="245110"/>
                    <a:pt x="0" y="157797"/>
                  </a:cubicBezTo>
                  <a:cubicBezTo>
                    <a:pt x="0" y="70485"/>
                    <a:pt x="70485" y="0"/>
                    <a:pt x="157797" y="0"/>
                  </a:cubicBezTo>
                  <a:cubicBezTo>
                    <a:pt x="244221" y="0"/>
                    <a:pt x="315595" y="70485"/>
                    <a:pt x="315595" y="157797"/>
                  </a:cubicBezTo>
                  <a:cubicBezTo>
                    <a:pt x="315595" y="245110"/>
                    <a:pt x="245110" y="315595"/>
                    <a:pt x="157797" y="315595"/>
                  </a:cubicBezTo>
                  <a:moveTo>
                    <a:pt x="157797" y="35242"/>
                  </a:moveTo>
                  <a:cubicBezTo>
                    <a:pt x="89789" y="35242"/>
                    <a:pt x="34417" y="90615"/>
                    <a:pt x="34417" y="158623"/>
                  </a:cubicBezTo>
                  <a:cubicBezTo>
                    <a:pt x="34417" y="226632"/>
                    <a:pt x="89789" y="281178"/>
                    <a:pt x="157797" y="281178"/>
                  </a:cubicBezTo>
                  <a:cubicBezTo>
                    <a:pt x="225806" y="281178"/>
                    <a:pt x="281177" y="225806"/>
                    <a:pt x="281177" y="158623"/>
                  </a:cubicBezTo>
                  <a:cubicBezTo>
                    <a:pt x="281177" y="90678"/>
                    <a:pt x="225806" y="35242"/>
                    <a:pt x="157797" y="35242"/>
                  </a:cubicBezTo>
                </a:path>
              </a:pathLst>
            </a:custGeom>
            <a:solidFill>
              <a:srgbClr val="0E72BA"/>
            </a:solidFill>
            <a:ln w="6350" cap="flat">
              <a:noFill/>
              <a:prstDash val="solid"/>
              <a:miter/>
            </a:ln>
          </p:spPr>
          <p:txBody>
            <a:bodyPr rtlCol="0" anchor="ctr"/>
            <a:lstStyle/>
            <a:p>
              <a:endParaRPr lang="en-US" sz="1350"/>
            </a:p>
          </p:txBody>
        </p:sp>
        <p:sp>
          <p:nvSpPr>
            <p:cNvPr id="22" name="Freeform: Shape 21">
              <a:extLst>
                <a:ext uri="{FF2B5EF4-FFF2-40B4-BE49-F238E27FC236}">
                  <a16:creationId xmlns:a16="http://schemas.microsoft.com/office/drawing/2014/main" id="{6E310289-954B-41DA-B658-93423D5C41E6}"/>
                </a:ext>
              </a:extLst>
            </p:cNvPr>
            <p:cNvSpPr/>
            <p:nvPr/>
          </p:nvSpPr>
          <p:spPr>
            <a:xfrm>
              <a:off x="11567858" y="360489"/>
              <a:ext cx="211455" cy="211454"/>
            </a:xfrm>
            <a:custGeom>
              <a:avLst/>
              <a:gdLst>
                <a:gd name="connsiteX0" fmla="*/ 105728 w 211455"/>
                <a:gd name="connsiteY0" fmla="*/ 211455 h 211454"/>
                <a:gd name="connsiteX1" fmla="*/ 0 w 211455"/>
                <a:gd name="connsiteY1" fmla="*/ 105727 h 211454"/>
                <a:gd name="connsiteX2" fmla="*/ 105728 w 211455"/>
                <a:gd name="connsiteY2" fmla="*/ 0 h 211454"/>
                <a:gd name="connsiteX3" fmla="*/ 211455 w 211455"/>
                <a:gd name="connsiteY3" fmla="*/ 105727 h 211454"/>
                <a:gd name="connsiteX4" fmla="*/ 105728 w 211455"/>
                <a:gd name="connsiteY4" fmla="*/ 211455 h 211454"/>
                <a:gd name="connsiteX5" fmla="*/ 105728 w 211455"/>
                <a:gd name="connsiteY5" fmla="*/ 34354 h 211454"/>
                <a:gd name="connsiteX6" fmla="*/ 34417 w 211455"/>
                <a:gd name="connsiteY6" fmla="*/ 105664 h 211454"/>
                <a:gd name="connsiteX7" fmla="*/ 105728 w 211455"/>
                <a:gd name="connsiteY7" fmla="*/ 176975 h 211454"/>
                <a:gd name="connsiteX8" fmla="*/ 177038 w 211455"/>
                <a:gd name="connsiteY8" fmla="*/ 105664 h 211454"/>
                <a:gd name="connsiteX9" fmla="*/ 105728 w 211455"/>
                <a:gd name="connsiteY9" fmla="*/ 34354 h 211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55" h="211454">
                  <a:moveTo>
                    <a:pt x="105728" y="211455"/>
                  </a:moveTo>
                  <a:cubicBezTo>
                    <a:pt x="46990" y="211455"/>
                    <a:pt x="0" y="163640"/>
                    <a:pt x="0" y="105727"/>
                  </a:cubicBezTo>
                  <a:cubicBezTo>
                    <a:pt x="0" y="46990"/>
                    <a:pt x="47816" y="0"/>
                    <a:pt x="105728" y="0"/>
                  </a:cubicBezTo>
                  <a:cubicBezTo>
                    <a:pt x="163640" y="0"/>
                    <a:pt x="211455" y="47816"/>
                    <a:pt x="211455" y="105727"/>
                  </a:cubicBezTo>
                  <a:cubicBezTo>
                    <a:pt x="211455" y="163576"/>
                    <a:pt x="164465" y="211455"/>
                    <a:pt x="105728" y="211455"/>
                  </a:cubicBezTo>
                  <a:moveTo>
                    <a:pt x="105728" y="34354"/>
                  </a:moveTo>
                  <a:cubicBezTo>
                    <a:pt x="66294" y="34354"/>
                    <a:pt x="34417" y="66230"/>
                    <a:pt x="34417" y="105664"/>
                  </a:cubicBezTo>
                  <a:cubicBezTo>
                    <a:pt x="34417" y="145098"/>
                    <a:pt x="66294" y="176975"/>
                    <a:pt x="105728" y="176975"/>
                  </a:cubicBezTo>
                  <a:cubicBezTo>
                    <a:pt x="145161" y="176975"/>
                    <a:pt x="177038" y="145098"/>
                    <a:pt x="177038" y="105664"/>
                  </a:cubicBezTo>
                  <a:cubicBezTo>
                    <a:pt x="177038" y="66230"/>
                    <a:pt x="145161" y="34354"/>
                    <a:pt x="105728" y="34354"/>
                  </a:cubicBezTo>
                </a:path>
              </a:pathLst>
            </a:custGeom>
            <a:solidFill>
              <a:srgbClr val="F18705"/>
            </a:solidFill>
            <a:ln w="6350" cap="flat">
              <a:noFill/>
              <a:prstDash val="solid"/>
              <a:miter/>
            </a:ln>
          </p:spPr>
          <p:txBody>
            <a:bodyPr rtlCol="0" anchor="ctr"/>
            <a:lstStyle/>
            <a:p>
              <a:endParaRPr lang="en-US" sz="1350"/>
            </a:p>
          </p:txBody>
        </p:sp>
        <p:sp>
          <p:nvSpPr>
            <p:cNvPr id="23" name="Freeform: Shape 22">
              <a:extLst>
                <a:ext uri="{FF2B5EF4-FFF2-40B4-BE49-F238E27FC236}">
                  <a16:creationId xmlns:a16="http://schemas.microsoft.com/office/drawing/2014/main" id="{BD1FAD86-6851-472A-8D14-9E33F52A091D}"/>
                </a:ext>
              </a:extLst>
            </p:cNvPr>
            <p:cNvSpPr/>
            <p:nvPr/>
          </p:nvSpPr>
          <p:spPr>
            <a:xfrm>
              <a:off x="11567794" y="408241"/>
              <a:ext cx="178752" cy="162813"/>
            </a:xfrm>
            <a:custGeom>
              <a:avLst/>
              <a:gdLst>
                <a:gd name="connsiteX0" fmla="*/ 138494 w 178752"/>
                <a:gd name="connsiteY0" fmla="*/ 141034 h 162813"/>
                <a:gd name="connsiteX1" fmla="*/ 15113 w 178752"/>
                <a:gd name="connsiteY1" fmla="*/ 17653 h 162813"/>
                <a:gd name="connsiteX2" fmla="*/ 16764 w 178752"/>
                <a:gd name="connsiteY2" fmla="*/ 0 h 162813"/>
                <a:gd name="connsiteX3" fmla="*/ 0 w 178752"/>
                <a:gd name="connsiteY3" fmla="*/ 57086 h 162813"/>
                <a:gd name="connsiteX4" fmla="*/ 105728 w 178752"/>
                <a:gd name="connsiteY4" fmla="*/ 162814 h 162813"/>
                <a:gd name="connsiteX5" fmla="*/ 178753 w 178752"/>
                <a:gd name="connsiteY5" fmla="*/ 133414 h 162813"/>
                <a:gd name="connsiteX6" fmla="*/ 138494 w 178752"/>
                <a:gd name="connsiteY6" fmla="*/ 141034 h 162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752" h="162813">
                  <a:moveTo>
                    <a:pt x="138494" y="141034"/>
                  </a:moveTo>
                  <a:cubicBezTo>
                    <a:pt x="70486" y="141034"/>
                    <a:pt x="15113" y="85661"/>
                    <a:pt x="15113" y="17653"/>
                  </a:cubicBezTo>
                  <a:cubicBezTo>
                    <a:pt x="15113" y="11747"/>
                    <a:pt x="15939" y="5906"/>
                    <a:pt x="16764" y="0"/>
                  </a:cubicBezTo>
                  <a:cubicBezTo>
                    <a:pt x="5842" y="16764"/>
                    <a:pt x="0" y="36068"/>
                    <a:pt x="0" y="57086"/>
                  </a:cubicBezTo>
                  <a:cubicBezTo>
                    <a:pt x="0" y="115824"/>
                    <a:pt x="47816" y="162814"/>
                    <a:pt x="105728" y="162814"/>
                  </a:cubicBezTo>
                  <a:cubicBezTo>
                    <a:pt x="134239" y="162814"/>
                    <a:pt x="159449" y="151892"/>
                    <a:pt x="178753" y="133414"/>
                  </a:cubicBezTo>
                  <a:cubicBezTo>
                    <a:pt x="166243" y="138493"/>
                    <a:pt x="152781" y="141034"/>
                    <a:pt x="138494" y="141034"/>
                  </a:cubicBezTo>
                </a:path>
              </a:pathLst>
            </a:custGeom>
            <a:solidFill>
              <a:srgbClr val="009A46"/>
            </a:solidFill>
            <a:ln w="6350" cap="flat">
              <a:noFill/>
              <a:prstDash val="solid"/>
              <a:miter/>
            </a:ln>
          </p:spPr>
          <p:txBody>
            <a:bodyPr rtlCol="0" anchor="ctr"/>
            <a:lstStyle/>
            <a:p>
              <a:endParaRPr lang="en-US" sz="1350"/>
            </a:p>
          </p:txBody>
        </p:sp>
        <p:sp>
          <p:nvSpPr>
            <p:cNvPr id="24" name="Freeform: Shape 23">
              <a:extLst>
                <a:ext uri="{FF2B5EF4-FFF2-40B4-BE49-F238E27FC236}">
                  <a16:creationId xmlns:a16="http://schemas.microsoft.com/office/drawing/2014/main" id="{D29335C2-1F8D-4241-8416-10B308427F93}"/>
                </a:ext>
              </a:extLst>
            </p:cNvPr>
            <p:cNvSpPr/>
            <p:nvPr/>
          </p:nvSpPr>
          <p:spPr>
            <a:xfrm>
              <a:off x="11629135" y="373062"/>
              <a:ext cx="142620" cy="142620"/>
            </a:xfrm>
            <a:custGeom>
              <a:avLst/>
              <a:gdLst>
                <a:gd name="connsiteX0" fmla="*/ 71310 w 142620"/>
                <a:gd name="connsiteY0" fmla="*/ 142621 h 142620"/>
                <a:gd name="connsiteX1" fmla="*/ 0 w 142620"/>
                <a:gd name="connsiteY1" fmla="*/ 71311 h 142620"/>
                <a:gd name="connsiteX2" fmla="*/ 71310 w 142620"/>
                <a:gd name="connsiteY2" fmla="*/ 0 h 142620"/>
                <a:gd name="connsiteX3" fmla="*/ 142621 w 142620"/>
                <a:gd name="connsiteY3" fmla="*/ 71311 h 142620"/>
                <a:gd name="connsiteX4" fmla="*/ 71310 w 142620"/>
                <a:gd name="connsiteY4" fmla="*/ 142621 h 142620"/>
                <a:gd name="connsiteX5" fmla="*/ 71310 w 142620"/>
                <a:gd name="connsiteY5" fmla="*/ 34354 h 142620"/>
                <a:gd name="connsiteX6" fmla="*/ 34354 w 142620"/>
                <a:gd name="connsiteY6" fmla="*/ 71311 h 142620"/>
                <a:gd name="connsiteX7" fmla="*/ 71310 w 142620"/>
                <a:gd name="connsiteY7" fmla="*/ 108268 h 142620"/>
                <a:gd name="connsiteX8" fmla="*/ 108268 w 142620"/>
                <a:gd name="connsiteY8" fmla="*/ 71311 h 142620"/>
                <a:gd name="connsiteX9" fmla="*/ 71310 w 142620"/>
                <a:gd name="connsiteY9" fmla="*/ 34354 h 142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620" h="142620">
                  <a:moveTo>
                    <a:pt x="71310" y="142621"/>
                  </a:moveTo>
                  <a:cubicBezTo>
                    <a:pt x="31877" y="142621"/>
                    <a:pt x="0" y="110744"/>
                    <a:pt x="0" y="71311"/>
                  </a:cubicBezTo>
                  <a:cubicBezTo>
                    <a:pt x="0" y="31877"/>
                    <a:pt x="31877" y="0"/>
                    <a:pt x="71310" y="0"/>
                  </a:cubicBezTo>
                  <a:cubicBezTo>
                    <a:pt x="110744" y="0"/>
                    <a:pt x="142621" y="31877"/>
                    <a:pt x="142621" y="71311"/>
                  </a:cubicBezTo>
                  <a:cubicBezTo>
                    <a:pt x="142621" y="110744"/>
                    <a:pt x="110744" y="142621"/>
                    <a:pt x="71310" y="142621"/>
                  </a:cubicBezTo>
                  <a:moveTo>
                    <a:pt x="71310" y="34354"/>
                  </a:moveTo>
                  <a:cubicBezTo>
                    <a:pt x="51181" y="34354"/>
                    <a:pt x="34354" y="51118"/>
                    <a:pt x="34354" y="71311"/>
                  </a:cubicBezTo>
                  <a:cubicBezTo>
                    <a:pt x="34354" y="91440"/>
                    <a:pt x="51118" y="108268"/>
                    <a:pt x="71310" y="108268"/>
                  </a:cubicBezTo>
                  <a:cubicBezTo>
                    <a:pt x="91440" y="108268"/>
                    <a:pt x="108268" y="91504"/>
                    <a:pt x="108268" y="71311"/>
                  </a:cubicBezTo>
                  <a:cubicBezTo>
                    <a:pt x="108204" y="51118"/>
                    <a:pt x="91440" y="34354"/>
                    <a:pt x="71310" y="34354"/>
                  </a:cubicBezTo>
                </a:path>
              </a:pathLst>
            </a:custGeom>
            <a:solidFill>
              <a:srgbClr val="DE2F22"/>
            </a:solidFill>
            <a:ln w="6350" cap="flat">
              <a:noFill/>
              <a:prstDash val="solid"/>
              <a:miter/>
            </a:ln>
          </p:spPr>
          <p:txBody>
            <a:bodyPr rtlCol="0" anchor="ctr"/>
            <a:lstStyle/>
            <a:p>
              <a:endParaRPr lang="en-US" sz="1350"/>
            </a:p>
          </p:txBody>
        </p:sp>
        <p:sp>
          <p:nvSpPr>
            <p:cNvPr id="25" name="Freeform: Shape 24">
              <a:extLst>
                <a:ext uri="{FF2B5EF4-FFF2-40B4-BE49-F238E27FC236}">
                  <a16:creationId xmlns:a16="http://schemas.microsoft.com/office/drawing/2014/main" id="{A7074D7F-B322-4F47-BF1E-CB2F9D2D399A}"/>
                </a:ext>
              </a:extLst>
            </p:cNvPr>
            <p:cNvSpPr/>
            <p:nvPr/>
          </p:nvSpPr>
          <p:spPr>
            <a:xfrm>
              <a:off x="11643359" y="373062"/>
              <a:ext cx="128396" cy="136715"/>
            </a:xfrm>
            <a:custGeom>
              <a:avLst/>
              <a:gdLst>
                <a:gd name="connsiteX0" fmla="*/ 128397 w 128396"/>
                <a:gd name="connsiteY0" fmla="*/ 71311 h 136715"/>
                <a:gd name="connsiteX1" fmla="*/ 57086 w 128396"/>
                <a:gd name="connsiteY1" fmla="*/ 0 h 136715"/>
                <a:gd name="connsiteX2" fmla="*/ 0 w 128396"/>
                <a:gd name="connsiteY2" fmla="*/ 28512 h 136715"/>
                <a:gd name="connsiteX3" fmla="*/ 30226 w 128396"/>
                <a:gd name="connsiteY3" fmla="*/ 21781 h 136715"/>
                <a:gd name="connsiteX4" fmla="*/ 101536 w 128396"/>
                <a:gd name="connsiteY4" fmla="*/ 93091 h 136715"/>
                <a:gd name="connsiteX5" fmla="*/ 86423 w 128396"/>
                <a:gd name="connsiteY5" fmla="*/ 136716 h 136715"/>
                <a:gd name="connsiteX6" fmla="*/ 128397 w 128396"/>
                <a:gd name="connsiteY6" fmla="*/ 71311 h 13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396" h="136715">
                  <a:moveTo>
                    <a:pt x="128397" y="71311"/>
                  </a:moveTo>
                  <a:cubicBezTo>
                    <a:pt x="128397" y="31877"/>
                    <a:pt x="96520" y="0"/>
                    <a:pt x="57086" y="0"/>
                  </a:cubicBezTo>
                  <a:cubicBezTo>
                    <a:pt x="33592" y="0"/>
                    <a:pt x="13462" y="10922"/>
                    <a:pt x="0" y="28512"/>
                  </a:cubicBezTo>
                  <a:cubicBezTo>
                    <a:pt x="9208" y="24321"/>
                    <a:pt x="19304" y="21781"/>
                    <a:pt x="30226" y="21781"/>
                  </a:cubicBezTo>
                  <a:cubicBezTo>
                    <a:pt x="69659" y="21781"/>
                    <a:pt x="101536" y="53657"/>
                    <a:pt x="101536" y="93091"/>
                  </a:cubicBezTo>
                  <a:cubicBezTo>
                    <a:pt x="101536" y="109029"/>
                    <a:pt x="95631" y="124968"/>
                    <a:pt x="86423" y="136716"/>
                  </a:cubicBezTo>
                  <a:cubicBezTo>
                    <a:pt x="111634" y="125032"/>
                    <a:pt x="128397" y="100647"/>
                    <a:pt x="128397" y="71311"/>
                  </a:cubicBezTo>
                </a:path>
              </a:pathLst>
            </a:custGeom>
            <a:solidFill>
              <a:srgbClr val="8C1727"/>
            </a:solidFill>
            <a:ln w="6350" cap="flat">
              <a:noFill/>
              <a:prstDash val="solid"/>
              <a:miter/>
            </a:ln>
          </p:spPr>
          <p:txBody>
            <a:bodyPr rtlCol="0" anchor="ctr"/>
            <a:lstStyle/>
            <a:p>
              <a:endParaRPr lang="en-US" sz="1350"/>
            </a:p>
          </p:txBody>
        </p:sp>
        <p:sp>
          <p:nvSpPr>
            <p:cNvPr id="26" name="Freeform: Shape 25">
              <a:extLst>
                <a:ext uri="{FF2B5EF4-FFF2-40B4-BE49-F238E27FC236}">
                  <a16:creationId xmlns:a16="http://schemas.microsoft.com/office/drawing/2014/main" id="{40ED2EBD-8F42-48B4-B00B-F39E494346AA}"/>
                </a:ext>
              </a:extLst>
            </p:cNvPr>
            <p:cNvSpPr/>
            <p:nvPr/>
          </p:nvSpPr>
          <p:spPr>
            <a:xfrm>
              <a:off x="11618150" y="268160"/>
              <a:ext cx="245935" cy="298767"/>
            </a:xfrm>
            <a:custGeom>
              <a:avLst/>
              <a:gdLst>
                <a:gd name="connsiteX0" fmla="*/ 245935 w 245935"/>
                <a:gd name="connsiteY0" fmla="*/ 157734 h 298767"/>
                <a:gd name="connsiteX1" fmla="*/ 227457 w 245935"/>
                <a:gd name="connsiteY1" fmla="*/ 83058 h 298767"/>
                <a:gd name="connsiteX2" fmla="*/ 223266 w 245935"/>
                <a:gd name="connsiteY2" fmla="*/ 75502 h 298767"/>
                <a:gd name="connsiteX3" fmla="*/ 88964 w 245935"/>
                <a:gd name="connsiteY3" fmla="*/ 0 h 298767"/>
                <a:gd name="connsiteX4" fmla="*/ 0 w 245935"/>
                <a:gd name="connsiteY4" fmla="*/ 27686 h 298767"/>
                <a:gd name="connsiteX5" fmla="*/ 58738 w 245935"/>
                <a:gd name="connsiteY5" fmla="*/ 16764 h 298767"/>
                <a:gd name="connsiteX6" fmla="*/ 194691 w 245935"/>
                <a:gd name="connsiteY6" fmla="*/ 93155 h 298767"/>
                <a:gd name="connsiteX7" fmla="*/ 198056 w 245935"/>
                <a:gd name="connsiteY7" fmla="*/ 99060 h 298767"/>
                <a:gd name="connsiteX8" fmla="*/ 217360 w 245935"/>
                <a:gd name="connsiteY8" fmla="*/ 174562 h 298767"/>
                <a:gd name="connsiteX9" fmla="*/ 156908 w 245935"/>
                <a:gd name="connsiteY9" fmla="*/ 298768 h 298767"/>
                <a:gd name="connsiteX10" fmla="*/ 245935 w 245935"/>
                <a:gd name="connsiteY10" fmla="*/ 157734 h 29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5935" h="298767">
                  <a:moveTo>
                    <a:pt x="245935" y="157734"/>
                  </a:moveTo>
                  <a:cubicBezTo>
                    <a:pt x="245935" y="130874"/>
                    <a:pt x="239205" y="105728"/>
                    <a:pt x="227457" y="83058"/>
                  </a:cubicBezTo>
                  <a:cubicBezTo>
                    <a:pt x="225806" y="80518"/>
                    <a:pt x="224092" y="78042"/>
                    <a:pt x="223266" y="75502"/>
                  </a:cubicBezTo>
                  <a:cubicBezTo>
                    <a:pt x="195580" y="30163"/>
                    <a:pt x="146050" y="0"/>
                    <a:pt x="88964" y="0"/>
                  </a:cubicBezTo>
                  <a:cubicBezTo>
                    <a:pt x="55372" y="0"/>
                    <a:pt x="25209" y="10097"/>
                    <a:pt x="0" y="27686"/>
                  </a:cubicBezTo>
                  <a:cubicBezTo>
                    <a:pt x="17653" y="20130"/>
                    <a:pt x="37782" y="16764"/>
                    <a:pt x="58738" y="16764"/>
                  </a:cubicBezTo>
                  <a:cubicBezTo>
                    <a:pt x="115824" y="16764"/>
                    <a:pt x="167005" y="47815"/>
                    <a:pt x="194691" y="93155"/>
                  </a:cubicBezTo>
                  <a:cubicBezTo>
                    <a:pt x="195517" y="94806"/>
                    <a:pt x="197231" y="97346"/>
                    <a:pt x="198056" y="99060"/>
                  </a:cubicBezTo>
                  <a:cubicBezTo>
                    <a:pt x="210630" y="121730"/>
                    <a:pt x="217360" y="147765"/>
                    <a:pt x="217360" y="174562"/>
                  </a:cubicBezTo>
                  <a:cubicBezTo>
                    <a:pt x="217360" y="224917"/>
                    <a:pt x="193866" y="269367"/>
                    <a:pt x="156908" y="298768"/>
                  </a:cubicBezTo>
                  <a:cubicBezTo>
                    <a:pt x="209042" y="275209"/>
                    <a:pt x="245935" y="220663"/>
                    <a:pt x="245935" y="157734"/>
                  </a:cubicBezTo>
                </a:path>
              </a:pathLst>
            </a:custGeom>
            <a:solidFill>
              <a:srgbClr val="29265B"/>
            </a:solidFill>
            <a:ln w="6350" cap="flat">
              <a:noFill/>
              <a:prstDash val="solid"/>
              <a:miter/>
            </a:ln>
          </p:spPr>
          <p:txBody>
            <a:bodyPr rtlCol="0" anchor="ctr"/>
            <a:lstStyle/>
            <a:p>
              <a:endParaRPr lang="en-US" sz="1350"/>
            </a:p>
          </p:txBody>
        </p:sp>
      </p:grpSp>
      <p:sp>
        <p:nvSpPr>
          <p:cNvPr id="29" name="Titel 7">
            <a:extLst>
              <a:ext uri="{FF2B5EF4-FFF2-40B4-BE49-F238E27FC236}">
                <a16:creationId xmlns:a16="http://schemas.microsoft.com/office/drawing/2014/main" id="{C5FDDAE2-C227-4123-9A82-DDC9612AAF87}"/>
              </a:ext>
            </a:extLst>
          </p:cNvPr>
          <p:cNvSpPr>
            <a:spLocks noGrp="1"/>
          </p:cNvSpPr>
          <p:nvPr>
            <p:ph type="title" hasCustomPrompt="1"/>
          </p:nvPr>
        </p:nvSpPr>
        <p:spPr>
          <a:xfrm>
            <a:off x="367576" y="34601"/>
            <a:ext cx="7836536" cy="640805"/>
          </a:xfrm>
        </p:spPr>
        <p:txBody>
          <a:bodyPr anchor="ctr" anchorCtr="0">
            <a:noAutofit/>
          </a:bodyPr>
          <a:lstStyle>
            <a:lvl1pPr>
              <a:lnSpc>
                <a:spcPct val="90000"/>
              </a:lnSpc>
              <a:defRPr sz="2200" b="1"/>
            </a:lvl1pPr>
          </a:lstStyle>
          <a:p>
            <a:r>
              <a:rPr lang="en-GB" noProof="0"/>
              <a:t>Click to add headline</a:t>
            </a:r>
          </a:p>
        </p:txBody>
      </p:sp>
      <p:sp>
        <p:nvSpPr>
          <p:cNvPr id="32" name="Footer Placeholder 4">
            <a:extLst>
              <a:ext uri="{FF2B5EF4-FFF2-40B4-BE49-F238E27FC236}">
                <a16:creationId xmlns:a16="http://schemas.microsoft.com/office/drawing/2014/main" id="{D9BFB201-C3C5-425D-912E-64A4A098DFD1}"/>
              </a:ext>
            </a:extLst>
          </p:cNvPr>
          <p:cNvSpPr>
            <a:spLocks noGrp="1"/>
          </p:cNvSpPr>
          <p:nvPr>
            <p:ph type="ftr" sz="quarter" idx="11"/>
          </p:nvPr>
        </p:nvSpPr>
        <p:spPr>
          <a:xfrm>
            <a:off x="367576" y="4596480"/>
            <a:ext cx="7836537" cy="273844"/>
          </a:xfrm>
          <a:prstGeom prst="rect">
            <a:avLst/>
          </a:prstGeom>
        </p:spPr>
        <p:txBody>
          <a:bodyPr lIns="0" tIns="0" rIns="0" bIns="0" anchor="b" anchorCtr="0"/>
          <a:lstStyle>
            <a:lvl1pPr>
              <a:defRPr lang="en-GB" sz="700">
                <a:solidFill>
                  <a:schemeClr val="bg1">
                    <a:lumMod val="50000"/>
                  </a:schemeClr>
                </a:solidFill>
                <a:latin typeface="+mj-lt"/>
                <a:cs typeface="BISansOpti"/>
              </a:defRPr>
            </a:lvl1pPr>
          </a:lstStyle>
          <a:p>
            <a:pPr marL="200020" indent="-200020" defTabSz="685783">
              <a:spcBef>
                <a:spcPts val="300"/>
              </a:spcBef>
            </a:pPr>
            <a:endParaRPr lang="de-DE"/>
          </a:p>
        </p:txBody>
      </p:sp>
      <p:pic>
        <p:nvPicPr>
          <p:cNvPr id="15" name="Graphic 14">
            <a:extLst>
              <a:ext uri="{FF2B5EF4-FFF2-40B4-BE49-F238E27FC236}">
                <a16:creationId xmlns:a16="http://schemas.microsoft.com/office/drawing/2014/main" id="{5B7ED83D-24AF-4E2E-AF15-C49D5B9E9B8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952" b="48769"/>
          <a:stretch/>
        </p:blipFill>
        <p:spPr>
          <a:xfrm>
            <a:off x="4130256" y="4867204"/>
            <a:ext cx="803588" cy="183095"/>
          </a:xfrm>
          <a:prstGeom prst="rect">
            <a:avLst/>
          </a:prstGeom>
        </p:spPr>
      </p:pic>
    </p:spTree>
    <p:extLst>
      <p:ext uri="{BB962C8B-B14F-4D97-AF65-F5344CB8AC3E}">
        <p14:creationId xmlns:p14="http://schemas.microsoft.com/office/powerpoint/2010/main" val="10382495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obj">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367575" y="78437"/>
            <a:ext cx="8408850" cy="415499"/>
          </a:xfrm>
        </p:spPr>
        <p:txBody>
          <a:bodyPr/>
          <a:lstStyle>
            <a:lvl1pPr>
              <a:defRPr sz="2700">
                <a:solidFill>
                  <a:srgbClr val="003366"/>
                </a:solidFill>
              </a:defRPr>
            </a:lvl1pPr>
          </a:lstStyle>
          <a:p>
            <a:r>
              <a:rPr lang="de-DE" noProof="0"/>
              <a:t>Mastertitelformat bearbeiten</a:t>
            </a:r>
            <a:endParaRPr lang="en-GB" noProof="0"/>
          </a:p>
        </p:txBody>
      </p:sp>
      <p:sp>
        <p:nvSpPr>
          <p:cNvPr id="3" name="Inhaltsplatzhalter 2"/>
          <p:cNvSpPr>
            <a:spLocks noGrp="1"/>
          </p:cNvSpPr>
          <p:nvPr>
            <p:ph idx="1"/>
          </p:nvPr>
        </p:nvSpPr>
        <p:spPr/>
        <p:txBody>
          <a:bodyPr/>
          <a:lstStyle/>
          <a:p>
            <a:pPr lvl="0"/>
            <a:r>
              <a:rPr lang="de-DE" noProof="0"/>
              <a:t>Mastertextformat bearbeiten</a:t>
            </a:r>
          </a:p>
          <a:p>
            <a:pPr lvl="1"/>
            <a:r>
              <a:rPr lang="de-DE" noProof="0"/>
              <a:t>Zweite Ebene</a:t>
            </a:r>
          </a:p>
          <a:p>
            <a:pPr lvl="2"/>
            <a:r>
              <a:rPr lang="de-DE" noProof="0"/>
              <a:t>Dritte Ebene</a:t>
            </a:r>
          </a:p>
          <a:p>
            <a:pPr lvl="3"/>
            <a:r>
              <a:rPr lang="de-DE" noProof="0"/>
              <a:t>Vierte Ebene</a:t>
            </a:r>
          </a:p>
          <a:p>
            <a:pPr lvl="4"/>
            <a:r>
              <a:rPr lang="de-DE" noProof="0"/>
              <a:t>Fünfte Ebene</a:t>
            </a:r>
            <a:endParaRPr lang="en-GB" noProof="0"/>
          </a:p>
        </p:txBody>
      </p:sp>
      <p:sp>
        <p:nvSpPr>
          <p:cNvPr id="4" name="Datumsplatzhalter 3"/>
          <p:cNvSpPr>
            <a:spLocks noGrp="1"/>
          </p:cNvSpPr>
          <p:nvPr>
            <p:ph type="dt" sz="half" idx="10"/>
          </p:nvPr>
        </p:nvSpPr>
        <p:spPr/>
        <p:txBody>
          <a:bodyPr/>
          <a:lstStyle/>
          <a:p>
            <a:fld id="{B97B442D-D596-4A22-B59F-2B4C559DB2B8}"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11"/>
          </p:nvPr>
        </p:nvSpPr>
        <p:spPr/>
        <p:txBody>
          <a:bodyPr/>
          <a:lstStyle/>
          <a:p>
            <a:r>
              <a:rPr lang="en-GB">
                <a:solidFill>
                  <a:prstClr val="white">
                    <a:lumMod val="50000"/>
                  </a:prstClr>
                </a:solidFill>
              </a:rPr>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5043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196370"/>
            <a:ext cx="9144000" cy="2947130"/>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a:endParaRPr>
          </a:p>
        </p:txBody>
      </p:sp>
      <p:cxnSp>
        <p:nvCxnSpPr>
          <p:cNvPr id="5" name="Gerade Verbindung 4"/>
          <p:cNvCxnSpPr/>
          <p:nvPr userDrawn="1"/>
        </p:nvCxnSpPr>
        <p:spPr>
          <a:xfrm>
            <a:off x="0" y="728590"/>
            <a:ext cx="9144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25/03/2025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970506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Cover A">
    <p:spTree>
      <p:nvGrpSpPr>
        <p:cNvPr id="1" name=""/>
        <p:cNvGrpSpPr/>
        <p:nvPr/>
      </p:nvGrpSpPr>
      <p:grpSpPr>
        <a:xfrm>
          <a:off x="0" y="0"/>
          <a:ext cx="0" cy="0"/>
          <a:chOff x="0" y="0"/>
          <a:chExt cx="0" cy="0"/>
        </a:xfrm>
      </p:grpSpPr>
      <p:sp>
        <p:nvSpPr>
          <p:cNvPr id="7" name="Triangle 6">
            <a:extLst>
              <a:ext uri="{FF2B5EF4-FFF2-40B4-BE49-F238E27FC236}">
                <a16:creationId xmlns:a16="http://schemas.microsoft.com/office/drawing/2014/main" id="{DCACCE9D-8F11-C343-952A-D70E8BD4073A}"/>
              </a:ext>
            </a:extLst>
          </p:cNvPr>
          <p:cNvSpPr/>
          <p:nvPr userDrawn="1"/>
        </p:nvSpPr>
        <p:spPr>
          <a:xfrm rot="5400000">
            <a:off x="135624" y="1325537"/>
            <a:ext cx="3967568" cy="3418836"/>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8" name="Triangle 7">
            <a:extLst>
              <a:ext uri="{FF2B5EF4-FFF2-40B4-BE49-F238E27FC236}">
                <a16:creationId xmlns:a16="http://schemas.microsoft.com/office/drawing/2014/main" id="{58CBB69A-D54F-E341-87B8-C0075FD992C0}"/>
              </a:ext>
            </a:extLst>
          </p:cNvPr>
          <p:cNvSpPr/>
          <p:nvPr userDrawn="1"/>
        </p:nvSpPr>
        <p:spPr>
          <a:xfrm rot="16200000">
            <a:off x="2155069" y="3282362"/>
            <a:ext cx="1010195" cy="870858"/>
          </a:xfrm>
          <a:prstGeom prst="triangle">
            <a:avLst/>
          </a:prstGeom>
          <a:noFill/>
          <a:ln w="28575">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1" name="Triangle 10">
            <a:extLst>
              <a:ext uri="{FF2B5EF4-FFF2-40B4-BE49-F238E27FC236}">
                <a16:creationId xmlns:a16="http://schemas.microsoft.com/office/drawing/2014/main" id="{71B733B7-7250-354F-9BB8-BEE1B2E54361}"/>
              </a:ext>
            </a:extLst>
          </p:cNvPr>
          <p:cNvSpPr/>
          <p:nvPr userDrawn="1"/>
        </p:nvSpPr>
        <p:spPr>
          <a:xfrm rot="5400000">
            <a:off x="2876492" y="3986617"/>
            <a:ext cx="751289" cy="647663"/>
          </a:xfrm>
          <a:prstGeom prst="triangle">
            <a:avLst/>
          </a:prstGeom>
          <a:noFill/>
          <a:ln w="28575">
            <a:solidFill>
              <a:srgbClr val="002C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2" name="Triangle 11">
            <a:extLst>
              <a:ext uri="{FF2B5EF4-FFF2-40B4-BE49-F238E27FC236}">
                <a16:creationId xmlns:a16="http://schemas.microsoft.com/office/drawing/2014/main" id="{902F93EF-28AB-644C-83CA-B552645B851E}"/>
              </a:ext>
            </a:extLst>
          </p:cNvPr>
          <p:cNvSpPr/>
          <p:nvPr userDrawn="1"/>
        </p:nvSpPr>
        <p:spPr>
          <a:xfrm rot="5400000">
            <a:off x="824776" y="288046"/>
            <a:ext cx="2161133" cy="1863044"/>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5" name="Rectangle 14">
            <a:extLst>
              <a:ext uri="{FF2B5EF4-FFF2-40B4-BE49-F238E27FC236}">
                <a16:creationId xmlns:a16="http://schemas.microsoft.com/office/drawing/2014/main" id="{4FF1C349-7C82-6C43-9CCF-ACC7BC5BEC65}"/>
              </a:ext>
            </a:extLst>
          </p:cNvPr>
          <p:cNvSpPr/>
          <p:nvPr userDrawn="1"/>
        </p:nvSpPr>
        <p:spPr>
          <a:xfrm>
            <a:off x="0" y="0"/>
            <a:ext cx="342900"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6" name="Picture 15">
            <a:extLst>
              <a:ext uri="{FF2B5EF4-FFF2-40B4-BE49-F238E27FC236}">
                <a16:creationId xmlns:a16="http://schemas.microsoft.com/office/drawing/2014/main" id="{EAF71953-93BD-624F-A016-1C8ACAFA4C5C}"/>
              </a:ext>
            </a:extLst>
          </p:cNvPr>
          <p:cNvPicPr>
            <a:picLocks noChangeAspect="1"/>
          </p:cNvPicPr>
          <p:nvPr userDrawn="1"/>
        </p:nvPicPr>
        <p:blipFill>
          <a:blip r:embed="rId4"/>
          <a:stretch>
            <a:fillRect/>
          </a:stretch>
        </p:blipFill>
        <p:spPr>
          <a:xfrm>
            <a:off x="7541741" y="342900"/>
            <a:ext cx="1256880" cy="389034"/>
          </a:xfrm>
          <a:prstGeom prst="rect">
            <a:avLst/>
          </a:prstGeom>
        </p:spPr>
      </p:pic>
      <p:sp>
        <p:nvSpPr>
          <p:cNvPr id="17" name="Triangle 16">
            <a:extLst>
              <a:ext uri="{FF2B5EF4-FFF2-40B4-BE49-F238E27FC236}">
                <a16:creationId xmlns:a16="http://schemas.microsoft.com/office/drawing/2014/main" id="{92164CD8-D617-1D46-AF2C-C67F90913441}"/>
              </a:ext>
            </a:extLst>
          </p:cNvPr>
          <p:cNvSpPr/>
          <p:nvPr userDrawn="1"/>
        </p:nvSpPr>
        <p:spPr>
          <a:xfrm rot="16200000">
            <a:off x="2296457" y="370033"/>
            <a:ext cx="839610" cy="723802"/>
          </a:xfrm>
          <a:prstGeom prst="triangl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18" name="Triangle 17">
            <a:extLst>
              <a:ext uri="{FF2B5EF4-FFF2-40B4-BE49-F238E27FC236}">
                <a16:creationId xmlns:a16="http://schemas.microsoft.com/office/drawing/2014/main" id="{54997162-E46F-7443-8173-95A6F96D38D1}"/>
              </a:ext>
            </a:extLst>
          </p:cNvPr>
          <p:cNvSpPr/>
          <p:nvPr userDrawn="1"/>
        </p:nvSpPr>
        <p:spPr>
          <a:xfrm rot="16200000">
            <a:off x="2268001" y="4525130"/>
            <a:ext cx="530171" cy="457044"/>
          </a:xfrm>
          <a:prstGeom prst="triangle">
            <a:avLst/>
          </a:prstGeom>
          <a:solidFill>
            <a:schemeClr val="bg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4" name="Text Placeholder 18">
            <a:extLst>
              <a:ext uri="{FF2B5EF4-FFF2-40B4-BE49-F238E27FC236}">
                <a16:creationId xmlns:a16="http://schemas.microsoft.com/office/drawing/2014/main" id="{32DAFD33-5B25-B345-A11E-49653C3EBB9E}"/>
              </a:ext>
            </a:extLst>
          </p:cNvPr>
          <p:cNvSpPr>
            <a:spLocks noGrp="1"/>
          </p:cNvSpPr>
          <p:nvPr>
            <p:ph type="body" sz="quarter" idx="12" hasCustomPrompt="1"/>
          </p:nvPr>
        </p:nvSpPr>
        <p:spPr>
          <a:xfrm>
            <a:off x="4159648" y="2836273"/>
            <a:ext cx="4321412" cy="488876"/>
          </a:xfrm>
        </p:spPr>
        <p:txBody>
          <a:bodyPr anchor="t"/>
          <a:lstStyle>
            <a:lvl1pPr>
              <a:lnSpc>
                <a:spcPct val="100000"/>
              </a:lnSpc>
              <a:spcBef>
                <a:spcPts val="0"/>
              </a:spcBef>
              <a:defRPr spc="225">
                <a:solidFill>
                  <a:schemeClr val="accent1"/>
                </a:solidFill>
              </a:defRPr>
            </a:lvl1pPr>
            <a:lvl2pPr marL="342900" indent="0">
              <a:buNone/>
              <a:defRPr/>
            </a:lvl2pPr>
          </a:lstStyle>
          <a:p>
            <a:pPr lvl="0"/>
            <a:r>
              <a:rPr lang="en-US"/>
              <a:t>CLICK TO ADD SUBTITLE</a:t>
            </a:r>
          </a:p>
        </p:txBody>
      </p:sp>
      <p:sp>
        <p:nvSpPr>
          <p:cNvPr id="25" name="Text Placeholder 18">
            <a:extLst>
              <a:ext uri="{FF2B5EF4-FFF2-40B4-BE49-F238E27FC236}">
                <a16:creationId xmlns:a16="http://schemas.microsoft.com/office/drawing/2014/main" id="{173780BE-C771-7448-980A-B3E53F018604}"/>
              </a:ext>
            </a:extLst>
          </p:cNvPr>
          <p:cNvSpPr>
            <a:spLocks noGrp="1"/>
          </p:cNvSpPr>
          <p:nvPr>
            <p:ph type="body" sz="quarter" idx="13" hasCustomPrompt="1"/>
          </p:nvPr>
        </p:nvSpPr>
        <p:spPr>
          <a:xfrm>
            <a:off x="4159648" y="2260676"/>
            <a:ext cx="4321412" cy="488876"/>
          </a:xfrm>
        </p:spPr>
        <p:txBody>
          <a:bodyPr anchor="b">
            <a:noAutofit/>
          </a:bodyPr>
          <a:lstStyle>
            <a:lvl1pPr>
              <a:lnSpc>
                <a:spcPct val="100000"/>
              </a:lnSpc>
              <a:spcBef>
                <a:spcPts val="0"/>
              </a:spcBef>
              <a:defRPr sz="3375"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347820387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Cover B">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AF71953-93BD-624F-A016-1C8ACAFA4C5C}"/>
              </a:ext>
            </a:extLst>
          </p:cNvPr>
          <p:cNvPicPr>
            <a:picLocks noChangeAspect="1"/>
          </p:cNvPicPr>
          <p:nvPr userDrawn="1"/>
        </p:nvPicPr>
        <p:blipFill>
          <a:blip r:embed="rId2"/>
          <a:stretch>
            <a:fillRect/>
          </a:stretch>
        </p:blipFill>
        <p:spPr>
          <a:xfrm>
            <a:off x="7541741" y="342900"/>
            <a:ext cx="1256880" cy="389034"/>
          </a:xfrm>
          <a:prstGeom prst="rect">
            <a:avLst/>
          </a:prstGeom>
        </p:spPr>
      </p:pic>
      <p:sp>
        <p:nvSpPr>
          <p:cNvPr id="19" name="Text Placeholder 18">
            <a:extLst>
              <a:ext uri="{FF2B5EF4-FFF2-40B4-BE49-F238E27FC236}">
                <a16:creationId xmlns:a16="http://schemas.microsoft.com/office/drawing/2014/main" id="{372D2BDB-FDF0-9B48-8D3D-0C71244E27BB}"/>
              </a:ext>
            </a:extLst>
          </p:cNvPr>
          <p:cNvSpPr>
            <a:spLocks noGrp="1"/>
          </p:cNvSpPr>
          <p:nvPr>
            <p:ph type="body" sz="quarter" idx="10" hasCustomPrompt="1"/>
          </p:nvPr>
        </p:nvSpPr>
        <p:spPr>
          <a:xfrm>
            <a:off x="789860" y="2836273"/>
            <a:ext cx="4321412" cy="488876"/>
          </a:xfrm>
        </p:spPr>
        <p:txBody>
          <a:bodyPr anchor="t"/>
          <a:lstStyle>
            <a:lvl1pPr>
              <a:lnSpc>
                <a:spcPct val="100000"/>
              </a:lnSpc>
              <a:spcBef>
                <a:spcPts val="0"/>
              </a:spcBef>
              <a:defRPr spc="225">
                <a:solidFill>
                  <a:schemeClr val="accent1"/>
                </a:solidFill>
              </a:defRPr>
            </a:lvl1pPr>
            <a:lvl2pPr marL="342900" indent="0">
              <a:buNone/>
              <a:defRPr/>
            </a:lvl2pPr>
          </a:lstStyle>
          <a:p>
            <a:pPr lvl="0"/>
            <a:r>
              <a:rPr lang="en-US"/>
              <a:t>CLICK TO ADD SUBTITLE</a:t>
            </a:r>
          </a:p>
        </p:txBody>
      </p:sp>
      <p:sp>
        <p:nvSpPr>
          <p:cNvPr id="21" name="Rectangle 20">
            <a:extLst>
              <a:ext uri="{FF2B5EF4-FFF2-40B4-BE49-F238E27FC236}">
                <a16:creationId xmlns:a16="http://schemas.microsoft.com/office/drawing/2014/main" id="{946458EA-1470-474D-918E-B7EB6D5991A6}"/>
              </a:ext>
            </a:extLst>
          </p:cNvPr>
          <p:cNvSpPr/>
          <p:nvPr userDrawn="1"/>
        </p:nvSpPr>
        <p:spPr>
          <a:xfrm>
            <a:off x="0" y="0"/>
            <a:ext cx="3429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22" name="Picture 21">
            <a:extLst>
              <a:ext uri="{FF2B5EF4-FFF2-40B4-BE49-F238E27FC236}">
                <a16:creationId xmlns:a16="http://schemas.microsoft.com/office/drawing/2014/main" id="{3E412B4E-9C27-8041-B3BA-6B7774D33AA1}"/>
              </a:ext>
            </a:extLst>
          </p:cNvPr>
          <p:cNvPicPr>
            <a:picLocks noChangeAspect="1"/>
          </p:cNvPicPr>
          <p:nvPr userDrawn="1"/>
        </p:nvPicPr>
        <p:blipFill>
          <a:blip r:embed="rId2"/>
          <a:stretch>
            <a:fillRect/>
          </a:stretch>
        </p:blipFill>
        <p:spPr>
          <a:xfrm>
            <a:off x="7541741" y="342900"/>
            <a:ext cx="1256880" cy="389034"/>
          </a:xfrm>
          <a:prstGeom prst="rect">
            <a:avLst/>
          </a:prstGeom>
        </p:spPr>
      </p:pic>
      <p:sp>
        <p:nvSpPr>
          <p:cNvPr id="23" name="Triangle 22">
            <a:extLst>
              <a:ext uri="{FF2B5EF4-FFF2-40B4-BE49-F238E27FC236}">
                <a16:creationId xmlns:a16="http://schemas.microsoft.com/office/drawing/2014/main" id="{85FBC580-06F0-044F-B00A-C93ED054CA94}"/>
              </a:ext>
            </a:extLst>
          </p:cNvPr>
          <p:cNvSpPr/>
          <p:nvPr userDrawn="1"/>
        </p:nvSpPr>
        <p:spPr>
          <a:xfrm rot="16200000">
            <a:off x="6032721" y="408939"/>
            <a:ext cx="957562" cy="825484"/>
          </a:xfrm>
          <a:prstGeom prst="triangle">
            <a:avLst/>
          </a:prstGeom>
          <a:solidFill>
            <a:schemeClr val="bg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4" name="Triangle 23">
            <a:extLst>
              <a:ext uri="{FF2B5EF4-FFF2-40B4-BE49-F238E27FC236}">
                <a16:creationId xmlns:a16="http://schemas.microsoft.com/office/drawing/2014/main" id="{A7A6DB73-3C8D-4349-936E-EB4537F3DA92}"/>
              </a:ext>
            </a:extLst>
          </p:cNvPr>
          <p:cNvSpPr/>
          <p:nvPr userDrawn="1"/>
        </p:nvSpPr>
        <p:spPr>
          <a:xfrm rot="5400000">
            <a:off x="5027906" y="942759"/>
            <a:ext cx="3913775" cy="3177841"/>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5" name="Triangle 24">
            <a:extLst>
              <a:ext uri="{FF2B5EF4-FFF2-40B4-BE49-F238E27FC236}">
                <a16:creationId xmlns:a16="http://schemas.microsoft.com/office/drawing/2014/main" id="{8C847821-5B27-F241-8E7C-C3B8C654203E}"/>
              </a:ext>
            </a:extLst>
          </p:cNvPr>
          <p:cNvSpPr/>
          <p:nvPr userDrawn="1"/>
        </p:nvSpPr>
        <p:spPr>
          <a:xfrm rot="5400000">
            <a:off x="6325636" y="4277584"/>
            <a:ext cx="782439" cy="674225"/>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6" name="Triangle 25">
            <a:extLst>
              <a:ext uri="{FF2B5EF4-FFF2-40B4-BE49-F238E27FC236}">
                <a16:creationId xmlns:a16="http://schemas.microsoft.com/office/drawing/2014/main" id="{F7BAAB64-3BD1-1540-9014-16A598A5FB90}"/>
              </a:ext>
            </a:extLst>
          </p:cNvPr>
          <p:cNvSpPr/>
          <p:nvPr userDrawn="1"/>
        </p:nvSpPr>
        <p:spPr>
          <a:xfrm rot="5400000">
            <a:off x="6996063" y="3066594"/>
            <a:ext cx="839610" cy="723802"/>
          </a:xfrm>
          <a:prstGeom prst="triangle">
            <a:avLst/>
          </a:prstGeom>
          <a:solidFill>
            <a:schemeClr val="accent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7" name="Triangle 26">
            <a:extLst>
              <a:ext uri="{FF2B5EF4-FFF2-40B4-BE49-F238E27FC236}">
                <a16:creationId xmlns:a16="http://schemas.microsoft.com/office/drawing/2014/main" id="{50C1E2B0-6C13-0E48-AD12-AF7AF8E1ED6F}"/>
              </a:ext>
            </a:extLst>
          </p:cNvPr>
          <p:cNvSpPr/>
          <p:nvPr userDrawn="1"/>
        </p:nvSpPr>
        <p:spPr>
          <a:xfrm rot="16200000">
            <a:off x="6285168" y="3599571"/>
            <a:ext cx="1031441" cy="889174"/>
          </a:xfrm>
          <a:prstGeom prst="triangle">
            <a:avLst/>
          </a:prstGeom>
          <a:noFill/>
          <a:ln w="28575">
            <a:solidFill>
              <a:srgbClr val="002C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28" name="Triangle 27">
            <a:extLst>
              <a:ext uri="{FF2B5EF4-FFF2-40B4-BE49-F238E27FC236}">
                <a16:creationId xmlns:a16="http://schemas.microsoft.com/office/drawing/2014/main" id="{8F0AF36C-5440-C249-86A1-B4B79B0DB79D}"/>
              </a:ext>
            </a:extLst>
          </p:cNvPr>
          <p:cNvSpPr/>
          <p:nvPr userDrawn="1"/>
        </p:nvSpPr>
        <p:spPr>
          <a:xfrm rot="16200000">
            <a:off x="6742610" y="765339"/>
            <a:ext cx="484368" cy="417558"/>
          </a:xfrm>
          <a:prstGeom prst="triangle">
            <a:avLst/>
          </a:prstGeom>
          <a:noFill/>
          <a:ln w="28575">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sz="1350"/>
          </a:p>
        </p:txBody>
      </p:sp>
      <p:sp>
        <p:nvSpPr>
          <p:cNvPr id="30" name="Text Placeholder 18">
            <a:extLst>
              <a:ext uri="{FF2B5EF4-FFF2-40B4-BE49-F238E27FC236}">
                <a16:creationId xmlns:a16="http://schemas.microsoft.com/office/drawing/2014/main" id="{9C2FF4B1-8231-8E40-A138-166BCECD1073}"/>
              </a:ext>
            </a:extLst>
          </p:cNvPr>
          <p:cNvSpPr>
            <a:spLocks noGrp="1"/>
          </p:cNvSpPr>
          <p:nvPr>
            <p:ph type="body" sz="quarter" idx="11" hasCustomPrompt="1"/>
          </p:nvPr>
        </p:nvSpPr>
        <p:spPr>
          <a:xfrm>
            <a:off x="789860" y="2260676"/>
            <a:ext cx="4321412" cy="488876"/>
          </a:xfrm>
        </p:spPr>
        <p:txBody>
          <a:bodyPr anchor="b">
            <a:noAutofit/>
          </a:bodyPr>
          <a:lstStyle>
            <a:lvl1pPr>
              <a:lnSpc>
                <a:spcPct val="100000"/>
              </a:lnSpc>
              <a:spcBef>
                <a:spcPts val="0"/>
              </a:spcBef>
              <a:defRPr sz="3375" b="1" spc="0">
                <a:solidFill>
                  <a:schemeClr val="tx1"/>
                </a:solidFill>
              </a:defRPr>
            </a:lvl1pPr>
            <a:lvl2pPr marL="342900" indent="0">
              <a:buNone/>
              <a:defRPr/>
            </a:lvl2pPr>
          </a:lstStyle>
          <a:p>
            <a:pPr lvl="0"/>
            <a:r>
              <a:rPr lang="en-US"/>
              <a:t>CLICK TO ADD TITLE</a:t>
            </a:r>
          </a:p>
        </p:txBody>
      </p:sp>
    </p:spTree>
    <p:extLst>
      <p:ext uri="{BB962C8B-B14F-4D97-AF65-F5344CB8AC3E}">
        <p14:creationId xmlns:p14="http://schemas.microsoft.com/office/powerpoint/2010/main" val="331451199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Tree>
    <p:extLst>
      <p:ext uri="{BB962C8B-B14F-4D97-AF65-F5344CB8AC3E}">
        <p14:creationId xmlns:p14="http://schemas.microsoft.com/office/powerpoint/2010/main" val="3487510856"/>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6210566"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69" y="3327840"/>
            <a:ext cx="6211031"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4279500"/>
            <a:ext cx="7020000" cy="864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7504"/>
            <a:ext cx="1233900" cy="372456"/>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7570800" y="4624779"/>
            <a:ext cx="1215000" cy="161217"/>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029029836"/>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359952"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292431629"/>
      </p:ext>
    </p:extLst>
  </p:cSld>
  <p:clrMapOvr>
    <a:masterClrMapping/>
  </p:clrMapOvr>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9147600" cy="51435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9144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2"/>
                </a:solidFill>
              </a:defRPr>
            </a:lvl2pPr>
            <a:lvl3pPr marL="0" indent="0" algn="l">
              <a:lnSpc>
                <a:spcPct val="100000"/>
              </a:lnSpc>
              <a:spcBef>
                <a:spcPts val="0"/>
              </a:spcBef>
              <a:spcAft>
                <a:spcPts val="0"/>
              </a:spcAft>
              <a:buFont typeface="Arial" panose="020B0604020202020204" pitchFamily="34" charset="0"/>
              <a:buNone/>
              <a:defRPr sz="1200" b="0">
                <a:solidFill>
                  <a:schemeClr val="bg2"/>
                </a:solidFill>
              </a:defRPr>
            </a:lvl3pPr>
            <a:lvl4pPr marL="0" indent="0" algn="l">
              <a:lnSpc>
                <a:spcPct val="100000"/>
              </a:lnSpc>
              <a:spcBef>
                <a:spcPts val="0"/>
              </a:spcBef>
              <a:spcAft>
                <a:spcPts val="0"/>
              </a:spcAft>
              <a:buFont typeface="Arial" panose="020B0604020202020204" pitchFamily="34" charset="0"/>
              <a:buNone/>
              <a:defRPr sz="1200" b="0">
                <a:solidFill>
                  <a:schemeClr val="bg2"/>
                </a:solidFill>
              </a:defRPr>
            </a:lvl4pPr>
            <a:lvl5pPr marL="0" indent="0" algn="l">
              <a:lnSpc>
                <a:spcPct val="100000"/>
              </a:lnSpc>
              <a:spcBef>
                <a:spcPts val="0"/>
              </a:spcBef>
              <a:spcAft>
                <a:spcPts val="0"/>
              </a:spcAft>
              <a:buFont typeface="Arial" panose="020B0604020202020204" pitchFamily="34" charset="0"/>
              <a:buNone/>
              <a:defRPr sz="1200" b="0">
                <a:solidFill>
                  <a:schemeClr val="bg2"/>
                </a:solidFill>
              </a:defRPr>
            </a:lvl5pPr>
            <a:lvl6pPr marL="0" indent="0" algn="l">
              <a:lnSpc>
                <a:spcPct val="100000"/>
              </a:lnSpc>
              <a:spcBef>
                <a:spcPts val="0"/>
              </a:spcBef>
              <a:spcAft>
                <a:spcPts val="0"/>
              </a:spcAft>
              <a:buFont typeface="Arial" panose="020B0604020202020204" pitchFamily="34" charset="0"/>
              <a:buNone/>
              <a:defRPr sz="1200" b="0">
                <a:solidFill>
                  <a:schemeClr val="bg2"/>
                </a:solidFill>
              </a:defRPr>
            </a:lvl6pPr>
            <a:lvl7pPr marL="0" indent="0" algn="l">
              <a:lnSpc>
                <a:spcPct val="100000"/>
              </a:lnSpc>
              <a:spcBef>
                <a:spcPts val="0"/>
              </a:spcBef>
              <a:spcAft>
                <a:spcPts val="0"/>
              </a:spcAft>
              <a:buFont typeface="Arial" panose="020B0604020202020204" pitchFamily="34" charset="0"/>
              <a:buNone/>
              <a:defRPr sz="1200" b="0">
                <a:solidFill>
                  <a:schemeClr val="bg2"/>
                </a:solidFill>
              </a:defRPr>
            </a:lvl7pPr>
            <a:lvl8pPr marL="0" indent="0" algn="l">
              <a:lnSpc>
                <a:spcPct val="100000"/>
              </a:lnSpc>
              <a:spcBef>
                <a:spcPts val="0"/>
              </a:spcBef>
              <a:spcAft>
                <a:spcPts val="0"/>
              </a:spcAft>
              <a:buFont typeface="Arial" panose="020B0604020202020204" pitchFamily="34" charset="0"/>
              <a:buNone/>
              <a:defRPr sz="1200" b="0">
                <a:solidFill>
                  <a:schemeClr val="bg2"/>
                </a:solidFill>
              </a:defRPr>
            </a:lvl8pPr>
            <a:lvl9pPr marL="0" indent="0" algn="l">
              <a:lnSpc>
                <a:spcPct val="100000"/>
              </a:lnSpc>
              <a:spcBef>
                <a:spcPts val="0"/>
              </a:spcBef>
              <a:spcAft>
                <a:spcPts val="0"/>
              </a:spcAft>
              <a:buFont typeface="Arial" panose="020B0604020202020204" pitchFamily="34" charset="0"/>
              <a:buNone/>
              <a:defRPr sz="12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359952" y="4623996"/>
            <a:ext cx="3780000" cy="162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359100" y="357504"/>
            <a:ext cx="1233900" cy="3726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586056155"/>
      </p:ext>
    </p:extLst>
  </p:cSld>
  <p:clrMapOvr>
    <a:masterClrMapping/>
  </p:clrMapOvr>
  <p:extLst>
    <p:ext uri="{DCECCB84-F9BA-43D5-87BE-67443E8EF086}">
      <p15:sldGuideLst xmlns:p15="http://schemas.microsoft.com/office/powerpoint/2012/main"/>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359569" y="1977750"/>
            <a:ext cx="5454254" cy="1188000"/>
          </a:xfrm>
        </p:spPr>
        <p:txBody>
          <a:bodyPr anchor="b"/>
          <a:lstStyle>
            <a:lvl1pPr algn="l">
              <a:defRPr sz="36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359570" y="3327840"/>
            <a:ext cx="5454696" cy="702000"/>
          </a:xfrm>
        </p:spPr>
        <p:txBody>
          <a:bodyPr/>
          <a:lstStyle>
            <a:lvl1pPr marL="0" indent="0" algn="l">
              <a:lnSpc>
                <a:spcPct val="100000"/>
              </a:lnSpc>
              <a:spcBef>
                <a:spcPts val="0"/>
              </a:spcBef>
              <a:spcAft>
                <a:spcPts val="1800"/>
              </a:spcAft>
              <a:buFont typeface="Arial" panose="020B0604020202020204" pitchFamily="34" charset="0"/>
              <a:buNone/>
              <a:defRPr sz="18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200" b="0">
                <a:solidFill>
                  <a:schemeClr val="bg1"/>
                </a:solidFill>
              </a:defRPr>
            </a:lvl2pPr>
            <a:lvl3pPr marL="0" indent="0" algn="l">
              <a:lnSpc>
                <a:spcPct val="100000"/>
              </a:lnSpc>
              <a:spcBef>
                <a:spcPts val="0"/>
              </a:spcBef>
              <a:spcAft>
                <a:spcPts val="0"/>
              </a:spcAft>
              <a:buFont typeface="Arial" panose="020B0604020202020204" pitchFamily="34" charset="0"/>
              <a:buNone/>
              <a:defRPr sz="1200" b="0">
                <a:solidFill>
                  <a:schemeClr val="bg1"/>
                </a:solidFill>
              </a:defRPr>
            </a:lvl3pPr>
            <a:lvl4pPr marL="0" indent="0" algn="l">
              <a:lnSpc>
                <a:spcPct val="100000"/>
              </a:lnSpc>
              <a:spcBef>
                <a:spcPts val="0"/>
              </a:spcBef>
              <a:spcAft>
                <a:spcPts val="0"/>
              </a:spcAft>
              <a:buFont typeface="Arial" panose="020B0604020202020204" pitchFamily="34" charset="0"/>
              <a:buNone/>
              <a:defRPr sz="1200" b="0">
                <a:solidFill>
                  <a:schemeClr val="bg1"/>
                </a:solidFill>
              </a:defRPr>
            </a:lvl4pPr>
            <a:lvl5pPr marL="0" indent="0" algn="l">
              <a:lnSpc>
                <a:spcPct val="100000"/>
              </a:lnSpc>
              <a:spcBef>
                <a:spcPts val="0"/>
              </a:spcBef>
              <a:spcAft>
                <a:spcPts val="0"/>
              </a:spcAft>
              <a:buFont typeface="Arial" panose="020B0604020202020204" pitchFamily="34" charset="0"/>
              <a:buNone/>
              <a:defRPr sz="1200" b="0">
                <a:solidFill>
                  <a:schemeClr val="bg1"/>
                </a:solidFill>
              </a:defRPr>
            </a:lvl5pPr>
            <a:lvl6pPr marL="0" indent="0" algn="l">
              <a:lnSpc>
                <a:spcPct val="100000"/>
              </a:lnSpc>
              <a:spcBef>
                <a:spcPts val="0"/>
              </a:spcBef>
              <a:spcAft>
                <a:spcPts val="0"/>
              </a:spcAft>
              <a:buFont typeface="Arial" panose="020B0604020202020204" pitchFamily="34" charset="0"/>
              <a:buNone/>
              <a:defRPr sz="1200" b="0">
                <a:solidFill>
                  <a:schemeClr val="bg1"/>
                </a:solidFill>
              </a:defRPr>
            </a:lvl6pPr>
            <a:lvl7pPr marL="0" indent="0" algn="l">
              <a:lnSpc>
                <a:spcPct val="100000"/>
              </a:lnSpc>
              <a:spcBef>
                <a:spcPts val="0"/>
              </a:spcBef>
              <a:spcAft>
                <a:spcPts val="0"/>
              </a:spcAft>
              <a:buFont typeface="Arial" panose="020B0604020202020204" pitchFamily="34" charset="0"/>
              <a:buNone/>
              <a:defRPr sz="1200" b="0">
                <a:solidFill>
                  <a:schemeClr val="bg1"/>
                </a:solidFill>
              </a:defRPr>
            </a:lvl7pPr>
            <a:lvl8pPr marL="0" indent="0" algn="l">
              <a:lnSpc>
                <a:spcPct val="100000"/>
              </a:lnSpc>
              <a:spcBef>
                <a:spcPts val="0"/>
              </a:spcBef>
              <a:spcAft>
                <a:spcPts val="0"/>
              </a:spcAft>
              <a:buFont typeface="Arial" panose="020B0604020202020204" pitchFamily="34" charset="0"/>
              <a:buNone/>
              <a:defRPr sz="1200" b="0">
                <a:solidFill>
                  <a:schemeClr val="bg1"/>
                </a:solidFill>
              </a:defRPr>
            </a:lvl8pPr>
            <a:lvl9pPr marL="0" indent="0" algn="l">
              <a:lnSpc>
                <a:spcPct val="100000"/>
              </a:lnSpc>
              <a:spcBef>
                <a:spcPts val="0"/>
              </a:spcBef>
              <a:spcAft>
                <a:spcPts val="0"/>
              </a:spcAft>
              <a:buFont typeface="Arial" panose="020B0604020202020204" pitchFamily="34" charset="0"/>
              <a:buNone/>
              <a:defRPr sz="12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6084094" y="0"/>
            <a:ext cx="3059906" cy="5143500"/>
          </a:xfrm>
          <a:solidFill>
            <a:srgbClr val="E5E3DE"/>
          </a:solidFill>
        </p:spPr>
        <p:txBody>
          <a:bodyPr tIns="720000" anchor="ctr" anchorCtr="0"/>
          <a:lstStyle>
            <a:lvl1pPr marL="0" indent="0" algn="ctr">
              <a:spcBef>
                <a:spcPts val="0"/>
              </a:spcBef>
              <a:spcAft>
                <a:spcPts val="0"/>
              </a:spcAft>
              <a:buFontTx/>
              <a:buNone/>
              <a:tabLst/>
              <a:defRPr sz="900" b="0"/>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100" y="356400"/>
            <a:ext cx="1233900" cy="372456"/>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359570" y="4623996"/>
            <a:ext cx="3780000" cy="162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7569329" y="4625100"/>
            <a:ext cx="1215000" cy="162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65340546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359569" y="1059657"/>
            <a:ext cx="8424863" cy="3402806"/>
          </a:xfrm>
        </p:spPr>
        <p:txBody>
          <a:bodyPr/>
          <a:lstStyle>
            <a:lvl1pPr marL="270000" indent="-270000">
              <a:spcBef>
                <a:spcPts val="1350"/>
              </a:spcBef>
              <a:buFont typeface="+mj-lt"/>
              <a:buAutoNum type="arabicPeriod"/>
              <a:defRPr sz="1500"/>
            </a:lvl1pPr>
            <a:lvl2pPr marL="405000" indent="-135000">
              <a:spcBef>
                <a:spcPts val="150"/>
              </a:spcBef>
              <a:spcAft>
                <a:spcPts val="150"/>
              </a:spcAft>
              <a:buFont typeface="Arial" panose="020B0604020202020204" pitchFamily="34" charset="0"/>
              <a:buChar char="•"/>
              <a:defRPr/>
            </a:lvl2pPr>
            <a:lvl3pPr marL="405000" indent="-135000">
              <a:spcBef>
                <a:spcPts val="150"/>
              </a:spcBef>
              <a:spcAft>
                <a:spcPts val="150"/>
              </a:spcAft>
              <a:buFont typeface="Arial" panose="020B0604020202020204" pitchFamily="34" charset="0"/>
              <a:buChar char="•"/>
              <a:defRPr/>
            </a:lvl3pPr>
            <a:lvl4pPr marL="405000" indent="-135000">
              <a:spcBef>
                <a:spcPts val="150"/>
              </a:spcBef>
              <a:spcAft>
                <a:spcPts val="150"/>
              </a:spcAft>
              <a:buFont typeface="Arial" panose="020B0604020202020204" pitchFamily="34" charset="0"/>
              <a:buChar char="•"/>
              <a:defRPr/>
            </a:lvl4pPr>
            <a:lvl5pPr marL="405000" indent="-135000">
              <a:spcBef>
                <a:spcPts val="150"/>
              </a:spcBef>
              <a:spcAft>
                <a:spcPts val="150"/>
              </a:spcAft>
              <a:buFont typeface="Arial" panose="020B0604020202020204" pitchFamily="34" charset="0"/>
              <a:buChar char="•"/>
              <a:defRPr sz="1200"/>
            </a:lvl5pPr>
            <a:lvl6pPr marL="405000" indent="-135000">
              <a:spcBef>
                <a:spcPts val="150"/>
              </a:spcBef>
              <a:spcAft>
                <a:spcPts val="150"/>
              </a:spcAft>
              <a:buFont typeface="Arial" panose="020B0604020202020204" pitchFamily="34" charset="0"/>
              <a:buChar char="•"/>
              <a:defRPr sz="1200"/>
            </a:lvl6pPr>
            <a:lvl7pPr marL="405000" indent="-135000">
              <a:spcBef>
                <a:spcPts val="150"/>
              </a:spcBef>
              <a:spcAft>
                <a:spcPts val="150"/>
              </a:spcAft>
              <a:buFont typeface="Arial" panose="020B0604020202020204" pitchFamily="34" charset="0"/>
              <a:buChar char="•"/>
              <a:defRPr sz="1200"/>
            </a:lvl7pPr>
            <a:lvl8pPr marL="405000" indent="-135000">
              <a:spcBef>
                <a:spcPts val="150"/>
              </a:spcBef>
              <a:spcAft>
                <a:spcPts val="150"/>
              </a:spcAft>
              <a:buFont typeface="Arial" panose="020B0604020202020204" pitchFamily="34" charset="0"/>
              <a:buChar char="•"/>
              <a:defRPr sz="1200"/>
            </a:lvl8pPr>
            <a:lvl9pPr marL="405000" indent="-135000">
              <a:spcBef>
                <a:spcPts val="150"/>
              </a:spcBef>
              <a:spcAft>
                <a:spcPts val="150"/>
              </a:spcAft>
              <a:buFont typeface="Arial" panose="020B0604020202020204" pitchFamily="34" charset="0"/>
              <a:buChar char="•"/>
              <a:defRPr sz="12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76410429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359610"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114286"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359610"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359532"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359532"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4689476" y="1059582"/>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4689398" y="1897463"/>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4689320" y="2734556"/>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4689320" y="3571649"/>
            <a:ext cx="594000" cy="405000"/>
          </a:xfrm>
          <a:solidFill>
            <a:schemeClr val="bg2"/>
          </a:solidFill>
          <a:effectLst/>
        </p:spPr>
        <p:txBody>
          <a:bodyPr wrap="none" rIns="0" bIns="72000" anchor="ctr" anchorCtr="0"/>
          <a:lstStyle>
            <a:lvl1pPr marL="0" indent="0" algn="l">
              <a:buFontTx/>
              <a:buNone/>
              <a:defRPr sz="3300" b="1">
                <a:solidFill>
                  <a:schemeClr val="tx2"/>
                </a:solidFill>
                <a:latin typeface="+mj-lt"/>
              </a:defRPr>
            </a:lvl1pPr>
            <a:lvl2pPr marL="0" indent="0">
              <a:buFontTx/>
              <a:buNone/>
              <a:defRPr sz="3300" b="1">
                <a:solidFill>
                  <a:schemeClr val="tx2"/>
                </a:solidFill>
                <a:latin typeface="+mj-lt"/>
              </a:defRPr>
            </a:lvl2pPr>
            <a:lvl3pPr marL="0" indent="0">
              <a:buFontTx/>
              <a:buNone/>
              <a:defRPr sz="3300" b="1">
                <a:solidFill>
                  <a:schemeClr val="tx2"/>
                </a:solidFill>
                <a:latin typeface="+mj-lt"/>
              </a:defRPr>
            </a:lvl3pPr>
            <a:lvl4pPr marL="0" indent="0">
              <a:buFontTx/>
              <a:buNone/>
              <a:defRPr sz="3300" b="1">
                <a:solidFill>
                  <a:schemeClr val="tx2"/>
                </a:solidFill>
                <a:latin typeface="+mj-lt"/>
              </a:defRPr>
            </a:lvl4pPr>
            <a:lvl5pPr marL="0" indent="0">
              <a:buFontTx/>
              <a:buNone/>
              <a:defRPr sz="3300" b="1">
                <a:solidFill>
                  <a:schemeClr val="tx2"/>
                </a:solidFill>
                <a:latin typeface="+mj-lt"/>
              </a:defRPr>
            </a:lvl5pPr>
            <a:lvl6pPr marL="0" indent="0">
              <a:buFontTx/>
              <a:buNone/>
              <a:defRPr sz="3300" b="1">
                <a:solidFill>
                  <a:schemeClr val="tx2"/>
                </a:solidFill>
                <a:latin typeface="+mj-lt"/>
              </a:defRPr>
            </a:lvl6pPr>
            <a:lvl7pPr marL="0" indent="0">
              <a:buFontTx/>
              <a:buNone/>
              <a:defRPr sz="3300" b="1">
                <a:solidFill>
                  <a:schemeClr val="tx2"/>
                </a:solidFill>
                <a:latin typeface="+mj-lt"/>
              </a:defRPr>
            </a:lvl7pPr>
            <a:lvl8pPr marL="0" indent="0">
              <a:buFontTx/>
              <a:buNone/>
              <a:defRPr sz="3300" b="1">
                <a:solidFill>
                  <a:schemeClr val="tx2"/>
                </a:solidFill>
                <a:latin typeface="+mj-lt"/>
              </a:defRPr>
            </a:lvl8pPr>
            <a:lvl9pPr marL="0" indent="0">
              <a:buFontTx/>
              <a:buNone/>
              <a:defRPr sz="33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114286"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114286"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114286"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5436468" y="1059582"/>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5436468" y="1896986"/>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5436468" y="2733959"/>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5436468" y="3570933"/>
            <a:ext cx="3348000" cy="648000"/>
          </a:xfrm>
        </p:spPr>
        <p:txBody>
          <a:bodyPr/>
          <a:lstStyle>
            <a:lvl1pPr marL="0" indent="0">
              <a:spcAft>
                <a:spcPts val="0"/>
              </a:spcAft>
              <a:buFontTx/>
              <a:buNone/>
              <a:defRPr sz="1200" b="1">
                <a:solidFill>
                  <a:schemeClr val="bg1"/>
                </a:solidFill>
              </a:defRPr>
            </a:lvl1pPr>
            <a:lvl2pPr marL="0" indent="0">
              <a:spcAft>
                <a:spcPts val="0"/>
              </a:spcAft>
              <a:buFontTx/>
              <a:buNone/>
              <a:defRPr sz="1200">
                <a:solidFill>
                  <a:schemeClr val="bg1"/>
                </a:solidFill>
              </a:defRPr>
            </a:lvl2pPr>
            <a:lvl3pPr marL="0" indent="0">
              <a:spcAft>
                <a:spcPts val="0"/>
              </a:spcAft>
              <a:buFontTx/>
              <a:buNone/>
              <a:defRPr sz="1200">
                <a:solidFill>
                  <a:schemeClr val="bg1"/>
                </a:solidFill>
              </a:defRPr>
            </a:lvl3pPr>
            <a:lvl4pPr marL="0" indent="0">
              <a:spcAft>
                <a:spcPts val="0"/>
              </a:spcAft>
              <a:buFontTx/>
              <a:buNone/>
              <a:defRPr sz="1200">
                <a:solidFill>
                  <a:schemeClr val="bg1"/>
                </a:solidFill>
              </a:defRPr>
            </a:lvl4pPr>
            <a:lvl5pPr marL="0" indent="0">
              <a:spcAft>
                <a:spcPts val="0"/>
              </a:spcAft>
              <a:buFontTx/>
              <a:buNone/>
              <a:defRPr sz="1200">
                <a:solidFill>
                  <a:schemeClr val="bg1"/>
                </a:solidFill>
              </a:defRPr>
            </a:lvl5pPr>
            <a:lvl6pPr marL="0" indent="0">
              <a:spcAft>
                <a:spcPts val="0"/>
              </a:spcAft>
              <a:buFontTx/>
              <a:buNone/>
              <a:defRPr sz="1200">
                <a:solidFill>
                  <a:schemeClr val="bg1"/>
                </a:solidFill>
              </a:defRPr>
            </a:lvl6pPr>
            <a:lvl7pPr marL="0" indent="0">
              <a:spcAft>
                <a:spcPts val="0"/>
              </a:spcAft>
              <a:buFontTx/>
              <a:buNone/>
              <a:defRPr sz="1200">
                <a:solidFill>
                  <a:schemeClr val="bg1"/>
                </a:solidFill>
              </a:defRPr>
            </a:lvl7pPr>
            <a:lvl8pPr marL="0" indent="0">
              <a:spcAft>
                <a:spcPts val="0"/>
              </a:spcAft>
              <a:buFontTx/>
              <a:buNone/>
              <a:defRPr sz="1200">
                <a:solidFill>
                  <a:schemeClr val="bg1"/>
                </a:solidFill>
              </a:defRPr>
            </a:lvl8pPr>
            <a:lvl9pPr marL="0" indent="0">
              <a:spcAft>
                <a:spcPts val="0"/>
              </a:spcAft>
              <a:buFontTx/>
              <a:buNone/>
              <a:defRPr sz="12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318196004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66333485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359568" y="1059656"/>
            <a:ext cx="5724526"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8" y="2679762"/>
            <a:ext cx="5724526"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419168207"/>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4572000" y="0"/>
            <a:ext cx="4572000"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2" name="Titel 1"/>
          <p:cNvSpPr>
            <a:spLocks noGrp="1"/>
          </p:cNvSpPr>
          <p:nvPr>
            <p:ph type="title" hasCustomPrompt="1"/>
          </p:nvPr>
        </p:nvSpPr>
        <p:spPr bwMode="gray">
          <a:xfrm>
            <a:off x="359569" y="1059656"/>
            <a:ext cx="3996929" cy="1349896"/>
          </a:xfrm>
        </p:spPr>
        <p:txBody>
          <a:bodyPr anchor="b"/>
          <a:lstStyle>
            <a:lvl1pPr>
              <a:defRPr sz="3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359569" y="2679762"/>
            <a:ext cx="3996929" cy="594066"/>
          </a:xfrm>
        </p:spPr>
        <p:txBody>
          <a:bodyPr/>
          <a:lstStyle>
            <a:lvl1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2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102004007"/>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359569" y="1059657"/>
            <a:ext cx="842486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412326691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8424863"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81812764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359532"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469049035"/>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6462900" y="0"/>
            <a:ext cx="2681100" cy="51435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6678468" y="357503"/>
            <a:ext cx="2106000" cy="4104000"/>
          </a:xfrm>
          <a:noFill/>
        </p:spPr>
        <p:txBody>
          <a:bodyPr lIns="0" tIns="0" rIns="0"/>
          <a:lstStyle>
            <a:lvl1pPr>
              <a:defRPr sz="900">
                <a:solidFill>
                  <a:schemeClr val="bg2"/>
                </a:solidFill>
              </a:defRPr>
            </a:lvl1pPr>
            <a:lvl2pPr>
              <a:defRPr sz="900">
                <a:solidFill>
                  <a:schemeClr val="bg2"/>
                </a:solidFill>
              </a:defRPr>
            </a:lvl2pPr>
            <a:lvl3pPr>
              <a:defRPr sz="900">
                <a:solidFill>
                  <a:schemeClr val="bg2"/>
                </a:solidFill>
              </a:defRPr>
            </a:lvl3pPr>
            <a:lvl4pPr>
              <a:defRPr sz="900">
                <a:solidFill>
                  <a:schemeClr val="bg2"/>
                </a:solidFill>
              </a:defRPr>
            </a:lvl4pPr>
            <a:lvl5pPr marL="594000" indent="-162000">
              <a:defRPr sz="900">
                <a:solidFill>
                  <a:schemeClr val="bg2"/>
                </a:solidFill>
              </a:defRPr>
            </a:lvl5pPr>
            <a:lvl6pPr marL="594000" indent="-162000">
              <a:defRPr sz="900">
                <a:solidFill>
                  <a:schemeClr val="bg2"/>
                </a:solidFill>
              </a:defRPr>
            </a:lvl6pPr>
            <a:lvl7pPr marL="594000" indent="-162000">
              <a:defRPr sz="900">
                <a:solidFill>
                  <a:schemeClr val="bg2"/>
                </a:solidFill>
              </a:defRPr>
            </a:lvl7pPr>
            <a:lvl8pPr marL="594000" indent="-162000">
              <a:defRPr sz="900">
                <a:solidFill>
                  <a:schemeClr val="bg2"/>
                </a:solidFill>
              </a:defRPr>
            </a:lvl8pPr>
            <a:lvl9pPr marL="594000" indent="-162000">
              <a:defRPr sz="9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6678468" y="4685127"/>
            <a:ext cx="1835970" cy="216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36306249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006328" y="356566"/>
            <a:ext cx="5778432"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006328" y="1059656"/>
            <a:ext cx="577810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3006328" y="4353960"/>
            <a:ext cx="5778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359532"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1808821484"/>
      </p:ext>
    </p:extLst>
  </p:cSld>
  <p:clrMapOvr>
    <a:masterClrMapping/>
  </p:clrMapOvr>
  <p:extLst>
    <p:ext uri="{DCECCB84-F9BA-43D5-87BE-67443E8EF086}">
      <p15:sldGuideLst xmlns:p15="http://schemas.microsoft.com/office/powerpoint/2012/main"/>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6566"/>
            <a:ext cx="553521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6"/>
            <a:ext cx="553521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6462900" y="0"/>
            <a:ext cx="2681100" cy="51435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6678468" y="357503"/>
            <a:ext cx="2106000" cy="4104000"/>
          </a:xfrm>
          <a:noFill/>
        </p:spPr>
        <p:txBody>
          <a:bodyPr lIns="0" tIns="0" rIns="0"/>
          <a:lstStyle>
            <a:lvl1pPr>
              <a:defRPr sz="900">
                <a:solidFill>
                  <a:schemeClr val="tx2"/>
                </a:solidFill>
              </a:defRPr>
            </a:lvl1pPr>
            <a:lvl2pPr>
              <a:defRPr sz="900">
                <a:solidFill>
                  <a:schemeClr val="tx2"/>
                </a:solidFill>
              </a:defRPr>
            </a:lvl2pPr>
            <a:lvl3pPr>
              <a:defRPr sz="900">
                <a:solidFill>
                  <a:schemeClr val="tx2"/>
                </a:solidFill>
              </a:defRPr>
            </a:lvl3pPr>
            <a:lvl4pPr>
              <a:defRPr sz="900">
                <a:solidFill>
                  <a:schemeClr val="tx2"/>
                </a:solidFill>
              </a:defRPr>
            </a:lvl4pPr>
            <a:lvl5pPr marL="594000" indent="-162000">
              <a:defRPr sz="900">
                <a:solidFill>
                  <a:schemeClr val="tx2"/>
                </a:solidFill>
              </a:defRPr>
            </a:lvl5pPr>
            <a:lvl6pPr marL="594000" indent="-162000">
              <a:defRPr sz="900">
                <a:solidFill>
                  <a:schemeClr val="tx2"/>
                </a:solidFill>
              </a:defRPr>
            </a:lvl6pPr>
            <a:lvl7pPr marL="594000" indent="-162000">
              <a:defRPr sz="900">
                <a:solidFill>
                  <a:schemeClr val="tx2"/>
                </a:solidFill>
              </a:defRPr>
            </a:lvl7pPr>
            <a:lvl8pPr marL="594000" indent="-162000">
              <a:defRPr sz="900">
                <a:solidFill>
                  <a:schemeClr val="tx2"/>
                </a:solidFill>
              </a:defRPr>
            </a:lvl8pPr>
            <a:lvl9pPr marL="594000" indent="-162000">
              <a:defRPr sz="9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8568444" y="4685127"/>
            <a:ext cx="216000" cy="216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6678468" y="4685127"/>
            <a:ext cx="1835970" cy="216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9162660" y="4624008"/>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title first line, classification second line</a:t>
            </a:r>
            <a:endParaRPr lang="en-US" sz="600" b="1">
              <a:solidFill>
                <a:srgbClr val="076D7E"/>
              </a:solidFill>
              <a:latin typeface="+mj-lt"/>
            </a:endParaRPr>
          </a:p>
        </p:txBody>
      </p:sp>
    </p:spTree>
    <p:extLst>
      <p:ext uri="{BB962C8B-B14F-4D97-AF65-F5344CB8AC3E}">
        <p14:creationId xmlns:p14="http://schemas.microsoft.com/office/powerpoint/2010/main" val="408818402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359569"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680346" y="1059657"/>
            <a:ext cx="4104086"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58147939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875" y="105991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3249216" y="1059657"/>
            <a:ext cx="2645569"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6111479" y="1059657"/>
            <a:ext cx="2672953"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360000"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39489496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9" y="1059657"/>
            <a:ext cx="2672954"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360000" y="4353960"/>
            <a:ext cx="2673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3249217" y="1059656"/>
            <a:ext cx="5535215" cy="3402807"/>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0750724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4680347" y="0"/>
            <a:ext cx="4463653"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38725271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60"/>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6111478" y="0"/>
            <a:ext cx="303252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7468130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22" y="357750"/>
            <a:ext cx="7047346" cy="54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34984179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9" y="357750"/>
            <a:ext cx="4104086"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4104085"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60000" y="4353960"/>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4680347" y="0"/>
            <a:ext cx="4463652"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28666962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359568" y="357750"/>
            <a:ext cx="5535217"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359568" y="1059657"/>
            <a:ext cx="5535217"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359999" y="4353948"/>
            <a:ext cx="5534785"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6111478" y="0"/>
            <a:ext cx="3032521"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314074330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1737157" y="357750"/>
            <a:ext cx="7047311" cy="54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1737157" y="1059657"/>
            <a:ext cx="7047311" cy="3294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37587"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Clr>
                <a:schemeClr val="tx2"/>
              </a:buClr>
              <a:buNone/>
              <a:defRPr sz="6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1520429" cy="5143500"/>
          </a:xfrm>
          <a:solidFill>
            <a:srgbClr val="E5E3DE"/>
          </a:solidFill>
        </p:spPr>
        <p:txBody>
          <a:bodyPr tIns="720000" anchor="ctr" anchorCtr="0"/>
          <a:lstStyle>
            <a:lvl1pPr marL="0" indent="0" algn="ctr">
              <a:spcBef>
                <a:spcPts val="0"/>
              </a:spcBef>
              <a:spcAft>
                <a:spcPts val="0"/>
              </a:spcAft>
              <a:buFontTx/>
              <a:buNone/>
              <a:tabLst/>
              <a:defRPr sz="900" b="0">
                <a:solidFill>
                  <a:schemeClr val="tx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17714492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9144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32" y="1059656"/>
            <a:ext cx="8424862" cy="3294000"/>
          </a:xfrm>
        </p:spPr>
        <p:txBody>
          <a:bodyPr/>
          <a:lstStyle>
            <a:lvl1pPr marL="0" indent="0">
              <a:lnSpc>
                <a:spcPct val="120000"/>
              </a:lnSpc>
              <a:spcAft>
                <a:spcPts val="0"/>
              </a:spcAft>
              <a:buNone/>
              <a:defRPr sz="3000" b="1">
                <a:solidFill>
                  <a:schemeClr val="bg1"/>
                </a:solidFill>
                <a:latin typeface="+mj-lt"/>
              </a:defRPr>
            </a:lvl1pPr>
            <a:lvl2pPr marL="0" indent="0">
              <a:lnSpc>
                <a:spcPct val="120000"/>
              </a:lnSpc>
              <a:spcAft>
                <a:spcPts val="0"/>
              </a:spcAft>
              <a:buNone/>
              <a:defRPr sz="3000" b="1">
                <a:solidFill>
                  <a:schemeClr val="tx2"/>
                </a:solidFill>
                <a:latin typeface="+mj-lt"/>
              </a:defRPr>
            </a:lvl2pPr>
            <a:lvl3pPr marL="0" indent="0">
              <a:lnSpc>
                <a:spcPct val="120000"/>
              </a:lnSpc>
              <a:spcAft>
                <a:spcPts val="0"/>
              </a:spcAft>
              <a:buNone/>
              <a:defRPr sz="3000" b="1">
                <a:solidFill>
                  <a:schemeClr val="tx2"/>
                </a:solidFill>
                <a:latin typeface="+mj-lt"/>
              </a:defRPr>
            </a:lvl3pPr>
            <a:lvl4pPr marL="0" indent="0">
              <a:lnSpc>
                <a:spcPct val="120000"/>
              </a:lnSpc>
              <a:spcAft>
                <a:spcPts val="0"/>
              </a:spcAft>
              <a:buNone/>
              <a:defRPr sz="3000" b="1">
                <a:solidFill>
                  <a:schemeClr val="tx2"/>
                </a:solidFill>
                <a:latin typeface="+mj-lt"/>
              </a:defRPr>
            </a:lvl4pPr>
            <a:lvl5pPr marL="0" indent="0">
              <a:lnSpc>
                <a:spcPct val="120000"/>
              </a:lnSpc>
              <a:spcAft>
                <a:spcPts val="0"/>
              </a:spcAft>
              <a:buNone/>
              <a:defRPr sz="3000" b="1">
                <a:solidFill>
                  <a:schemeClr val="tx2"/>
                </a:solidFill>
                <a:latin typeface="+mj-lt"/>
              </a:defRPr>
            </a:lvl5pPr>
            <a:lvl6pPr marL="0" indent="0">
              <a:lnSpc>
                <a:spcPct val="120000"/>
              </a:lnSpc>
              <a:spcAft>
                <a:spcPts val="0"/>
              </a:spcAft>
              <a:buNone/>
              <a:defRPr sz="3000" b="1">
                <a:solidFill>
                  <a:schemeClr val="tx2"/>
                </a:solidFill>
                <a:latin typeface="+mj-lt"/>
              </a:defRPr>
            </a:lvl6pPr>
            <a:lvl7pPr marL="0" indent="0">
              <a:lnSpc>
                <a:spcPct val="120000"/>
              </a:lnSpc>
              <a:spcAft>
                <a:spcPts val="0"/>
              </a:spcAft>
              <a:buNone/>
              <a:defRPr sz="3000" b="1">
                <a:solidFill>
                  <a:schemeClr val="tx2"/>
                </a:solidFill>
                <a:latin typeface="+mj-lt"/>
              </a:defRPr>
            </a:lvl7pPr>
            <a:lvl8pPr marL="0" indent="0">
              <a:lnSpc>
                <a:spcPct val="120000"/>
              </a:lnSpc>
              <a:spcAft>
                <a:spcPts val="0"/>
              </a:spcAft>
              <a:buNone/>
              <a:defRPr sz="3000" b="1">
                <a:solidFill>
                  <a:schemeClr val="tx2"/>
                </a:solidFill>
                <a:latin typeface="+mj-lt"/>
              </a:defRPr>
            </a:lvl8pPr>
            <a:lvl9pPr marL="0" indent="0">
              <a:lnSpc>
                <a:spcPct val="120000"/>
              </a:lnSpc>
              <a:spcAft>
                <a:spcPts val="0"/>
              </a:spcAft>
              <a:buNone/>
              <a:defRPr sz="3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360000" y="4353948"/>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a picture in the background</a:t>
            </a:r>
            <a:endParaRPr lang="en-US" sz="600" b="1">
              <a:solidFill>
                <a:srgbClr val="076D7E"/>
              </a:solidFill>
              <a:latin typeface="+mj-lt"/>
            </a:endParaRPr>
          </a:p>
        </p:txBody>
      </p:sp>
    </p:spTree>
    <p:extLst>
      <p:ext uri="{BB962C8B-B14F-4D97-AF65-F5344CB8AC3E}">
        <p14:creationId xmlns:p14="http://schemas.microsoft.com/office/powerpoint/2010/main" val="264056770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4571999"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4572000" y="0"/>
            <a:ext cx="4572000"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960"/>
            <a:ext cx="4104085"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48"/>
            <a:ext cx="4104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753460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6111478"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6111478" y="0"/>
            <a:ext cx="3032522"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9" y="1059656"/>
            <a:ext cx="5535216"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5535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425970490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7623572" cy="5143500"/>
          </a:xfrm>
          <a:solidFill>
            <a:schemeClr val="bg2"/>
          </a:solidFill>
        </p:spPr>
        <p:txBody>
          <a:bodyPr tIns="108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lvl5pPr>
            <a:lvl6pPr marL="0" indent="0" algn="ctr">
              <a:spcBef>
                <a:spcPts val="0"/>
              </a:spcBef>
              <a:spcAft>
                <a:spcPts val="0"/>
              </a:spcAft>
              <a:buFontTx/>
              <a:buNone/>
              <a:tabLst/>
              <a:defRPr sz="900" b="0"/>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7623572" y="0"/>
            <a:ext cx="1520427" cy="5143500"/>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solidFill>
                  <a:schemeClr val="bg1"/>
                </a:solidFill>
              </a:defRPr>
            </a:lvl3pPr>
            <a:lvl4pPr marL="0" indent="0" algn="ctr">
              <a:spcBef>
                <a:spcPts val="0"/>
              </a:spcBef>
              <a:spcAft>
                <a:spcPts val="0"/>
              </a:spcAft>
              <a:buFontTx/>
              <a:buNone/>
              <a:tabLst/>
              <a:defRPr sz="900" b="0">
                <a:solidFill>
                  <a:schemeClr val="bg1"/>
                </a:solidFill>
              </a:defRPr>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solidFill>
                  <a:schemeClr val="bg1"/>
                </a:solidFill>
              </a:defRPr>
            </a:lvl7pPr>
            <a:lvl8pPr marL="0" indent="0" algn="ctr">
              <a:spcBef>
                <a:spcPts val="0"/>
              </a:spcBef>
              <a:spcAft>
                <a:spcPts val="0"/>
              </a:spcAft>
              <a:buFontTx/>
              <a:buNone/>
              <a:tabLst/>
              <a:defRPr sz="900" b="0">
                <a:solidFill>
                  <a:schemeClr val="bg1"/>
                </a:solidFill>
              </a:defRPr>
            </a:lvl8pPr>
            <a:lvl9pPr marL="0" indent="0" algn="ctr">
              <a:spcBef>
                <a:spcPts val="0"/>
              </a:spcBef>
              <a:spcAft>
                <a:spcPts val="0"/>
              </a:spcAft>
              <a:buFontTx/>
              <a:buNone/>
              <a:tabLst/>
              <a:defRPr sz="9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359568" y="1059656"/>
            <a:ext cx="7047310" cy="3294000"/>
          </a:xfrm>
        </p:spPr>
        <p:txBody>
          <a:bodyPr/>
          <a:lstStyle>
            <a:lvl1pPr marL="0" indent="0">
              <a:lnSpc>
                <a:spcPct val="120000"/>
              </a:lnSpc>
              <a:spcAft>
                <a:spcPts val="0"/>
              </a:spcAft>
              <a:buNone/>
              <a:defRPr sz="2400" b="1">
                <a:solidFill>
                  <a:schemeClr val="bg1"/>
                </a:solidFill>
                <a:latin typeface="+mj-lt"/>
              </a:defRPr>
            </a:lvl1pPr>
            <a:lvl2pPr marL="0" indent="0">
              <a:lnSpc>
                <a:spcPct val="120000"/>
              </a:lnSpc>
              <a:spcAft>
                <a:spcPts val="0"/>
              </a:spcAft>
              <a:buNone/>
              <a:defRPr sz="2400" b="1">
                <a:solidFill>
                  <a:schemeClr val="tx2"/>
                </a:solidFill>
                <a:latin typeface="+mj-lt"/>
              </a:defRPr>
            </a:lvl2pPr>
            <a:lvl3pPr marL="0" indent="0">
              <a:lnSpc>
                <a:spcPct val="120000"/>
              </a:lnSpc>
              <a:spcAft>
                <a:spcPts val="0"/>
              </a:spcAft>
              <a:buNone/>
              <a:defRPr sz="2400" b="1">
                <a:solidFill>
                  <a:schemeClr val="tx2"/>
                </a:solidFill>
                <a:latin typeface="+mj-lt"/>
              </a:defRPr>
            </a:lvl3pPr>
            <a:lvl4pPr marL="0" indent="0">
              <a:lnSpc>
                <a:spcPct val="120000"/>
              </a:lnSpc>
              <a:spcAft>
                <a:spcPts val="0"/>
              </a:spcAft>
              <a:buNone/>
              <a:defRPr sz="2400" b="1">
                <a:solidFill>
                  <a:schemeClr val="tx2"/>
                </a:solidFill>
                <a:latin typeface="+mj-lt"/>
              </a:defRPr>
            </a:lvl4pPr>
            <a:lvl5pPr marL="0" indent="0">
              <a:lnSpc>
                <a:spcPct val="120000"/>
              </a:lnSpc>
              <a:spcAft>
                <a:spcPts val="0"/>
              </a:spcAft>
              <a:buNone/>
              <a:defRPr sz="2400" b="1">
                <a:solidFill>
                  <a:schemeClr val="tx2"/>
                </a:solidFill>
                <a:latin typeface="+mj-lt"/>
              </a:defRPr>
            </a:lvl5pPr>
            <a:lvl6pPr marL="0" indent="0">
              <a:lnSpc>
                <a:spcPct val="120000"/>
              </a:lnSpc>
              <a:spcAft>
                <a:spcPts val="0"/>
              </a:spcAft>
              <a:buNone/>
              <a:defRPr sz="2400" b="1">
                <a:solidFill>
                  <a:schemeClr val="tx2"/>
                </a:solidFill>
                <a:latin typeface="+mj-lt"/>
              </a:defRPr>
            </a:lvl6pPr>
            <a:lvl7pPr marL="0" indent="0">
              <a:lnSpc>
                <a:spcPct val="120000"/>
              </a:lnSpc>
              <a:spcAft>
                <a:spcPts val="0"/>
              </a:spcAft>
              <a:buNone/>
              <a:defRPr sz="2400" b="1">
                <a:solidFill>
                  <a:schemeClr val="tx2"/>
                </a:solidFill>
                <a:latin typeface="+mj-lt"/>
              </a:defRPr>
            </a:lvl7pPr>
            <a:lvl8pPr marL="0" indent="0">
              <a:lnSpc>
                <a:spcPct val="120000"/>
              </a:lnSpc>
              <a:spcAft>
                <a:spcPts val="0"/>
              </a:spcAft>
              <a:buNone/>
              <a:defRPr sz="2400" b="1">
                <a:solidFill>
                  <a:schemeClr val="tx2"/>
                </a:solidFill>
                <a:latin typeface="+mj-lt"/>
              </a:defRPr>
            </a:lvl8pPr>
            <a:lvl9pPr marL="0" indent="0">
              <a:lnSpc>
                <a:spcPct val="120000"/>
              </a:lnSpc>
              <a:spcAft>
                <a:spcPts val="0"/>
              </a:spcAft>
              <a:buNone/>
              <a:defRPr sz="24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360000" y="4353960"/>
            <a:ext cx="7047000" cy="108000"/>
          </a:xfrm>
        </p:spPr>
        <p:txBody>
          <a:bodyPr anchor="b"/>
          <a:lstStyle>
            <a:lvl1pPr marL="0" indent="0">
              <a:lnSpc>
                <a:spcPct val="100000"/>
              </a:lnSpc>
              <a:spcBef>
                <a:spcPts val="0"/>
              </a:spcBef>
              <a:spcAft>
                <a:spcPts val="0"/>
              </a:spcAft>
              <a:buFont typeface="Arial" panose="020B0604020202020204" pitchFamily="34" charset="0"/>
              <a:buNone/>
              <a:defRPr sz="600" b="0">
                <a:solidFill>
                  <a:schemeClr val="bg1"/>
                </a:solidFill>
              </a:defRPr>
            </a:lvl1pPr>
            <a:lvl2pPr marL="0" indent="0">
              <a:lnSpc>
                <a:spcPct val="100000"/>
              </a:lnSpc>
              <a:spcBef>
                <a:spcPts val="0"/>
              </a:spcBef>
              <a:spcAft>
                <a:spcPts val="0"/>
              </a:spcAft>
              <a:buFont typeface="Arial" panose="020B0604020202020204" pitchFamily="34" charset="0"/>
              <a:buNone/>
              <a:defRPr sz="600" b="0">
                <a:solidFill>
                  <a:schemeClr val="bg1"/>
                </a:solidFill>
              </a:defRPr>
            </a:lvl2pPr>
            <a:lvl3pPr marL="0" indent="0">
              <a:lnSpc>
                <a:spcPct val="100000"/>
              </a:lnSpc>
              <a:spcBef>
                <a:spcPts val="0"/>
              </a:spcBef>
              <a:spcAft>
                <a:spcPts val="0"/>
              </a:spcAft>
              <a:buNone/>
              <a:defRPr sz="600" b="0">
                <a:solidFill>
                  <a:schemeClr val="bg1"/>
                </a:solidFill>
              </a:defRPr>
            </a:lvl3pPr>
            <a:lvl4pPr marL="0" indent="0">
              <a:lnSpc>
                <a:spcPct val="100000"/>
              </a:lnSpc>
              <a:spcBef>
                <a:spcPts val="0"/>
              </a:spcBef>
              <a:spcAft>
                <a:spcPts val="0"/>
              </a:spcAft>
              <a:buNone/>
              <a:defRPr sz="600" b="0">
                <a:solidFill>
                  <a:schemeClr val="bg1"/>
                </a:solidFill>
              </a:defRPr>
            </a:lvl4pPr>
            <a:lvl5pPr marL="0" indent="0">
              <a:lnSpc>
                <a:spcPct val="100000"/>
              </a:lnSpc>
              <a:spcBef>
                <a:spcPts val="0"/>
              </a:spcBef>
              <a:spcAft>
                <a:spcPts val="0"/>
              </a:spcAft>
              <a:buNone/>
              <a:defRPr sz="600" b="0">
                <a:solidFill>
                  <a:schemeClr val="bg1"/>
                </a:solidFill>
              </a:defRPr>
            </a:lvl5pPr>
            <a:lvl6pPr marL="0" indent="0">
              <a:lnSpc>
                <a:spcPct val="100000"/>
              </a:lnSpc>
              <a:spcBef>
                <a:spcPts val="0"/>
              </a:spcBef>
              <a:spcAft>
                <a:spcPts val="0"/>
              </a:spcAft>
              <a:buNone/>
              <a:defRPr sz="600" b="0">
                <a:solidFill>
                  <a:schemeClr val="bg1"/>
                </a:solidFill>
              </a:defRPr>
            </a:lvl6pPr>
            <a:lvl7pPr marL="0" indent="0">
              <a:lnSpc>
                <a:spcPct val="100000"/>
              </a:lnSpc>
              <a:spcBef>
                <a:spcPts val="0"/>
              </a:spcBef>
              <a:spcAft>
                <a:spcPts val="0"/>
              </a:spcAft>
              <a:buNone/>
              <a:defRPr sz="600" b="0">
                <a:solidFill>
                  <a:schemeClr val="bg1"/>
                </a:solidFill>
              </a:defRPr>
            </a:lvl7pPr>
            <a:lvl8pPr marL="0" indent="0">
              <a:lnSpc>
                <a:spcPct val="100000"/>
              </a:lnSpc>
              <a:spcBef>
                <a:spcPts val="0"/>
              </a:spcBef>
              <a:spcAft>
                <a:spcPts val="0"/>
              </a:spcAft>
              <a:buNone/>
              <a:defRPr sz="600" b="0">
                <a:solidFill>
                  <a:schemeClr val="bg1"/>
                </a:solidFill>
              </a:defRPr>
            </a:lvl8pPr>
            <a:lvl9pPr marL="0" indent="0">
              <a:lnSpc>
                <a:spcPct val="100000"/>
              </a:lnSpc>
              <a:spcBef>
                <a:spcPts val="0"/>
              </a:spcBef>
              <a:spcAft>
                <a:spcPts val="0"/>
              </a:spcAft>
              <a:buNone/>
              <a:defRPr sz="6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359568" y="4625100"/>
            <a:ext cx="926100" cy="2808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150">
                <a:noFill/>
              </a:defRPr>
            </a:lvl1pPr>
            <a:lvl2pPr marL="0" indent="0">
              <a:lnSpc>
                <a:spcPct val="100000"/>
              </a:lnSpc>
              <a:spcAft>
                <a:spcPts val="0"/>
              </a:spcAft>
              <a:buFontTx/>
              <a:buNone/>
              <a:defRPr sz="150">
                <a:noFill/>
              </a:defRPr>
            </a:lvl2pPr>
            <a:lvl3pPr marL="0" indent="0">
              <a:lnSpc>
                <a:spcPct val="100000"/>
              </a:lnSpc>
              <a:spcAft>
                <a:spcPts val="0"/>
              </a:spcAft>
              <a:buFontTx/>
              <a:buNone/>
              <a:defRPr sz="150">
                <a:noFill/>
              </a:defRPr>
            </a:lvl3pPr>
            <a:lvl4pPr marL="0" indent="0">
              <a:lnSpc>
                <a:spcPct val="100000"/>
              </a:lnSpc>
              <a:spcAft>
                <a:spcPts val="0"/>
              </a:spcAft>
              <a:buFontTx/>
              <a:buNone/>
              <a:defRPr sz="150">
                <a:noFill/>
              </a:defRPr>
            </a:lvl4pPr>
            <a:lvl5pPr marL="0" indent="0">
              <a:lnSpc>
                <a:spcPct val="100000"/>
              </a:lnSpc>
              <a:spcAft>
                <a:spcPts val="0"/>
              </a:spcAft>
              <a:buFontTx/>
              <a:buNone/>
              <a:defRPr sz="15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9162660" y="411510"/>
            <a:ext cx="1242000" cy="324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35000" rtlCol="0" anchor="ctr"/>
          <a:lstStyle/>
          <a:p>
            <a:pPr algn="l">
              <a:lnSpc>
                <a:spcPct val="140000"/>
              </a:lnSpc>
            </a:pPr>
            <a:r>
              <a:rPr lang="en-GB" sz="600" b="1">
                <a:solidFill>
                  <a:srgbClr val="076D7E"/>
                </a:solidFill>
                <a:latin typeface="+mj-lt"/>
              </a:rPr>
              <a:t>This layout requires two pictures in the background</a:t>
            </a:r>
            <a:endParaRPr lang="en-US" sz="600" b="1">
              <a:solidFill>
                <a:srgbClr val="076D7E"/>
              </a:solidFill>
              <a:latin typeface="+mj-lt"/>
            </a:endParaRPr>
          </a:p>
        </p:txBody>
      </p:sp>
    </p:spTree>
    <p:extLst>
      <p:ext uri="{BB962C8B-B14F-4D97-AF65-F5344CB8AC3E}">
        <p14:creationId xmlns:p14="http://schemas.microsoft.com/office/powerpoint/2010/main" val="394927652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67847159"/>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359999" y="4353960"/>
            <a:ext cx="8424000" cy="108000"/>
          </a:xfrm>
        </p:spPr>
        <p:txBody>
          <a:bodyPr anchor="b"/>
          <a:lstStyle>
            <a:lvl1pPr marL="0" indent="0">
              <a:lnSpc>
                <a:spcPct val="100000"/>
              </a:lnSpc>
              <a:spcBef>
                <a:spcPts val="0"/>
              </a:spcBef>
              <a:spcAft>
                <a:spcPts val="0"/>
              </a:spcAft>
              <a:buFont typeface="Arial" panose="020B0604020202020204" pitchFamily="34" charset="0"/>
              <a:buNone/>
              <a:defRPr sz="600" b="0"/>
            </a:lvl1pPr>
            <a:lvl2pPr marL="0" indent="0">
              <a:lnSpc>
                <a:spcPct val="100000"/>
              </a:lnSpc>
              <a:spcBef>
                <a:spcPts val="0"/>
              </a:spcBef>
              <a:spcAft>
                <a:spcPts val="0"/>
              </a:spcAft>
              <a:buFont typeface="Arial" panose="020B0604020202020204" pitchFamily="34" charset="0"/>
              <a:buNone/>
              <a:defRPr sz="600" b="0"/>
            </a:lvl2pPr>
            <a:lvl3pPr marL="0" indent="0">
              <a:lnSpc>
                <a:spcPct val="100000"/>
              </a:lnSpc>
              <a:spcBef>
                <a:spcPts val="0"/>
              </a:spcBef>
              <a:spcAft>
                <a:spcPts val="0"/>
              </a:spcAft>
              <a:buNone/>
              <a:defRPr sz="600" b="0"/>
            </a:lvl3pPr>
            <a:lvl4pPr marL="0" indent="0">
              <a:lnSpc>
                <a:spcPct val="100000"/>
              </a:lnSpc>
              <a:spcBef>
                <a:spcPts val="0"/>
              </a:spcBef>
              <a:spcAft>
                <a:spcPts val="0"/>
              </a:spcAft>
              <a:buNone/>
              <a:defRPr sz="600" b="0"/>
            </a:lvl4pPr>
            <a:lvl5pPr marL="0" indent="0">
              <a:lnSpc>
                <a:spcPct val="100000"/>
              </a:lnSpc>
              <a:spcBef>
                <a:spcPts val="0"/>
              </a:spcBef>
              <a:spcAft>
                <a:spcPts val="0"/>
              </a:spcAft>
              <a:buNone/>
              <a:defRPr sz="600" b="0"/>
            </a:lvl5pPr>
            <a:lvl6pPr marL="0" indent="0">
              <a:lnSpc>
                <a:spcPct val="100000"/>
              </a:lnSpc>
              <a:spcBef>
                <a:spcPts val="0"/>
              </a:spcBef>
              <a:spcAft>
                <a:spcPts val="0"/>
              </a:spcAft>
              <a:buNone/>
              <a:defRPr sz="600" b="0"/>
            </a:lvl6pPr>
            <a:lvl7pPr marL="0" indent="0">
              <a:lnSpc>
                <a:spcPct val="100000"/>
              </a:lnSpc>
              <a:spcBef>
                <a:spcPts val="0"/>
              </a:spcBef>
              <a:spcAft>
                <a:spcPts val="0"/>
              </a:spcAft>
              <a:buNone/>
              <a:defRPr sz="600" b="0"/>
            </a:lvl7pPr>
            <a:lvl8pPr marL="0" indent="0">
              <a:lnSpc>
                <a:spcPct val="100000"/>
              </a:lnSpc>
              <a:spcBef>
                <a:spcPts val="0"/>
              </a:spcBef>
              <a:spcAft>
                <a:spcPts val="0"/>
              </a:spcAft>
              <a:buNone/>
              <a:defRPr sz="600" b="0"/>
            </a:lvl8pPr>
            <a:lvl9pPr marL="0" indent="0">
              <a:lnSpc>
                <a:spcPct val="100000"/>
              </a:lnSpc>
              <a:spcBef>
                <a:spcPts val="0"/>
              </a:spcBef>
              <a:spcAft>
                <a:spcPts val="0"/>
              </a:spcAft>
              <a:buNone/>
              <a:defRPr sz="6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81711788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9143999" cy="2544366"/>
          </a:xfrm>
          <a:solidFill>
            <a:schemeClr val="bg2"/>
          </a:solidFill>
        </p:spPr>
        <p:txBody>
          <a:bodyPr tIns="720000" anchor="ctr" anchorCtr="0"/>
          <a:lstStyle>
            <a:lvl1pPr marL="0" indent="0" algn="ctr">
              <a:spcBef>
                <a:spcPts val="0"/>
              </a:spcBef>
              <a:spcAft>
                <a:spcPts val="0"/>
              </a:spcAft>
              <a:buFontTx/>
              <a:buNone/>
              <a:tabLst/>
              <a:defRPr sz="900" b="0">
                <a:solidFill>
                  <a:schemeClr val="bg1"/>
                </a:solidFill>
              </a:defRPr>
            </a:lvl1pPr>
            <a:lvl2pPr marL="0" indent="0" algn="ctr">
              <a:spcBef>
                <a:spcPts val="0"/>
              </a:spcBef>
              <a:spcAft>
                <a:spcPts val="0"/>
              </a:spcAft>
              <a:buFontTx/>
              <a:buNone/>
              <a:tabLst/>
              <a:defRPr sz="900" b="0">
                <a:solidFill>
                  <a:schemeClr val="bg1"/>
                </a:solidFill>
              </a:defRPr>
            </a:lvl2pPr>
            <a:lvl3pPr marL="0" indent="0" algn="ctr">
              <a:spcBef>
                <a:spcPts val="0"/>
              </a:spcBef>
              <a:spcAft>
                <a:spcPts val="0"/>
              </a:spcAft>
              <a:buFontTx/>
              <a:buNone/>
              <a:tabLst/>
              <a:defRPr sz="900" b="0"/>
            </a:lvl3pPr>
            <a:lvl4pPr marL="0" indent="0" algn="ctr">
              <a:spcBef>
                <a:spcPts val="0"/>
              </a:spcBef>
              <a:spcAft>
                <a:spcPts val="0"/>
              </a:spcAft>
              <a:buFontTx/>
              <a:buNone/>
              <a:tabLst/>
              <a:defRPr sz="900" b="0"/>
            </a:lvl4pPr>
            <a:lvl5pPr marL="0" indent="0" algn="ctr">
              <a:spcBef>
                <a:spcPts val="0"/>
              </a:spcBef>
              <a:spcAft>
                <a:spcPts val="0"/>
              </a:spcAft>
              <a:buFontTx/>
              <a:buNone/>
              <a:tabLst/>
              <a:defRPr sz="900" b="0">
                <a:solidFill>
                  <a:schemeClr val="bg1"/>
                </a:solidFill>
              </a:defRPr>
            </a:lvl5pPr>
            <a:lvl6pPr marL="0" indent="0" algn="ctr">
              <a:spcBef>
                <a:spcPts val="0"/>
              </a:spcBef>
              <a:spcAft>
                <a:spcPts val="0"/>
              </a:spcAft>
              <a:buFontTx/>
              <a:buNone/>
              <a:tabLst/>
              <a:defRPr sz="900" b="0">
                <a:solidFill>
                  <a:schemeClr val="bg1"/>
                </a:solidFill>
              </a:defRPr>
            </a:lvl6pPr>
            <a:lvl7pPr marL="0" indent="0" algn="ctr">
              <a:spcBef>
                <a:spcPts val="0"/>
              </a:spcBef>
              <a:spcAft>
                <a:spcPts val="0"/>
              </a:spcAft>
              <a:buFontTx/>
              <a:buNone/>
              <a:tabLst/>
              <a:defRPr sz="900" b="0"/>
            </a:lvl7pPr>
            <a:lvl8pPr marL="0" indent="0" algn="ctr">
              <a:spcBef>
                <a:spcPts val="0"/>
              </a:spcBef>
              <a:spcAft>
                <a:spcPts val="0"/>
              </a:spcAft>
              <a:buFontTx/>
              <a:buNone/>
              <a:tabLst/>
              <a:defRPr sz="900" b="0"/>
            </a:lvl8pPr>
            <a:lvl9pPr marL="0" indent="0" algn="ctr">
              <a:spcBef>
                <a:spcPts val="0"/>
              </a:spcBef>
              <a:spcAft>
                <a:spcPts val="0"/>
              </a:spcAft>
              <a:buFontTx/>
              <a:buNone/>
              <a:tabLst/>
              <a:defRPr sz="900" b="0"/>
            </a:lvl9pPr>
          </a:lstStyle>
          <a:p>
            <a:pPr lvl="0"/>
            <a:r>
              <a:rPr lang="en-US"/>
              <a:t>Add picture</a:t>
            </a:r>
          </a:p>
        </p:txBody>
      </p:sp>
      <p:sp>
        <p:nvSpPr>
          <p:cNvPr id="8" name="Textplatzhalter 7"/>
          <p:cNvSpPr>
            <a:spLocks noGrp="1"/>
          </p:cNvSpPr>
          <p:nvPr>
            <p:ph type="body" sz="quarter" idx="10" hasCustomPrompt="1"/>
          </p:nvPr>
        </p:nvSpPr>
        <p:spPr bwMode="gray">
          <a:xfrm>
            <a:off x="359568"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4676645" y="2679762"/>
            <a:ext cx="4104085" cy="1782000"/>
          </a:xfrm>
        </p:spPr>
        <p:txBody>
          <a:bodyPr anchor="t" anchorCtr="0"/>
          <a:lstStyle>
            <a:lvl1pPr marL="0" indent="0" algn="l">
              <a:spcBef>
                <a:spcPts val="0"/>
              </a:spcBef>
              <a:spcAft>
                <a:spcPts val="450"/>
              </a:spcAft>
              <a:buNone/>
              <a:defRPr sz="1500">
                <a:solidFill>
                  <a:schemeClr val="tx2"/>
                </a:solidFill>
              </a:defRPr>
            </a:lvl1pPr>
            <a:lvl2pPr marL="0" indent="0" algn="l">
              <a:spcBef>
                <a:spcPts val="0"/>
              </a:spcBef>
              <a:spcAft>
                <a:spcPts val="0"/>
              </a:spcAft>
              <a:buFont typeface="Arial" panose="020B0604020202020204" pitchFamily="34" charset="0"/>
              <a:buNone/>
              <a:tabLst>
                <a:tab pos="542925" algn="l"/>
              </a:tabLst>
              <a:defRPr b="1">
                <a:solidFill>
                  <a:schemeClr val="bg1"/>
                </a:solidFill>
              </a:defRPr>
            </a:lvl2pPr>
            <a:lvl3pPr marL="0" indent="0" algn="l">
              <a:spcBef>
                <a:spcPts val="0"/>
              </a:spcBef>
              <a:spcAft>
                <a:spcPts val="900"/>
              </a:spcAft>
              <a:buNone/>
              <a:tabLst>
                <a:tab pos="200025" algn="l"/>
              </a:tabLst>
              <a:defRPr sz="1050">
                <a:solidFill>
                  <a:schemeClr val="bg1"/>
                </a:solidFill>
              </a:defRPr>
            </a:lvl3pPr>
            <a:lvl4pPr marL="0" indent="0" algn="l">
              <a:spcBef>
                <a:spcPts val="0"/>
              </a:spcBef>
              <a:spcAft>
                <a:spcPts val="900"/>
              </a:spcAft>
              <a:buNone/>
              <a:tabLst>
                <a:tab pos="542925" algn="l"/>
              </a:tabLst>
              <a:defRPr sz="1050">
                <a:solidFill>
                  <a:schemeClr val="bg1"/>
                </a:solidFill>
              </a:defRPr>
            </a:lvl4pPr>
            <a:lvl5pPr marL="0" indent="0" algn="l">
              <a:spcBef>
                <a:spcPts val="0"/>
              </a:spcBef>
              <a:spcAft>
                <a:spcPts val="900"/>
              </a:spcAft>
              <a:buNone/>
              <a:tabLst>
                <a:tab pos="542925" algn="l"/>
              </a:tabLst>
              <a:defRPr sz="1050">
                <a:solidFill>
                  <a:schemeClr val="bg1"/>
                </a:solidFill>
              </a:defRPr>
            </a:lvl5pPr>
            <a:lvl6pPr marL="0" indent="0">
              <a:spcBef>
                <a:spcPts val="0"/>
              </a:spcBef>
              <a:spcAft>
                <a:spcPts val="900"/>
              </a:spcAft>
              <a:buNone/>
              <a:tabLst>
                <a:tab pos="542925" algn="l"/>
              </a:tabLst>
              <a:defRPr sz="1050">
                <a:solidFill>
                  <a:schemeClr val="bg1"/>
                </a:solidFill>
              </a:defRPr>
            </a:lvl6pPr>
            <a:lvl7pPr marL="0" indent="0">
              <a:spcBef>
                <a:spcPts val="0"/>
              </a:spcBef>
              <a:spcAft>
                <a:spcPts val="900"/>
              </a:spcAft>
              <a:buNone/>
              <a:tabLst>
                <a:tab pos="542925" algn="l"/>
              </a:tabLst>
              <a:defRPr sz="1050">
                <a:solidFill>
                  <a:schemeClr val="bg1"/>
                </a:solidFill>
              </a:defRPr>
            </a:lvl7pPr>
            <a:lvl8pPr marL="0" indent="0">
              <a:spcBef>
                <a:spcPts val="0"/>
              </a:spcBef>
              <a:spcAft>
                <a:spcPts val="900"/>
              </a:spcAft>
              <a:buNone/>
              <a:tabLst>
                <a:tab pos="542925" algn="l"/>
              </a:tabLst>
              <a:defRPr sz="1050">
                <a:solidFill>
                  <a:schemeClr val="bg1"/>
                </a:solidFill>
              </a:defRPr>
            </a:lvl8pPr>
            <a:lvl9pPr marL="0" indent="0">
              <a:spcBef>
                <a:spcPts val="0"/>
              </a:spcBef>
              <a:spcAft>
                <a:spcPts val="900"/>
              </a:spcAft>
              <a:buNone/>
              <a:tabLst>
                <a:tab pos="542925" algn="l"/>
              </a:tabLst>
              <a:defRPr sz="105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359568" y="4623751"/>
            <a:ext cx="926100" cy="279545"/>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422666" y="0"/>
            <a:ext cx="1286309" cy="2808312"/>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450"/>
                </a:spcAft>
              </a:pPr>
              <a:r>
                <a:rPr lang="en-US" sz="825" b="1">
                  <a:solidFill>
                    <a:schemeClr val="tx1"/>
                  </a:solidFill>
                  <a:effectLst/>
                  <a:latin typeface="+mj-lt"/>
                </a:rPr>
                <a:t>To insert a picture:</a:t>
              </a:r>
            </a:p>
            <a:p>
              <a:pPr marL="108000" indent="-108000">
                <a:lnSpc>
                  <a:spcPct val="120000"/>
                </a:lnSpc>
                <a:spcAft>
                  <a:spcPts val="450"/>
                </a:spcAft>
                <a:buFont typeface="+mj-lt"/>
                <a:buAutoNum type="arabicPeriod"/>
              </a:pPr>
              <a:r>
                <a:rPr lang="en-US" sz="675">
                  <a:solidFill>
                    <a:schemeClr val="tx1"/>
                  </a:solidFill>
                  <a:effectLst/>
                  <a:latin typeface="+mn-lt"/>
                </a:rPr>
                <a:t>Click on the placeholder for pictures</a:t>
              </a:r>
            </a:p>
            <a:p>
              <a:pPr marL="108000" indent="-108000">
                <a:lnSpc>
                  <a:spcPct val="120000"/>
                </a:lnSpc>
                <a:spcAft>
                  <a:spcPts val="450"/>
                </a:spcAft>
                <a:buFont typeface="+mj-lt"/>
                <a:buAutoNum type="arabicPeriod"/>
              </a:pPr>
              <a:r>
                <a:rPr lang="en-US" sz="675">
                  <a:solidFill>
                    <a:schemeClr val="tx1"/>
                  </a:solidFill>
                  <a:effectLst/>
                  <a:latin typeface="+mn-lt"/>
                </a:rPr>
                <a:t>Open the menu “Insert”</a:t>
              </a:r>
            </a:p>
            <a:p>
              <a:pPr marL="108000" indent="-108000">
                <a:lnSpc>
                  <a:spcPct val="120000"/>
                </a:lnSpc>
                <a:spcAft>
                  <a:spcPts val="450"/>
                </a:spcAft>
                <a:buFont typeface="+mj-lt"/>
                <a:buAutoNum type="arabicPeriod"/>
              </a:pPr>
              <a:r>
                <a:rPr lang="en-US" sz="675">
                  <a:solidFill>
                    <a:schemeClr val="tx1"/>
                  </a:solidFill>
                  <a:effectLst/>
                  <a:latin typeface="+mn-lt"/>
                </a:rPr>
                <a:t>Choose “Pictures” and then the corresponding source where the image is located</a:t>
              </a:r>
              <a:endParaRPr lang="en-US" sz="675">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08000" indent="-108000">
                <a:spcAft>
                  <a:spcPts val="450"/>
                </a:spcAft>
                <a:buFont typeface="+mj-lt"/>
                <a:buAutoNum type="arabicPeriod" startAt="4"/>
              </a:pPr>
              <a:r>
                <a:rPr lang="en-US" sz="675">
                  <a:solidFill>
                    <a:schemeClr val="tx1"/>
                  </a:solidFill>
                  <a:effectLst/>
                  <a:latin typeface="+mn-lt"/>
                </a:rPr>
                <a:t>Now the image has </a:t>
              </a:r>
              <a:br>
                <a:rPr lang="en-US" sz="675">
                  <a:solidFill>
                    <a:schemeClr val="tx1"/>
                  </a:solidFill>
                  <a:effectLst/>
                  <a:latin typeface="+mn-lt"/>
                </a:rPr>
              </a:br>
              <a:r>
                <a:rPr lang="en-US" sz="675">
                  <a:solidFill>
                    <a:schemeClr val="tx1"/>
                  </a:solidFill>
                  <a:effectLst/>
                  <a:latin typeface="+mn-lt"/>
                </a:rPr>
                <a:t>been loaded into the </a:t>
              </a:r>
              <a:br>
                <a:rPr lang="en-US" sz="675">
                  <a:solidFill>
                    <a:schemeClr val="tx1"/>
                  </a:solidFill>
                  <a:effectLst/>
                  <a:latin typeface="+mn-lt"/>
                </a:rPr>
              </a:br>
              <a:r>
                <a:rPr lang="en-US" sz="675">
                  <a:solidFill>
                    <a:schemeClr val="tx1"/>
                  </a:solidFill>
                  <a:effectLst/>
                  <a:latin typeface="+mn-lt"/>
                </a:rPr>
                <a:t>placeholder.</a:t>
              </a:r>
              <a:endParaRPr lang="en-US" sz="675">
                <a:solidFill>
                  <a:schemeClr val="tx1"/>
                </a:solidFill>
                <a:latin typeface="+mn-lt"/>
              </a:endParaRPr>
            </a:p>
          </p:txBody>
        </p:sp>
      </p:grpSp>
    </p:spTree>
    <p:extLst>
      <p:ext uri="{BB962C8B-B14F-4D97-AF65-F5344CB8AC3E}">
        <p14:creationId xmlns:p14="http://schemas.microsoft.com/office/powerpoint/2010/main" val="45803099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359569" y="357188"/>
            <a:ext cx="8424863" cy="54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875"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359569" y="1437624"/>
            <a:ext cx="4590473" cy="2592288"/>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900"/>
              </a:spcAft>
              <a:buFont typeface="Arial" panose="020B0604020202020204" pitchFamily="34" charset="0"/>
              <a:buNone/>
            </a:pPr>
            <a:r>
              <a:rPr lang="en-US" sz="105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356627" y="4272939"/>
            <a:ext cx="6669000" cy="189524"/>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05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356628" y="1059656"/>
            <a:ext cx="4077416" cy="135015"/>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675"/>
              <a:t>© </a:t>
            </a:r>
            <a:fld id="{2F99CDBD-C73A-474F-91D2-EC8081FF32A1}" type="datetimeyyyy">
              <a:rPr lang="en-US" sz="675" smtClean="0"/>
              <a:pPr marL="0" indent="0" algn="l">
                <a:buFont typeface="Arial" panose="020B0604020202020204" pitchFamily="34" charset="0"/>
                <a:buNone/>
              </a:pPr>
              <a:t>2025</a:t>
            </a:fld>
            <a:r>
              <a:rPr lang="en-US" sz="675"/>
              <a:t> Boehringer Ingelheim International GmbH. All rights reserved.</a:t>
            </a:r>
          </a:p>
        </p:txBody>
      </p:sp>
    </p:spTree>
    <p:extLst>
      <p:ext uri="{BB962C8B-B14F-4D97-AF65-F5344CB8AC3E}">
        <p14:creationId xmlns:p14="http://schemas.microsoft.com/office/powerpoint/2010/main" val="188113292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34" Type="http://schemas.openxmlformats.org/officeDocument/2006/relationships/oleObject" Target="../embeddings/oleObject1.bin"/><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33" Type="http://schemas.openxmlformats.org/officeDocument/2006/relationships/tags" Target="../tags/tag1.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36" Type="http://schemas.openxmlformats.org/officeDocument/2006/relationships/image" Target="../media/image6.png"/><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 Id="rId35" Type="http://schemas.openxmlformats.org/officeDocument/2006/relationships/image" Target="../media/image5.emf"/><Relationship Id="rId8"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slideLayout" Target="../slideLayouts/slideLayout73.xml"/><Relationship Id="rId18" Type="http://schemas.openxmlformats.org/officeDocument/2006/relationships/slideLayout" Target="../slideLayouts/slideLayout78.xml"/><Relationship Id="rId26" Type="http://schemas.openxmlformats.org/officeDocument/2006/relationships/slideLayout" Target="../slideLayouts/slideLayout86.xml"/><Relationship Id="rId3" Type="http://schemas.openxmlformats.org/officeDocument/2006/relationships/slideLayout" Target="../slideLayouts/slideLayout63.xml"/><Relationship Id="rId21" Type="http://schemas.openxmlformats.org/officeDocument/2006/relationships/slideLayout" Target="../slideLayouts/slideLayout81.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17" Type="http://schemas.openxmlformats.org/officeDocument/2006/relationships/slideLayout" Target="../slideLayouts/slideLayout77.xml"/><Relationship Id="rId25" Type="http://schemas.openxmlformats.org/officeDocument/2006/relationships/slideLayout" Target="../slideLayouts/slideLayout85.xml"/><Relationship Id="rId2" Type="http://schemas.openxmlformats.org/officeDocument/2006/relationships/slideLayout" Target="../slideLayouts/slideLayout62.xml"/><Relationship Id="rId16" Type="http://schemas.openxmlformats.org/officeDocument/2006/relationships/slideLayout" Target="../slideLayouts/slideLayout76.xml"/><Relationship Id="rId20" Type="http://schemas.openxmlformats.org/officeDocument/2006/relationships/slideLayout" Target="../slideLayouts/slideLayout80.xml"/><Relationship Id="rId29" Type="http://schemas.openxmlformats.org/officeDocument/2006/relationships/image" Target="../media/image10.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24" Type="http://schemas.openxmlformats.org/officeDocument/2006/relationships/slideLayout" Target="../slideLayouts/slideLayout84.xml"/><Relationship Id="rId5" Type="http://schemas.openxmlformats.org/officeDocument/2006/relationships/slideLayout" Target="../slideLayouts/slideLayout65.xml"/><Relationship Id="rId15" Type="http://schemas.openxmlformats.org/officeDocument/2006/relationships/slideLayout" Target="../slideLayouts/slideLayout75.xml"/><Relationship Id="rId23" Type="http://schemas.openxmlformats.org/officeDocument/2006/relationships/slideLayout" Target="../slideLayouts/slideLayout83.xml"/><Relationship Id="rId28" Type="http://schemas.openxmlformats.org/officeDocument/2006/relationships/theme" Target="../theme/theme3.xml"/><Relationship Id="rId10" Type="http://schemas.openxmlformats.org/officeDocument/2006/relationships/slideLayout" Target="../slideLayouts/slideLayout70.xml"/><Relationship Id="rId19" Type="http://schemas.openxmlformats.org/officeDocument/2006/relationships/slideLayout" Target="../slideLayouts/slideLayout79.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slideLayout" Target="../slideLayouts/slideLayout74.xml"/><Relationship Id="rId22" Type="http://schemas.openxmlformats.org/officeDocument/2006/relationships/slideLayout" Target="../slideLayouts/slideLayout82.xml"/><Relationship Id="rId27" Type="http://schemas.openxmlformats.org/officeDocument/2006/relationships/slideLayout" Target="../slideLayouts/slideLayout87.xml"/></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10.png"/><Relationship Id="rId2" Type="http://schemas.openxmlformats.org/officeDocument/2006/relationships/theme" Target="../theme/theme4.xml"/><Relationship Id="rId1" Type="http://schemas.openxmlformats.org/officeDocument/2006/relationships/slideLayout" Target="../slideLayouts/slideLayout88.xml"/><Relationship Id="rId6" Type="http://schemas.openxmlformats.org/officeDocument/2006/relationships/image" Target="../media/image14.emf"/><Relationship Id="rId5" Type="http://schemas.openxmlformats.org/officeDocument/2006/relationships/oleObject" Target="../embeddings/oleObject6.bin"/><Relationship Id="rId4" Type="http://schemas.openxmlformats.org/officeDocument/2006/relationships/tags" Target="../tags/tag8.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26" Type="http://schemas.openxmlformats.org/officeDocument/2006/relationships/slideLayout" Target="../slideLayouts/slideLayout114.xml"/><Relationship Id="rId39" Type="http://schemas.openxmlformats.org/officeDocument/2006/relationships/slideLayout" Target="../slideLayouts/slideLayout127.xml"/><Relationship Id="rId21" Type="http://schemas.openxmlformats.org/officeDocument/2006/relationships/slideLayout" Target="../slideLayouts/slideLayout109.xml"/><Relationship Id="rId34" Type="http://schemas.openxmlformats.org/officeDocument/2006/relationships/slideLayout" Target="../slideLayouts/slideLayout122.xml"/><Relationship Id="rId42" Type="http://schemas.openxmlformats.org/officeDocument/2006/relationships/oleObject" Target="../embeddings/oleObject7.bin"/><Relationship Id="rId7" Type="http://schemas.openxmlformats.org/officeDocument/2006/relationships/slideLayout" Target="../slideLayouts/slideLayout95.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20" Type="http://schemas.openxmlformats.org/officeDocument/2006/relationships/slideLayout" Target="../slideLayouts/slideLayout108.xml"/><Relationship Id="rId29" Type="http://schemas.openxmlformats.org/officeDocument/2006/relationships/slideLayout" Target="../slideLayouts/slideLayout117.xml"/><Relationship Id="rId41" Type="http://schemas.openxmlformats.org/officeDocument/2006/relationships/tags" Target="../tags/tag9.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24" Type="http://schemas.openxmlformats.org/officeDocument/2006/relationships/slideLayout" Target="../slideLayouts/slideLayout112.xml"/><Relationship Id="rId32" Type="http://schemas.openxmlformats.org/officeDocument/2006/relationships/slideLayout" Target="../slideLayouts/slideLayout120.xml"/><Relationship Id="rId37" Type="http://schemas.openxmlformats.org/officeDocument/2006/relationships/slideLayout" Target="../slideLayouts/slideLayout125.xml"/><Relationship Id="rId40" Type="http://schemas.openxmlformats.org/officeDocument/2006/relationships/theme" Target="../theme/theme5.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36" Type="http://schemas.openxmlformats.org/officeDocument/2006/relationships/slideLayout" Target="../slideLayouts/slideLayout124.xml"/><Relationship Id="rId10" Type="http://schemas.openxmlformats.org/officeDocument/2006/relationships/slideLayout" Target="../slideLayouts/slideLayout98.xml"/><Relationship Id="rId19" Type="http://schemas.openxmlformats.org/officeDocument/2006/relationships/slideLayout" Target="../slideLayouts/slideLayout107.xml"/><Relationship Id="rId31" Type="http://schemas.openxmlformats.org/officeDocument/2006/relationships/slideLayout" Target="../slideLayouts/slideLayout119.xml"/><Relationship Id="rId44" Type="http://schemas.openxmlformats.org/officeDocument/2006/relationships/image" Target="../media/image16.png"/><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slideLayout" Target="../slideLayouts/slideLayout123.xml"/><Relationship Id="rId43" Type="http://schemas.openxmlformats.org/officeDocument/2006/relationships/image" Target="../media/image15.emf"/><Relationship Id="rId8" Type="http://schemas.openxmlformats.org/officeDocument/2006/relationships/slideLayout" Target="../slideLayouts/slideLayout96.xml"/><Relationship Id="rId3" Type="http://schemas.openxmlformats.org/officeDocument/2006/relationships/slideLayout" Target="../slideLayouts/slideLayout91.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38" Type="http://schemas.openxmlformats.org/officeDocument/2006/relationships/slideLayout" Target="../slideLayouts/slideLayout12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35.xml"/><Relationship Id="rId13" Type="http://schemas.openxmlformats.org/officeDocument/2006/relationships/slideLayout" Target="../slideLayouts/slideLayout140.xml"/><Relationship Id="rId18" Type="http://schemas.openxmlformats.org/officeDocument/2006/relationships/theme" Target="../theme/theme6.xml"/><Relationship Id="rId3" Type="http://schemas.openxmlformats.org/officeDocument/2006/relationships/slideLayout" Target="../slideLayouts/slideLayout130.xml"/><Relationship Id="rId7" Type="http://schemas.openxmlformats.org/officeDocument/2006/relationships/slideLayout" Target="../slideLayouts/slideLayout134.xml"/><Relationship Id="rId12" Type="http://schemas.openxmlformats.org/officeDocument/2006/relationships/slideLayout" Target="../slideLayouts/slideLayout139.xml"/><Relationship Id="rId17" Type="http://schemas.openxmlformats.org/officeDocument/2006/relationships/slideLayout" Target="../slideLayouts/slideLayout144.xml"/><Relationship Id="rId2" Type="http://schemas.openxmlformats.org/officeDocument/2006/relationships/slideLayout" Target="../slideLayouts/slideLayout129.xml"/><Relationship Id="rId16" Type="http://schemas.openxmlformats.org/officeDocument/2006/relationships/slideLayout" Target="../slideLayouts/slideLayout143.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5" Type="http://schemas.openxmlformats.org/officeDocument/2006/relationships/slideLayout" Target="../slideLayouts/slideLayout132.xml"/><Relationship Id="rId15" Type="http://schemas.openxmlformats.org/officeDocument/2006/relationships/slideLayout" Target="../slideLayouts/slideLayout142.xml"/><Relationship Id="rId10" Type="http://schemas.openxmlformats.org/officeDocument/2006/relationships/slideLayout" Target="../slideLayouts/slideLayout137.xml"/><Relationship Id="rId19" Type="http://schemas.openxmlformats.org/officeDocument/2006/relationships/image" Target="../media/image31.emf"/><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slideLayout" Target="../slideLayouts/slideLayout141.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4" Type="http://schemas.openxmlformats.org/officeDocument/2006/relationships/image" Target="../media/image31.emf"/></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26" Type="http://schemas.openxmlformats.org/officeDocument/2006/relationships/slideLayout" Target="../slideLayouts/slideLayout172.xml"/><Relationship Id="rId3" Type="http://schemas.openxmlformats.org/officeDocument/2006/relationships/slideLayout" Target="../slideLayouts/slideLayout149.xml"/><Relationship Id="rId21" Type="http://schemas.openxmlformats.org/officeDocument/2006/relationships/slideLayout" Target="../slideLayouts/slideLayout167.xml"/><Relationship Id="rId34" Type="http://schemas.openxmlformats.org/officeDocument/2006/relationships/theme" Target="../theme/theme8.xml"/><Relationship Id="rId7" Type="http://schemas.openxmlformats.org/officeDocument/2006/relationships/slideLayout" Target="../slideLayouts/slideLayout153.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slideLayout" Target="../slideLayouts/slideLayout171.xml"/><Relationship Id="rId33" Type="http://schemas.openxmlformats.org/officeDocument/2006/relationships/slideLayout" Target="../slideLayouts/slideLayout179.xml"/><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0" Type="http://schemas.openxmlformats.org/officeDocument/2006/relationships/slideLayout" Target="../slideLayouts/slideLayout166.xml"/><Relationship Id="rId29" Type="http://schemas.openxmlformats.org/officeDocument/2006/relationships/slideLayout" Target="../slideLayouts/slideLayout175.xml"/><Relationship Id="rId1" Type="http://schemas.openxmlformats.org/officeDocument/2006/relationships/slideLayout" Target="../slideLayouts/slideLayout147.xml"/><Relationship Id="rId6" Type="http://schemas.openxmlformats.org/officeDocument/2006/relationships/slideLayout" Target="../slideLayouts/slideLayout152.xml"/><Relationship Id="rId11" Type="http://schemas.openxmlformats.org/officeDocument/2006/relationships/slideLayout" Target="../slideLayouts/slideLayout157.xml"/><Relationship Id="rId24" Type="http://schemas.openxmlformats.org/officeDocument/2006/relationships/slideLayout" Target="../slideLayouts/slideLayout170.xml"/><Relationship Id="rId32" Type="http://schemas.openxmlformats.org/officeDocument/2006/relationships/slideLayout" Target="../slideLayouts/slideLayout178.xml"/><Relationship Id="rId5" Type="http://schemas.openxmlformats.org/officeDocument/2006/relationships/slideLayout" Target="../slideLayouts/slideLayout151.xml"/><Relationship Id="rId15" Type="http://schemas.openxmlformats.org/officeDocument/2006/relationships/slideLayout" Target="../slideLayouts/slideLayout161.xml"/><Relationship Id="rId23" Type="http://schemas.openxmlformats.org/officeDocument/2006/relationships/slideLayout" Target="../slideLayouts/slideLayout169.xml"/><Relationship Id="rId28" Type="http://schemas.openxmlformats.org/officeDocument/2006/relationships/slideLayout" Target="../slideLayouts/slideLayout174.xml"/><Relationship Id="rId36" Type="http://schemas.openxmlformats.org/officeDocument/2006/relationships/image" Target="../media/image62.svg"/><Relationship Id="rId10" Type="http://schemas.openxmlformats.org/officeDocument/2006/relationships/slideLayout" Target="../slideLayouts/slideLayout156.xml"/><Relationship Id="rId19" Type="http://schemas.openxmlformats.org/officeDocument/2006/relationships/slideLayout" Target="../slideLayouts/slideLayout165.xml"/><Relationship Id="rId31" Type="http://schemas.openxmlformats.org/officeDocument/2006/relationships/slideLayout" Target="../slideLayouts/slideLayout177.xml"/><Relationship Id="rId4" Type="http://schemas.openxmlformats.org/officeDocument/2006/relationships/slideLayout" Target="../slideLayouts/slideLayout150.xml"/><Relationship Id="rId9" Type="http://schemas.openxmlformats.org/officeDocument/2006/relationships/slideLayout" Target="../slideLayouts/slideLayout155.xml"/><Relationship Id="rId14" Type="http://schemas.openxmlformats.org/officeDocument/2006/relationships/slideLayout" Target="../slideLayouts/slideLayout160.xml"/><Relationship Id="rId22" Type="http://schemas.openxmlformats.org/officeDocument/2006/relationships/slideLayout" Target="../slideLayouts/slideLayout168.xml"/><Relationship Id="rId27" Type="http://schemas.openxmlformats.org/officeDocument/2006/relationships/slideLayout" Target="../slideLayouts/slideLayout173.xml"/><Relationship Id="rId30" Type="http://schemas.openxmlformats.org/officeDocument/2006/relationships/slideLayout" Target="../slideLayouts/slideLayout176.xml"/><Relationship Id="rId35" Type="http://schemas.openxmlformats.org/officeDocument/2006/relationships/image" Target="../media/image61.png"/><Relationship Id="rId8" Type="http://schemas.openxmlformats.org/officeDocument/2006/relationships/slideLayout" Target="../slideLayouts/slideLayout1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6" y="36709"/>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139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678326" y="4910097"/>
            <a:ext cx="525785" cy="123111"/>
          </a:xfrm>
          <a:prstGeom prst="rect">
            <a:avLst/>
          </a:prstGeom>
        </p:spPr>
        <p:txBody>
          <a:bodyPr vert="horz" wrap="none" lIns="0" tIns="0" rIns="0" bIns="0" rtlCol="0" anchor="ctr">
            <a:spAutoFit/>
          </a:bodyPr>
          <a:lstStyle>
            <a:lvl1pPr algn="r">
              <a:defRPr sz="800" b="0" i="0">
                <a:solidFill>
                  <a:srgbClr val="7F7F7F"/>
                </a:solidFill>
                <a:latin typeface="BISans" panose="02000503040000020004" pitchFamily="2" charset="0"/>
                <a:cs typeface="BISans" panose="02000503040000020004" pitchFamily="2" charset="0"/>
              </a:defRPr>
            </a:lvl1pPr>
          </a:lstStyle>
          <a:p>
            <a:fld id="{EF614CB3-B3B2-46B0-89DA-B2EF1ABA6D7C}" type="datetime1">
              <a:rPr lang="en-US" smtClean="0"/>
              <a:t>3/25/2025</a:t>
            </a:fld>
            <a:endParaRPr lang="en-GB"/>
          </a:p>
        </p:txBody>
      </p:sp>
      <p:sp>
        <p:nvSpPr>
          <p:cNvPr id="5" name="Fußzeilenplatzhalter 4"/>
          <p:cNvSpPr>
            <a:spLocks noGrp="1"/>
          </p:cNvSpPr>
          <p:nvPr>
            <p:ph type="ftr" sz="quarter" idx="3"/>
          </p:nvPr>
        </p:nvSpPr>
        <p:spPr>
          <a:xfrm>
            <a:off x="1734854" y="4910097"/>
            <a:ext cx="5756191" cy="123111"/>
          </a:xfrm>
          <a:prstGeom prst="rect">
            <a:avLst/>
          </a:prstGeom>
        </p:spPr>
        <p:txBody>
          <a:bodyPr vert="horz" wrap="square" lIns="0" tIns="0" rIns="0" bIns="0" rtlCol="0" anchor="ctr">
            <a:spAutoFit/>
          </a:bodyPr>
          <a:lstStyle>
            <a:lvl1pPr algn="l">
              <a:defRPr sz="800" b="0" i="0">
                <a:solidFill>
                  <a:srgbClr val="7F7F7F"/>
                </a:solidFill>
                <a:latin typeface="BISans" panose="02000503040000020004" pitchFamily="2" charset="0"/>
                <a:cs typeface="BISans" panose="02000503040000020004" pitchFamily="2" charset="0"/>
              </a:defRPr>
            </a:lvl1pPr>
          </a:lstStyle>
          <a:p>
            <a:r>
              <a:rPr lang="en-US"/>
              <a:t>Confidential</a:t>
            </a:r>
            <a:endParaRPr lang="en-GB"/>
          </a:p>
        </p:txBody>
      </p:sp>
      <p:sp>
        <p:nvSpPr>
          <p:cNvPr id="6" name="Foliennummernplatzhalter 5"/>
          <p:cNvSpPr>
            <a:spLocks noGrp="1"/>
          </p:cNvSpPr>
          <p:nvPr>
            <p:ph type="sldNum" sz="quarter" idx="4"/>
          </p:nvPr>
        </p:nvSpPr>
        <p:spPr>
          <a:xfrm>
            <a:off x="8640169" y="4910097"/>
            <a:ext cx="136256" cy="123111"/>
          </a:xfrm>
          <a:prstGeom prst="rect">
            <a:avLst/>
          </a:prstGeom>
        </p:spPr>
        <p:txBody>
          <a:bodyPr vert="horz" wrap="none" lIns="0" tIns="0" rIns="0" bIns="0" rtlCol="0" anchor="ctr">
            <a:spAutoFit/>
          </a:bodyPr>
          <a:lstStyle>
            <a:lvl1pPr algn="r">
              <a:defRPr sz="800" b="0" i="0">
                <a:solidFill>
                  <a:srgbClr val="7F7F7F"/>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182826" y="36709"/>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366824" y="4865365"/>
            <a:ext cx="630270" cy="190510"/>
          </a:xfrm>
          <a:prstGeom prst="rect">
            <a:avLst/>
          </a:prstGeom>
        </p:spPr>
      </p:pic>
    </p:spTree>
    <p:extLst>
      <p:ext uri="{BB962C8B-B14F-4D97-AF65-F5344CB8AC3E}">
        <p14:creationId xmlns:p14="http://schemas.microsoft.com/office/powerpoint/2010/main" val="286505537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711" r:id="rId3"/>
    <p:sldLayoutId id="2147483712" r:id="rId4"/>
    <p:sldLayoutId id="2147483713"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82" r:id="rId16"/>
    <p:sldLayoutId id="2147483783" r:id="rId17"/>
    <p:sldLayoutId id="2147483730" r:id="rId18"/>
    <p:sldLayoutId id="2147483731" r:id="rId19"/>
    <p:sldLayoutId id="2147483732" r:id="rId20"/>
    <p:sldLayoutId id="2147483754" r:id="rId21"/>
    <p:sldLayoutId id="2147483755" r:id="rId22"/>
    <p:sldLayoutId id="2147483756" r:id="rId23"/>
    <p:sldLayoutId id="2147483757" r:id="rId24"/>
    <p:sldLayoutId id="2147483758" r:id="rId25"/>
    <p:sldLayoutId id="2147483759" r:id="rId26"/>
    <p:sldLayoutId id="2147483760" r:id="rId27"/>
    <p:sldLayoutId id="2147483780" r:id="rId28"/>
    <p:sldLayoutId id="2147483781"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85000"/>
        </a:lnSpc>
        <a:spcBef>
          <a:spcPct val="0"/>
        </a:spcBef>
        <a:buNone/>
        <a:defRPr sz="2400" b="0" i="0" kern="1200">
          <a:solidFill>
            <a:srgbClr val="003366"/>
          </a:solidFill>
          <a:latin typeface="BISansOptiCond"/>
          <a:ea typeface="+mj-ea"/>
          <a:cs typeface="BISansOptiCond"/>
        </a:defRPr>
      </a:lvl1pPr>
    </p:titleStyle>
    <p:bodyStyle>
      <a:lvl1pPr marL="168275" indent="-168275" algn="l" defTabSz="914400" rtl="0" eaLnBrk="1" latinLnBrk="0" hangingPunct="1">
        <a:spcBef>
          <a:spcPts val="400"/>
        </a:spcBef>
        <a:buFont typeface="Arial" panose="020B0604020202020204" pitchFamily="34" charset="0"/>
        <a:buChar char="•"/>
        <a:tabLst>
          <a:tab pos="168275" algn="l"/>
        </a:tabLst>
        <a:defRPr sz="2000" kern="1200">
          <a:solidFill>
            <a:schemeClr val="tx1"/>
          </a:solidFill>
          <a:latin typeface="BISans" panose="02000503040000020004" pitchFamily="2" charset="0"/>
          <a:ea typeface="+mn-ea"/>
          <a:cs typeface="BISans" panose="02000503040000020004" pitchFamily="2" charset="0"/>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33"/>
            </p:custDataLst>
            <p:extLst>
              <p:ext uri="{D42A27DB-BD31-4B8C-83A1-F6EECF244321}">
                <p14:modId xmlns:p14="http://schemas.microsoft.com/office/powerpoint/2010/main" val="2645690189"/>
              </p:ext>
            </p:extLst>
          </p:nvPr>
        </p:nvGraphicFramePr>
        <p:xfrm>
          <a:off x="1589" y="1193"/>
          <a:ext cx="1587" cy="1190"/>
        </p:xfrm>
        <a:graphic>
          <a:graphicData uri="http://schemas.openxmlformats.org/presentationml/2006/ole">
            <mc:AlternateContent xmlns:mc="http://schemas.openxmlformats.org/markup-compatibility/2006">
              <mc:Choice xmlns:v="urn:schemas-microsoft-com:vml" Requires="v">
                <p:oleObj name="think-cell Slide" r:id="rId34" imgW="270" imgH="270" progId="TCLayout.ActiveDocument.1">
                  <p:embed/>
                </p:oleObj>
              </mc:Choice>
              <mc:Fallback>
                <p:oleObj name="think-cell Slide" r:id="rId34" imgW="270" imgH="270" progId="TCLayout.ActiveDocument.1">
                  <p:embed/>
                  <p:pic>
                    <p:nvPicPr>
                      <p:cNvPr id="7" name="Object 6" hidden="1"/>
                      <p:cNvPicPr/>
                      <p:nvPr/>
                    </p:nvPicPr>
                    <p:blipFill>
                      <a:blip r:embed="rId35"/>
                      <a:stretch>
                        <a:fillRect/>
                      </a:stretch>
                    </p:blipFill>
                    <p:spPr>
                      <a:xfrm>
                        <a:off x="1589" y="1193"/>
                        <a:ext cx="1587" cy="1190"/>
                      </a:xfrm>
                      <a:prstGeom prst="rect">
                        <a:avLst/>
                      </a:prstGeom>
                    </p:spPr>
                  </p:pic>
                </p:oleObj>
              </mc:Fallback>
            </mc:AlternateContent>
          </a:graphicData>
        </a:graphic>
      </p:graphicFrame>
      <p:grpSp>
        <p:nvGrpSpPr>
          <p:cNvPr id="23" name="Gruppieren 22"/>
          <p:cNvGrpSpPr/>
          <p:nvPr/>
        </p:nvGrpSpPr>
        <p:grpSpPr>
          <a:xfrm>
            <a:off x="182828" y="36711"/>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276999"/>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367575" y="1200152"/>
            <a:ext cx="8408850" cy="3394472"/>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7749664" y="4929944"/>
            <a:ext cx="454451"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9FC3183C-1A43-43C0-8392-1DBE7E166C5E}" type="datetime1">
              <a:rPr lang="en-GB" smtClean="0">
                <a:solidFill>
                  <a:prstClr val="white">
                    <a:lumMod val="50000"/>
                  </a:prstClr>
                </a:solidFill>
              </a:rPr>
              <a:pPr/>
              <a:t>25/03/2025</a:t>
            </a:fld>
            <a:endParaRPr lang="en-GB">
              <a:solidFill>
                <a:prstClr val="white">
                  <a:lumMod val="50000"/>
                </a:prstClr>
              </a:solidFill>
            </a:endParaRPr>
          </a:p>
        </p:txBody>
      </p:sp>
      <p:sp>
        <p:nvSpPr>
          <p:cNvPr id="5" name="Fußzeilenplatzhalter 4"/>
          <p:cNvSpPr>
            <a:spLocks noGrp="1"/>
          </p:cNvSpPr>
          <p:nvPr>
            <p:ph type="ftr" sz="quarter" idx="3"/>
          </p:nvPr>
        </p:nvSpPr>
        <p:spPr>
          <a:xfrm>
            <a:off x="1351329" y="4929944"/>
            <a:ext cx="6139718" cy="115416"/>
          </a:xfrm>
          <a:prstGeom prst="rect">
            <a:avLst/>
          </a:prstGeom>
        </p:spPr>
        <p:txBody>
          <a:bodyPr vert="horz" wrap="square" lIns="0" tIns="0" rIns="0" bIns="0" rtlCol="0" anchor="ctr">
            <a:spAutoFit/>
          </a:bodyPr>
          <a:lstStyle>
            <a:lvl1pPr algn="l">
              <a:defRPr sz="750">
                <a:solidFill>
                  <a:schemeClr val="bg1">
                    <a:lumMod val="50000"/>
                  </a:schemeClr>
                </a:solidFill>
                <a:latin typeface="BISansCond" panose="02000006050000020004" pitchFamily="2" charset="0"/>
              </a:defRPr>
            </a:lvl1pPr>
          </a:lstStyle>
          <a:p>
            <a:r>
              <a:rPr lang="en-GB">
                <a:solidFill>
                  <a:prstClr val="white">
                    <a:lumMod val="50000"/>
                  </a:prstClr>
                </a:solidFill>
              </a:rPr>
              <a:t>Presentation title, date, author</a:t>
            </a:r>
          </a:p>
        </p:txBody>
      </p:sp>
      <p:sp>
        <p:nvSpPr>
          <p:cNvPr id="6" name="Foliennummernplatzhalter 5"/>
          <p:cNvSpPr>
            <a:spLocks noGrp="1"/>
          </p:cNvSpPr>
          <p:nvPr>
            <p:ph type="sldNum" sz="quarter" idx="4"/>
          </p:nvPr>
        </p:nvSpPr>
        <p:spPr>
          <a:xfrm>
            <a:off x="8665818" y="4929944"/>
            <a:ext cx="110607"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grpSp>
        <p:nvGrpSpPr>
          <p:cNvPr id="17" name="Gruppieren 16"/>
          <p:cNvGrpSpPr/>
          <p:nvPr/>
        </p:nvGrpSpPr>
        <p:grpSpPr>
          <a:xfrm>
            <a:off x="182828" y="36711"/>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6" cstate="print">
            <a:extLst>
              <a:ext uri="{28A0092B-C50C-407E-A947-70E740481C1C}">
                <a14:useLocalDpi xmlns:a14="http://schemas.microsoft.com/office/drawing/2010/main"/>
              </a:ext>
            </a:extLst>
          </a:blip>
          <a:stretch>
            <a:fillRect/>
          </a:stretch>
        </p:blipFill>
        <p:spPr>
          <a:xfrm>
            <a:off x="364443" y="4864132"/>
            <a:ext cx="630270" cy="190510"/>
          </a:xfrm>
          <a:prstGeom prst="rect">
            <a:avLst/>
          </a:prstGeom>
        </p:spPr>
      </p:pic>
    </p:spTree>
    <p:extLst>
      <p:ext uri="{BB962C8B-B14F-4D97-AF65-F5344CB8AC3E}">
        <p14:creationId xmlns:p14="http://schemas.microsoft.com/office/powerpoint/2010/main" val="784268177"/>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 id="2147483807" r:id="rId23"/>
    <p:sldLayoutId id="2147483808" r:id="rId24"/>
    <p:sldLayoutId id="2147483809" r:id="rId25"/>
    <p:sldLayoutId id="2147483810" r:id="rId26"/>
    <p:sldLayoutId id="2147483811" r:id="rId27"/>
    <p:sldLayoutId id="2147483812" r:id="rId28"/>
    <p:sldLayoutId id="2147483813" r:id="rId29"/>
    <p:sldLayoutId id="2147483814" r:id="rId30"/>
    <p:sldLayoutId id="2147483815"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spcBef>
          <a:spcPct val="0"/>
        </a:spcBef>
        <a:buNone/>
        <a:defRPr sz="1800" kern="1200">
          <a:solidFill>
            <a:srgbClr val="003366"/>
          </a:solidFill>
          <a:latin typeface="+mj-lt"/>
          <a:ea typeface="+mj-ea"/>
          <a:cs typeface="+mj-cs"/>
        </a:defRPr>
      </a:lvl1pPr>
    </p:titleStyle>
    <p:bodyStyle>
      <a:lvl1pPr marL="200025" indent="-200025" algn="l" defTabSz="685800" rtl="0" eaLnBrk="1" latinLnBrk="0" hangingPunct="1">
        <a:spcBef>
          <a:spcPts val="300"/>
        </a:spcBef>
        <a:buFont typeface="Arial" panose="020B0604020202020204" pitchFamily="34" charset="0"/>
        <a:buChar char="•"/>
        <a:defRPr sz="1500" kern="1200">
          <a:solidFill>
            <a:schemeClr val="tx1"/>
          </a:solidFill>
          <a:latin typeface="+mn-lt"/>
          <a:ea typeface="+mn-ea"/>
          <a:cs typeface="+mn-cs"/>
        </a:defRPr>
      </a:lvl1pPr>
      <a:lvl2pPr marL="338138" indent="-138113"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2pPr>
      <a:lvl3pPr marL="47148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3pPr>
      <a:lvl4pPr marL="60483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4pPr>
      <a:lvl5pPr marL="738188" indent="-133350" algn="l" defTabSz="685800" rtl="0" eaLnBrk="1" latinLnBrk="0" hangingPunct="1">
        <a:spcBef>
          <a:spcPts val="0"/>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182827"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693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602986" y="4910732"/>
            <a:ext cx="601126"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9FC3183C-1A43-43C0-8392-1DBE7E166C5E}" type="datetime1">
              <a:rPr lang="en-GB" noProof="0" smtClean="0"/>
              <a:pPr/>
              <a:t>25/03/2025</a:t>
            </a:fld>
            <a:endParaRPr lang="en-GB" noProof="0"/>
          </a:p>
        </p:txBody>
      </p:sp>
      <p:sp>
        <p:nvSpPr>
          <p:cNvPr id="5" name="Fußzeilenplatzhalter 4"/>
          <p:cNvSpPr>
            <a:spLocks noGrp="1"/>
          </p:cNvSpPr>
          <p:nvPr>
            <p:ph type="ftr" sz="quarter" idx="3"/>
          </p:nvPr>
        </p:nvSpPr>
        <p:spPr>
          <a:xfrm>
            <a:off x="1351329" y="4910708"/>
            <a:ext cx="6139718" cy="153888"/>
          </a:xfrm>
          <a:prstGeom prst="rect">
            <a:avLst/>
          </a:prstGeom>
        </p:spPr>
        <p:txBody>
          <a:bodyPr vert="horz" wrap="square" lIns="0" tIns="0" rIns="0" bIns="0" rtlCol="0" anchor="ctr">
            <a:spAutoFit/>
          </a:bodyPr>
          <a:lstStyle>
            <a:lvl1pPr algn="l">
              <a:defRPr sz="1000"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8628549" y="4910732"/>
            <a:ext cx="147877" cy="153841"/>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182827"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9" cstate="email">
            <a:extLst>
              <a:ext uri="{28A0092B-C50C-407E-A947-70E740481C1C}">
                <a14:useLocalDpi xmlns:a14="http://schemas.microsoft.com/office/drawing/2010/main"/>
              </a:ext>
            </a:extLst>
          </a:blip>
          <a:stretch>
            <a:fillRect/>
          </a:stretch>
        </p:blipFill>
        <p:spPr>
          <a:xfrm>
            <a:off x="364443" y="4864131"/>
            <a:ext cx="630270" cy="190510"/>
          </a:xfrm>
          <a:prstGeom prst="rect">
            <a:avLst/>
          </a:prstGeom>
        </p:spPr>
      </p:pic>
    </p:spTree>
    <p:extLst>
      <p:ext uri="{BB962C8B-B14F-4D97-AF65-F5344CB8AC3E}">
        <p14:creationId xmlns:p14="http://schemas.microsoft.com/office/powerpoint/2010/main" val="423011298"/>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 id="2147483834" r:id="rId18"/>
    <p:sldLayoutId id="2147483835" r:id="rId19"/>
    <p:sldLayoutId id="2147483836" r:id="rId20"/>
    <p:sldLayoutId id="2147483837" r:id="rId21"/>
    <p:sldLayoutId id="2147483838" r:id="rId22"/>
    <p:sldLayoutId id="2147483839" r:id="rId23"/>
    <p:sldLayoutId id="2147483840" r:id="rId24"/>
    <p:sldLayoutId id="2147483841" r:id="rId25"/>
    <p:sldLayoutId id="2147483842" r:id="rId26"/>
    <p:sldLayoutId id="2147483843" r:id="rId2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8" rtl="0" eaLnBrk="1" latinLnBrk="0" hangingPunct="1">
        <a:spcBef>
          <a:spcPct val="0"/>
        </a:spcBef>
        <a:buNone/>
        <a:defRPr sz="2400" b="0" i="0" kern="1200">
          <a:solidFill>
            <a:srgbClr val="003366"/>
          </a:solidFill>
          <a:latin typeface="BISansOptiCond"/>
          <a:ea typeface="+mj-ea"/>
          <a:cs typeface="BISansOptiCond"/>
        </a:defRPr>
      </a:lvl1pPr>
    </p:titleStyle>
    <p:bodyStyle>
      <a:lvl1pPr marL="266693" indent="-266693" algn="l" defTabSz="914378"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39" indent="-184145"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34"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30" indent="-177796" algn="l" defTabSz="914378"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26" indent="-177796" algn="l" defTabSz="914378"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537"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5"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8"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BA0DBFA8-273D-4169-91D2-6310BC042315}"/>
              </a:ext>
            </a:extLst>
          </p:cNvPr>
          <p:cNvGraphicFramePr>
            <a:graphicFrameLocks noChangeAspect="1"/>
          </p:cNvGraphicFramePr>
          <p:nvPr userDrawn="1">
            <p:custDataLst>
              <p:tags r:id="rId3"/>
            </p:custDataLst>
            <p:extLst>
              <p:ext uri="{D42A27DB-BD31-4B8C-83A1-F6EECF244321}">
                <p14:modId xmlns:p14="http://schemas.microsoft.com/office/powerpoint/2010/main" val="2557143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470" imgH="469" progId="TCLayout.ActiveDocument.1">
                  <p:embed/>
                </p:oleObj>
              </mc:Choice>
              <mc:Fallback>
                <p:oleObj name="think-cell 幻灯片" r:id="rId5" imgW="470" imgH="469" progId="TCLayout.ActiveDocument.1">
                  <p:embed/>
                  <p:pic>
                    <p:nvPicPr>
                      <p:cNvPr id="8" name="Object 7" hidden="1">
                        <a:extLst>
                          <a:ext uri="{FF2B5EF4-FFF2-40B4-BE49-F238E27FC236}">
                            <a16:creationId xmlns:a16="http://schemas.microsoft.com/office/drawing/2014/main" id="{BA0DBFA8-273D-4169-91D2-6310BC04231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E5AD30C0-06C8-41AB-B1A7-C91AA31D8010}"/>
              </a:ext>
            </a:extLst>
          </p:cNvPr>
          <p:cNvSpPr/>
          <p:nvPr userDrawn="1">
            <p:custDataLst>
              <p:tags r:id="rId4"/>
            </p:custDataLst>
          </p:nvPr>
        </p:nvSpPr>
        <p:spPr>
          <a:xfrm>
            <a:off x="1" y="0"/>
            <a:ext cx="158750" cy="158750"/>
          </a:xfrm>
          <a:prstGeom prst="rect">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sz="2400" b="0" i="0" baseline="0" err="1">
              <a:solidFill>
                <a:schemeClr val="tx1"/>
              </a:solidFill>
              <a:latin typeface="BISansOptiCond" panose="02000506040000020004" pitchFamily="2" charset="0"/>
              <a:ea typeface="+mj-ea"/>
              <a:sym typeface="BISansOptiCond" panose="02000506040000020004" pitchFamily="2" charset="0"/>
            </a:endParaRPr>
          </a:p>
        </p:txBody>
      </p:sp>
      <p:grpSp>
        <p:nvGrpSpPr>
          <p:cNvPr id="23" name="Gruppieren 22"/>
          <p:cNvGrpSpPr/>
          <p:nvPr/>
        </p:nvGrpSpPr>
        <p:grpSpPr>
          <a:xfrm>
            <a:off x="182827" y="36709"/>
            <a:ext cx="8782684"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369332"/>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7598177" y="4910708"/>
            <a:ext cx="605935" cy="153888"/>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9F9D4413-9ED7-406C-A5FA-55033B47FB6C}" type="datetime1">
              <a:rPr lang="en-GB" altLang="zh-CN" noProof="0" smtClean="0"/>
              <a:t>25/03/2025</a:t>
            </a:fld>
            <a:endParaRPr lang="en-GB" noProof="0"/>
          </a:p>
        </p:txBody>
      </p:sp>
      <p:sp>
        <p:nvSpPr>
          <p:cNvPr id="5" name="Fußzeilenplatzhalter 4"/>
          <p:cNvSpPr>
            <a:spLocks noGrp="1"/>
          </p:cNvSpPr>
          <p:nvPr>
            <p:ph type="ftr" sz="quarter" idx="3"/>
          </p:nvPr>
        </p:nvSpPr>
        <p:spPr>
          <a:xfrm>
            <a:off x="1351329" y="4910708"/>
            <a:ext cx="6139717" cy="153888"/>
          </a:xfrm>
          <a:prstGeom prst="rect">
            <a:avLst/>
          </a:prstGeom>
        </p:spPr>
        <p:txBody>
          <a:bodyPr vert="horz" wrap="square" lIns="0" tIns="0" rIns="0" bIns="0" rtlCol="0" anchor="ctr">
            <a:spAutoFit/>
          </a:bodyPr>
          <a:lstStyle>
            <a:lvl1pPr algn="l">
              <a:defRPr sz="1000"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8628949" y="4910708"/>
            <a:ext cx="147476" cy="153888"/>
          </a:xfrm>
          <a:prstGeom prst="rect">
            <a:avLst/>
          </a:prstGeom>
        </p:spPr>
        <p:txBody>
          <a:bodyPr vert="horz" wrap="none" lIns="0" tIns="0" rIns="0" bIns="0" rtlCol="0" anchor="ctr">
            <a:spAutoFit/>
          </a:bodyPr>
          <a:lstStyle>
            <a:lvl1pPr algn="r">
              <a:defRPr sz="1000"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182827" y="36709"/>
            <a:ext cx="8782684"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364444" y="4864131"/>
            <a:ext cx="630270" cy="190510"/>
          </a:xfrm>
          <a:prstGeom prst="rect">
            <a:avLst/>
          </a:prstGeom>
        </p:spPr>
      </p:pic>
    </p:spTree>
    <p:extLst>
      <p:ext uri="{BB962C8B-B14F-4D97-AF65-F5344CB8AC3E}">
        <p14:creationId xmlns:p14="http://schemas.microsoft.com/office/powerpoint/2010/main" val="3188101852"/>
      </p:ext>
    </p:extLst>
  </p:cSld>
  <p:clrMap bg1="lt1" tx1="dk1" bg2="lt2" tx2="dk2" accent1="accent1" accent2="accent2" accent3="accent3" accent4="accent4" accent5="accent5" accent6="accent6" hlink="hlink" folHlink="folHlink"/>
  <p:sldLayoutIdLst>
    <p:sldLayoutId id="2147483845"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11" rtl="0" eaLnBrk="1" latinLnBrk="0" hangingPunct="1">
        <a:spcBef>
          <a:spcPct val="0"/>
        </a:spcBef>
        <a:buNone/>
        <a:defRPr sz="2400" b="0" i="0" kern="1200">
          <a:solidFill>
            <a:srgbClr val="003366"/>
          </a:solidFill>
          <a:latin typeface="BISansOptiCond"/>
          <a:ea typeface="+mj-ea"/>
          <a:cs typeface="BISansOptiCond"/>
        </a:defRPr>
      </a:lvl1pPr>
    </p:titleStyle>
    <p:bodyStyle>
      <a:lvl1pPr marL="266703" indent="-266703" algn="l" defTabSz="914411" rtl="0" eaLnBrk="1" latinLnBrk="0" hangingPunct="1">
        <a:spcBef>
          <a:spcPts val="400"/>
        </a:spcBef>
        <a:buFont typeface="Arial" panose="020B0604020202020204" pitchFamily="34" charset="0"/>
        <a:buChar char="•"/>
        <a:defRPr sz="2000" kern="1200">
          <a:solidFill>
            <a:schemeClr val="tx1"/>
          </a:solidFill>
          <a:latin typeface="BISansOpti"/>
          <a:ea typeface="+mn-ea"/>
          <a:cs typeface="BISansOpti"/>
        </a:defRPr>
      </a:lvl1pPr>
      <a:lvl2pPr marL="450856" indent="-184152" algn="l" defTabSz="914411"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2pPr>
      <a:lvl3pPr marL="628658" indent="-177802" algn="l" defTabSz="914411"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3pPr>
      <a:lvl4pPr marL="806460" indent="-177802" algn="l" defTabSz="914411" rtl="0" eaLnBrk="1" latinLnBrk="0" hangingPunct="1">
        <a:spcBef>
          <a:spcPts val="0"/>
        </a:spcBef>
        <a:buFont typeface="Arial" panose="020B0604020202020204" pitchFamily="34" charset="0"/>
        <a:buChar char="–"/>
        <a:defRPr sz="1600" kern="1200">
          <a:solidFill>
            <a:schemeClr val="tx1"/>
          </a:solidFill>
          <a:latin typeface="BISansOpti"/>
          <a:ea typeface="+mn-ea"/>
          <a:cs typeface="BISansOpti"/>
        </a:defRPr>
      </a:lvl4pPr>
      <a:lvl5pPr marL="984263" indent="-177802" algn="l" defTabSz="914411" rtl="0" eaLnBrk="1" latinLnBrk="0" hangingPunct="1">
        <a:spcBef>
          <a:spcPts val="0"/>
        </a:spcBef>
        <a:buFont typeface="Wingdings" panose="05000000000000000000" pitchFamily="2" charset="2"/>
        <a:buChar char="§"/>
        <a:defRPr sz="1600" kern="1200">
          <a:solidFill>
            <a:schemeClr val="tx1"/>
          </a:solidFill>
          <a:latin typeface="BISansOpti"/>
          <a:ea typeface="+mn-ea"/>
          <a:cs typeface="BISansOpti"/>
        </a:defRPr>
      </a:lvl5pPr>
      <a:lvl6pPr marL="2514632" indent="-228603" algn="l" defTabSz="9144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37" indent="-228603" algn="l" defTabSz="9144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43" indent="-228603" algn="l" defTabSz="9144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48" indent="-228603" algn="l" defTabSz="914411"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userDrawn="1">
            <p:custDataLst>
              <p:tags r:id="rId41"/>
            </p:custDataLst>
          </p:nvPr>
        </p:nvGraphicFramePr>
        <p:xfrm>
          <a:off x="1589" y="1192"/>
          <a:ext cx="1587" cy="1190"/>
        </p:xfrm>
        <a:graphic>
          <a:graphicData uri="http://schemas.openxmlformats.org/presentationml/2006/ole">
            <mc:AlternateContent xmlns:mc="http://schemas.openxmlformats.org/markup-compatibility/2006">
              <mc:Choice xmlns:v="urn:schemas-microsoft-com:vml" Requires="v">
                <p:oleObj name="think-cell Slide" r:id="rId42" imgW="216" imgH="216" progId="TCLayout.ActiveDocument.1">
                  <p:embed/>
                </p:oleObj>
              </mc:Choice>
              <mc:Fallback>
                <p:oleObj name="think-cell Slide" r:id="rId42" imgW="216" imgH="216" progId="TCLayout.ActiveDocument.1">
                  <p:embed/>
                  <p:pic>
                    <p:nvPicPr>
                      <p:cNvPr id="7" name="Objekt 6" hidden="1"/>
                      <p:cNvPicPr/>
                      <p:nvPr/>
                    </p:nvPicPr>
                    <p:blipFill>
                      <a:blip r:embed="rId43"/>
                      <a:stretch>
                        <a:fillRect/>
                      </a:stretch>
                    </p:blipFill>
                    <p:spPr>
                      <a:xfrm>
                        <a:off x="1589" y="1192"/>
                        <a:ext cx="1587" cy="1190"/>
                      </a:xfrm>
                      <a:prstGeom prst="rect">
                        <a:avLst/>
                      </a:prstGeom>
                    </p:spPr>
                  </p:pic>
                </p:oleObj>
              </mc:Fallback>
            </mc:AlternateContent>
          </a:graphicData>
        </a:graphic>
      </p:graphicFrame>
      <p:grpSp>
        <p:nvGrpSpPr>
          <p:cNvPr id="23" name="Gruppieren 22"/>
          <p:cNvGrpSpPr/>
          <p:nvPr/>
        </p:nvGrpSpPr>
        <p:grpSpPr>
          <a:xfrm>
            <a:off x="182828" y="36710"/>
            <a:ext cx="8782685" cy="5106791"/>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367575" y="290572"/>
            <a:ext cx="8408850" cy="276999"/>
          </a:xfrm>
          <a:prstGeom prst="rect">
            <a:avLst/>
          </a:prstGeom>
        </p:spPr>
        <p:txBody>
          <a:bodyPr vert="horz" wrap="square" lIns="0" tIns="0" rIns="0" bIns="0" rtlCol="0" anchor="t" anchorCtr="0">
            <a:spAutoFit/>
          </a:bodyPr>
          <a:lstStyle/>
          <a:p>
            <a:r>
              <a:rPr lang="de-DE" noProof="0"/>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367575" y="1200151"/>
            <a:ext cx="8408850" cy="3394472"/>
          </a:xfrm>
          <a:prstGeom prst="rect">
            <a:avLst/>
          </a:prstGeom>
        </p:spPr>
        <p:txBody>
          <a:bodyPr vert="horz" lIns="0" tIns="0" rIns="0" bIns="0" rtlCol="0">
            <a:noAutofit/>
          </a:bodyPr>
          <a:lstStyle/>
          <a:p>
            <a:pPr lvl="0"/>
            <a:r>
              <a:rPr lang="de-DE" noProof="0"/>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8204049" y="4929944"/>
            <a:ext cx="64"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endParaRPr lang="en-GB">
              <a:solidFill>
                <a:srgbClr val="FFFFFF">
                  <a:lumMod val="50000"/>
                </a:srgbClr>
              </a:solidFill>
            </a:endParaRPr>
          </a:p>
        </p:txBody>
      </p:sp>
      <p:sp>
        <p:nvSpPr>
          <p:cNvPr id="5" name="Fußzeilenplatzhalter 4"/>
          <p:cNvSpPr>
            <a:spLocks noGrp="1"/>
          </p:cNvSpPr>
          <p:nvPr>
            <p:ph type="ftr" sz="quarter" idx="3"/>
          </p:nvPr>
        </p:nvSpPr>
        <p:spPr>
          <a:xfrm>
            <a:off x="1351328" y="4929944"/>
            <a:ext cx="6139718" cy="115416"/>
          </a:xfrm>
          <a:prstGeom prst="rect">
            <a:avLst/>
          </a:prstGeom>
        </p:spPr>
        <p:txBody>
          <a:bodyPr vert="horz" wrap="square" lIns="0" tIns="0" rIns="0" bIns="0" rtlCol="0" anchor="ctr">
            <a:spAutoFit/>
          </a:bodyPr>
          <a:lstStyle>
            <a:lvl1pPr algn="l">
              <a:defRPr sz="750">
                <a:solidFill>
                  <a:schemeClr val="bg1">
                    <a:lumMod val="50000"/>
                  </a:schemeClr>
                </a:solidFill>
                <a:latin typeface="BISansCond" panose="02000006050000020004" pitchFamily="2" charset="0"/>
              </a:defRPr>
            </a:lvl1pPr>
          </a:lstStyle>
          <a:p>
            <a:r>
              <a:rPr lang="en-US">
                <a:solidFill>
                  <a:srgbClr val="FFFFFF">
                    <a:lumMod val="50000"/>
                  </a:srgbClr>
                </a:solidFill>
              </a:rPr>
              <a:t>China Medical Workshop 2017-11-07</a:t>
            </a:r>
            <a:endParaRPr lang="en-GB">
              <a:solidFill>
                <a:srgbClr val="FFFFFF">
                  <a:lumMod val="50000"/>
                </a:srgbClr>
              </a:solidFill>
            </a:endParaRPr>
          </a:p>
        </p:txBody>
      </p:sp>
      <p:sp>
        <p:nvSpPr>
          <p:cNvPr id="6" name="Foliennummernplatzhalter 5"/>
          <p:cNvSpPr>
            <a:spLocks noGrp="1"/>
          </p:cNvSpPr>
          <p:nvPr>
            <p:ph type="sldNum" sz="quarter" idx="4"/>
          </p:nvPr>
        </p:nvSpPr>
        <p:spPr>
          <a:xfrm>
            <a:off x="8665817" y="4929944"/>
            <a:ext cx="110608" cy="115416"/>
          </a:xfrm>
          <a:prstGeom prst="rect">
            <a:avLst/>
          </a:prstGeom>
        </p:spPr>
        <p:txBody>
          <a:bodyPr vert="horz" wrap="none" lIns="0" tIns="0" rIns="0" bIns="0" rtlCol="0" anchor="ctr">
            <a:spAutoFit/>
          </a:bodyPr>
          <a:lstStyle>
            <a:lvl1pPr algn="r">
              <a:defRPr sz="750">
                <a:solidFill>
                  <a:schemeClr val="bg1">
                    <a:lumMod val="50000"/>
                  </a:schemeClr>
                </a:solidFill>
                <a:latin typeface="BISansCond" panose="02000006050000020004" pitchFamily="2" charset="0"/>
              </a:defRPr>
            </a:lvl1p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grpSp>
        <p:nvGrpSpPr>
          <p:cNvPr id="17" name="Gruppieren 16"/>
          <p:cNvGrpSpPr/>
          <p:nvPr/>
        </p:nvGrpSpPr>
        <p:grpSpPr>
          <a:xfrm>
            <a:off x="182828" y="36710"/>
            <a:ext cx="8782685" cy="5106791"/>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31" name="Grafik 30"/>
          <p:cNvPicPr>
            <a:picLocks noChangeAspect="1"/>
          </p:cNvPicPr>
          <p:nvPr/>
        </p:nvPicPr>
        <p:blipFill>
          <a:blip r:embed="rId44" cstate="screen">
            <a:extLst>
              <a:ext uri="{28A0092B-C50C-407E-A947-70E740481C1C}">
                <a14:useLocalDpi xmlns:a14="http://schemas.microsoft.com/office/drawing/2010/main" val="0"/>
              </a:ext>
            </a:extLst>
          </a:blip>
          <a:stretch>
            <a:fillRect/>
          </a:stretch>
        </p:blipFill>
        <p:spPr>
          <a:xfrm>
            <a:off x="364443" y="4934218"/>
            <a:ext cx="630270" cy="142883"/>
          </a:xfrm>
          <a:prstGeom prst="rect">
            <a:avLst/>
          </a:prstGeom>
        </p:spPr>
      </p:pic>
    </p:spTree>
    <p:extLst>
      <p:ext uri="{BB962C8B-B14F-4D97-AF65-F5344CB8AC3E}">
        <p14:creationId xmlns:p14="http://schemas.microsoft.com/office/powerpoint/2010/main" val="2323460765"/>
      </p:ext>
    </p:extLst>
  </p:cSld>
  <p:clrMap bg1="lt1" tx1="dk1" bg2="lt2" tx2="dk2" accent1="accent1" accent2="accent2" accent3="accent3" accent4="accent4" accent5="accent5" accent6="accent6" hlink="hlink" folHlink="folHlink"/>
  <p:sldLayoutIdLst>
    <p:sldLayoutId id="2147483850" r:id="rId1"/>
    <p:sldLayoutId id="2147483851" r:id="rId2"/>
    <p:sldLayoutId id="2147483852" r:id="rId3"/>
    <p:sldLayoutId id="2147483853" r:id="rId4"/>
    <p:sldLayoutId id="2147483854" r:id="rId5"/>
    <p:sldLayoutId id="2147483855" r:id="rId6"/>
    <p:sldLayoutId id="2147483856" r:id="rId7"/>
    <p:sldLayoutId id="2147483857" r:id="rId8"/>
    <p:sldLayoutId id="2147483858" r:id="rId9"/>
    <p:sldLayoutId id="2147483859" r:id="rId10"/>
    <p:sldLayoutId id="2147483860" r:id="rId11"/>
    <p:sldLayoutId id="2147483861" r:id="rId12"/>
    <p:sldLayoutId id="2147483862" r:id="rId13"/>
    <p:sldLayoutId id="2147483863" r:id="rId14"/>
    <p:sldLayoutId id="2147483864" r:id="rId15"/>
    <p:sldLayoutId id="2147483865" r:id="rId16"/>
    <p:sldLayoutId id="2147483866" r:id="rId17"/>
    <p:sldLayoutId id="2147483867" r:id="rId18"/>
    <p:sldLayoutId id="2147483868" r:id="rId19"/>
    <p:sldLayoutId id="2147483869" r:id="rId20"/>
    <p:sldLayoutId id="2147483870" r:id="rId21"/>
    <p:sldLayoutId id="2147483871" r:id="rId22"/>
    <p:sldLayoutId id="2147483872" r:id="rId23"/>
    <p:sldLayoutId id="2147483873" r:id="rId24"/>
    <p:sldLayoutId id="2147483874" r:id="rId25"/>
    <p:sldLayoutId id="2147483875" r:id="rId26"/>
    <p:sldLayoutId id="2147483876" r:id="rId27"/>
    <p:sldLayoutId id="2147483877" r:id="rId28"/>
    <p:sldLayoutId id="2147483878" r:id="rId29"/>
    <p:sldLayoutId id="2147483879" r:id="rId30"/>
    <p:sldLayoutId id="2147483880" r:id="rId31"/>
    <p:sldLayoutId id="2147483881" r:id="rId32"/>
    <p:sldLayoutId id="2147483882" r:id="rId33"/>
    <p:sldLayoutId id="2147483883" r:id="rId34"/>
    <p:sldLayoutId id="2147483884" r:id="rId35"/>
    <p:sldLayoutId id="2147483885" r:id="rId36"/>
    <p:sldLayoutId id="2147483886" r:id="rId37"/>
    <p:sldLayoutId id="2147483887" r:id="rId38"/>
    <p:sldLayoutId id="2147483888" r:id="rId3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800" rtl="0" eaLnBrk="1" latinLnBrk="0" hangingPunct="1">
        <a:spcBef>
          <a:spcPct val="0"/>
        </a:spcBef>
        <a:buNone/>
        <a:defRPr sz="1800" kern="1200">
          <a:solidFill>
            <a:srgbClr val="003366"/>
          </a:solidFill>
          <a:latin typeface="+mj-lt"/>
          <a:ea typeface="+mj-ea"/>
          <a:cs typeface="+mj-cs"/>
        </a:defRPr>
      </a:lvl1pPr>
    </p:titleStyle>
    <p:bodyStyle>
      <a:lvl1pPr marL="200025" indent="-200025" algn="l" defTabSz="685800" rtl="0" eaLnBrk="1" latinLnBrk="0" hangingPunct="1">
        <a:spcBef>
          <a:spcPts val="300"/>
        </a:spcBef>
        <a:buFont typeface="Arial" panose="020B0604020202020204" pitchFamily="34" charset="0"/>
        <a:buChar char="•"/>
        <a:defRPr sz="1500" kern="1200">
          <a:solidFill>
            <a:schemeClr val="tx1"/>
          </a:solidFill>
          <a:latin typeface="+mn-lt"/>
          <a:ea typeface="+mn-ea"/>
          <a:cs typeface="+mn-cs"/>
        </a:defRPr>
      </a:lvl1pPr>
      <a:lvl2pPr marL="338138" indent="-138113"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2pPr>
      <a:lvl3pPr marL="47148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3pPr>
      <a:lvl4pPr marL="604838" indent="-133350" algn="l" defTabSz="685800" rtl="0" eaLnBrk="1" latinLnBrk="0" hangingPunct="1">
        <a:spcBef>
          <a:spcPts val="0"/>
        </a:spcBef>
        <a:buFont typeface="Arial" panose="020B0604020202020204" pitchFamily="34" charset="0"/>
        <a:buChar char="–"/>
        <a:defRPr sz="1200" kern="1200">
          <a:solidFill>
            <a:schemeClr val="tx1"/>
          </a:solidFill>
          <a:latin typeface="+mn-lt"/>
          <a:ea typeface="+mn-ea"/>
          <a:cs typeface="+mn-cs"/>
        </a:defRPr>
      </a:lvl4pPr>
      <a:lvl5pPr marL="738188" indent="-133350" algn="l" defTabSz="685800" rtl="0" eaLnBrk="1" latinLnBrk="0" hangingPunct="1">
        <a:spcBef>
          <a:spcPts val="0"/>
        </a:spcBef>
        <a:buFont typeface="Wingdings" panose="05000000000000000000" pitchFamily="2" charset="2"/>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6A0E977-17E7-004A-9135-E9FE7AD36DB8}"/>
              </a:ext>
            </a:extLst>
          </p:cNvPr>
          <p:cNvSpPr/>
          <p:nvPr userDrawn="1"/>
        </p:nvSpPr>
        <p:spPr>
          <a:xfrm>
            <a:off x="409089" y="0"/>
            <a:ext cx="8734911" cy="51435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a:extLst>
              <a:ext uri="{FF2B5EF4-FFF2-40B4-BE49-F238E27FC236}">
                <a16:creationId xmlns:a16="http://schemas.microsoft.com/office/drawing/2014/main" id="{FE0E352B-3F26-EB43-9FCD-EDDE83546F77}"/>
              </a:ext>
            </a:extLst>
          </p:cNvPr>
          <p:cNvSpPr/>
          <p:nvPr userDrawn="1"/>
        </p:nvSpPr>
        <p:spPr>
          <a:xfrm>
            <a:off x="0" y="411480"/>
            <a:ext cx="342900" cy="4732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Rectangle 3">
            <a:extLst>
              <a:ext uri="{FF2B5EF4-FFF2-40B4-BE49-F238E27FC236}">
                <a16:creationId xmlns:a16="http://schemas.microsoft.com/office/drawing/2014/main" id="{A0840C49-CE9B-EC4E-B87C-D738CAA48D24}"/>
              </a:ext>
            </a:extLst>
          </p:cNvPr>
          <p:cNvSpPr/>
          <p:nvPr userDrawn="1"/>
        </p:nvSpPr>
        <p:spPr>
          <a:xfrm>
            <a:off x="0" y="0"/>
            <a:ext cx="34290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 Placeholder 2">
            <a:extLst>
              <a:ext uri="{FF2B5EF4-FFF2-40B4-BE49-F238E27FC236}">
                <a16:creationId xmlns:a16="http://schemas.microsoft.com/office/drawing/2014/main" id="{3EA988C8-985B-914C-9DF3-2FD2B78D146E}"/>
              </a:ext>
            </a:extLst>
          </p:cNvPr>
          <p:cNvSpPr>
            <a:spLocks noGrp="1"/>
          </p:cNvSpPr>
          <p:nvPr>
            <p:ph type="body" idx="1"/>
          </p:nvPr>
        </p:nvSpPr>
        <p:spPr>
          <a:xfrm>
            <a:off x="833195" y="1035050"/>
            <a:ext cx="7886700" cy="3759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587B31D-53A3-A147-95BB-74B8B05FB243}"/>
              </a:ext>
            </a:extLst>
          </p:cNvPr>
          <p:cNvSpPr>
            <a:spLocks noGrp="1"/>
          </p:cNvSpPr>
          <p:nvPr>
            <p:ph type="title"/>
          </p:nvPr>
        </p:nvSpPr>
        <p:spPr>
          <a:xfrm>
            <a:off x="833195" y="509388"/>
            <a:ext cx="7886700" cy="382404"/>
          </a:xfrm>
          <a:prstGeom prst="rect">
            <a:avLst/>
          </a:prstGeom>
        </p:spPr>
        <p:txBody>
          <a:bodyPr vert="horz" lIns="91440" tIns="45720" rIns="91440" bIns="45720" rtlCol="0" anchor="t">
            <a:noAutofit/>
          </a:bodyPr>
          <a:lstStyle/>
          <a:p>
            <a:r>
              <a:rPr lang="en-US"/>
              <a:t>CLICK TO EDIT MASTER TITLE STYLE</a:t>
            </a:r>
          </a:p>
        </p:txBody>
      </p:sp>
      <p:sp>
        <p:nvSpPr>
          <p:cNvPr id="7" name="Google Shape;112;p27">
            <a:extLst>
              <a:ext uri="{FF2B5EF4-FFF2-40B4-BE49-F238E27FC236}">
                <a16:creationId xmlns:a16="http://schemas.microsoft.com/office/drawing/2014/main" id="{289597E5-A5A7-B14B-A8C5-807FFBBE4050}"/>
              </a:ext>
            </a:extLst>
          </p:cNvPr>
          <p:cNvSpPr txBox="1">
            <a:spLocks/>
          </p:cNvSpPr>
          <p:nvPr userDrawn="1"/>
        </p:nvSpPr>
        <p:spPr>
          <a:xfrm>
            <a:off x="66189" y="70987"/>
            <a:ext cx="210523" cy="200927"/>
          </a:xfrm>
          <a:prstGeom prst="rect">
            <a:avLst/>
          </a:prstGeom>
          <a:noFill/>
          <a:ln>
            <a:noFill/>
          </a:ln>
        </p:spPr>
        <p:txBody>
          <a:bodyPr spcFirstLastPara="1" wrap="square" lIns="34294" tIns="34294" rIns="34294" bIns="34294" anchor="ctr" anchorCtr="0">
            <a:noAutofit/>
          </a:bodyPr>
          <a:lstStyle>
            <a:defPPr>
              <a:defRPr lang="en-US"/>
            </a:defPPr>
            <a:lvl1pPr marL="0" lvl="0" algn="ctr" defTabSz="914400" rtl="0" eaLnBrk="1" latinLnBrk="0" hangingPunct="1">
              <a:buNone/>
              <a:defRPr sz="500" kern="1200">
                <a:solidFill>
                  <a:srgbClr val="00C3B2"/>
                </a:solidFill>
                <a:latin typeface="+mn-lt"/>
                <a:ea typeface="+mn-ea"/>
                <a:cs typeface="+mn-cs"/>
              </a:defRPr>
            </a:lvl1pPr>
            <a:lvl2pPr marL="457200" lvl="1" algn="ctr" defTabSz="914400" rtl="0" eaLnBrk="1" latinLnBrk="0" hangingPunct="1">
              <a:buNone/>
              <a:defRPr sz="500" kern="1200">
                <a:solidFill>
                  <a:srgbClr val="00C3B2"/>
                </a:solidFill>
                <a:latin typeface="+mn-lt"/>
                <a:ea typeface="+mn-ea"/>
                <a:cs typeface="+mn-cs"/>
              </a:defRPr>
            </a:lvl2pPr>
            <a:lvl3pPr marL="914400" lvl="2" algn="ctr" defTabSz="914400" rtl="0" eaLnBrk="1" latinLnBrk="0" hangingPunct="1">
              <a:buNone/>
              <a:defRPr sz="500" kern="1200">
                <a:solidFill>
                  <a:srgbClr val="00C3B2"/>
                </a:solidFill>
                <a:latin typeface="+mn-lt"/>
                <a:ea typeface="+mn-ea"/>
                <a:cs typeface="+mn-cs"/>
              </a:defRPr>
            </a:lvl3pPr>
            <a:lvl4pPr marL="1371600" lvl="3" algn="ctr" defTabSz="914400" rtl="0" eaLnBrk="1" latinLnBrk="0" hangingPunct="1">
              <a:buNone/>
              <a:defRPr sz="500" kern="1200">
                <a:solidFill>
                  <a:srgbClr val="00C3B2"/>
                </a:solidFill>
                <a:latin typeface="+mn-lt"/>
                <a:ea typeface="+mn-ea"/>
                <a:cs typeface="+mn-cs"/>
              </a:defRPr>
            </a:lvl4pPr>
            <a:lvl5pPr marL="1828800" lvl="4" algn="ctr" defTabSz="914400" rtl="0" eaLnBrk="1" latinLnBrk="0" hangingPunct="1">
              <a:buNone/>
              <a:defRPr sz="500" kern="1200">
                <a:solidFill>
                  <a:srgbClr val="00C3B2"/>
                </a:solidFill>
                <a:latin typeface="+mn-lt"/>
                <a:ea typeface="+mn-ea"/>
                <a:cs typeface="+mn-cs"/>
              </a:defRPr>
            </a:lvl5pPr>
            <a:lvl6pPr marL="2286000" lvl="5" algn="ctr" defTabSz="914400" rtl="0" eaLnBrk="1" latinLnBrk="0" hangingPunct="1">
              <a:buNone/>
              <a:defRPr sz="500" kern="1200">
                <a:solidFill>
                  <a:srgbClr val="00C3B2"/>
                </a:solidFill>
                <a:latin typeface="+mn-lt"/>
                <a:ea typeface="+mn-ea"/>
                <a:cs typeface="+mn-cs"/>
              </a:defRPr>
            </a:lvl6pPr>
            <a:lvl7pPr marL="2743200" lvl="6" algn="ctr" defTabSz="914400" rtl="0" eaLnBrk="1" latinLnBrk="0" hangingPunct="1">
              <a:buNone/>
              <a:defRPr sz="500" kern="1200">
                <a:solidFill>
                  <a:srgbClr val="00C3B2"/>
                </a:solidFill>
                <a:latin typeface="+mn-lt"/>
                <a:ea typeface="+mn-ea"/>
                <a:cs typeface="+mn-cs"/>
              </a:defRPr>
            </a:lvl7pPr>
            <a:lvl8pPr marL="3200400" lvl="7" algn="ctr" defTabSz="914400" rtl="0" eaLnBrk="1" latinLnBrk="0" hangingPunct="1">
              <a:buNone/>
              <a:defRPr sz="500" kern="1200">
                <a:solidFill>
                  <a:srgbClr val="00C3B2"/>
                </a:solidFill>
                <a:latin typeface="+mn-lt"/>
                <a:ea typeface="+mn-ea"/>
                <a:cs typeface="+mn-cs"/>
              </a:defRPr>
            </a:lvl8pPr>
            <a:lvl9pPr marL="3657600" lvl="8" algn="ctr" defTabSz="914400" rtl="0" eaLnBrk="1" latinLnBrk="0" hangingPunct="1">
              <a:buNone/>
              <a:defRPr sz="500" kern="1200">
                <a:solidFill>
                  <a:srgbClr val="00C3B2"/>
                </a:solidFill>
                <a:latin typeface="+mn-lt"/>
                <a:ea typeface="+mn-ea"/>
                <a:cs typeface="+mn-cs"/>
              </a:defRPr>
            </a:lvl9pPr>
          </a:lstStyle>
          <a:p>
            <a:pPr algn="ctr"/>
            <a:fld id="{00000000-1234-1234-1234-123412341234}" type="slidenum">
              <a:rPr lang="en" sz="750" b="1" i="0" smtClean="0">
                <a:solidFill>
                  <a:schemeClr val="tx2"/>
                </a:solidFill>
                <a:latin typeface="Century Gothic" panose="020B0502020202020204" pitchFamily="34" charset="0"/>
              </a:rPr>
              <a:pPr algn="ctr"/>
              <a:t>‹#›</a:t>
            </a:fld>
            <a:endParaRPr lang="en" sz="750" b="1" i="0">
              <a:solidFill>
                <a:schemeClr val="tx2"/>
              </a:solidFill>
              <a:latin typeface="Century Gothic" panose="020B0502020202020204" pitchFamily="34" charset="0"/>
            </a:endParaRPr>
          </a:p>
        </p:txBody>
      </p:sp>
      <p:sp>
        <p:nvSpPr>
          <p:cNvPr id="5" name="Google Shape;111;p27">
            <a:extLst>
              <a:ext uri="{FF2B5EF4-FFF2-40B4-BE49-F238E27FC236}">
                <a16:creationId xmlns:a16="http://schemas.microsoft.com/office/drawing/2014/main" id="{4F56FA5D-6AD7-8B4D-BF51-81B745214CDC}"/>
              </a:ext>
            </a:extLst>
          </p:cNvPr>
          <p:cNvSpPr/>
          <p:nvPr userDrawn="1"/>
        </p:nvSpPr>
        <p:spPr>
          <a:xfrm rot="16200000">
            <a:off x="-294020" y="2517704"/>
            <a:ext cx="930939" cy="108093"/>
          </a:xfrm>
          <a:prstGeom prst="rect">
            <a:avLst/>
          </a:prstGeom>
          <a:noFill/>
          <a:ln>
            <a:noFill/>
          </a:ln>
        </p:spPr>
        <p:txBody>
          <a:bodyPr spcFirstLastPara="1" wrap="square" lIns="10706" tIns="10706" rIns="10706" bIns="10706" anchor="ctr" anchorCtr="0">
            <a:noAutofit/>
          </a:bodyPr>
          <a:lstStyle/>
          <a:p>
            <a:pPr marL="0" marR="0" lvl="0" indent="0" algn="ctr" rtl="0">
              <a:spcBef>
                <a:spcPts val="0"/>
              </a:spcBef>
              <a:spcAft>
                <a:spcPts val="0"/>
              </a:spcAft>
              <a:buSzPts val="600"/>
              <a:buNone/>
            </a:pPr>
            <a:r>
              <a:rPr lang="en" sz="450" b="0" i="0">
                <a:solidFill>
                  <a:schemeClr val="tx1"/>
                </a:solidFill>
                <a:latin typeface="Century Gothic" panose="020B0502020202020204" pitchFamily="34" charset="0"/>
                <a:ea typeface="Helvetica Neue"/>
                <a:cs typeface="Arial" panose="020B0604020202020204" pitchFamily="34" charset="0"/>
                <a:sym typeface="Helvetica Neue"/>
              </a:rPr>
              <a:t>FOR INTERNAL USE ONLY</a:t>
            </a:r>
            <a:endParaRPr sz="450" b="0" i="0">
              <a:solidFill>
                <a:schemeClr val="tx1"/>
              </a:solidFill>
              <a:latin typeface="Century Gothic" panose="020B0502020202020204" pitchFamily="34" charset="0"/>
              <a:ea typeface="Helvetica Neue"/>
              <a:cs typeface="Arial" panose="020B0604020202020204" pitchFamily="34" charset="0"/>
              <a:sym typeface="Helvetica Neue"/>
            </a:endParaRPr>
          </a:p>
        </p:txBody>
      </p:sp>
      <p:pic>
        <p:nvPicPr>
          <p:cNvPr id="12" name="Picture 11">
            <a:extLst>
              <a:ext uri="{FF2B5EF4-FFF2-40B4-BE49-F238E27FC236}">
                <a16:creationId xmlns:a16="http://schemas.microsoft.com/office/drawing/2014/main" id="{A63994A0-92AD-D540-9D1D-0D7393F1D072}"/>
              </a:ext>
            </a:extLst>
          </p:cNvPr>
          <p:cNvPicPr>
            <a:picLocks noChangeAspect="1"/>
          </p:cNvPicPr>
          <p:nvPr userDrawn="1"/>
        </p:nvPicPr>
        <p:blipFill>
          <a:blip r:embed="rId19"/>
          <a:stretch>
            <a:fillRect/>
          </a:stretch>
        </p:blipFill>
        <p:spPr>
          <a:xfrm rot="16200000">
            <a:off x="-154691" y="4597605"/>
            <a:ext cx="652283" cy="201897"/>
          </a:xfrm>
          <a:prstGeom prst="rect">
            <a:avLst/>
          </a:prstGeom>
        </p:spPr>
      </p:pic>
    </p:spTree>
    <p:extLst>
      <p:ext uri="{BB962C8B-B14F-4D97-AF65-F5344CB8AC3E}">
        <p14:creationId xmlns:p14="http://schemas.microsoft.com/office/powerpoint/2010/main" val="4049158157"/>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 id="2147483903" r:id="rId14"/>
    <p:sldLayoutId id="2147483905" r:id="rId15"/>
    <p:sldLayoutId id="2147483906" r:id="rId16"/>
    <p:sldLayoutId id="2147483907" r:id="rId17"/>
  </p:sldLayoutIdLst>
  <p:hf hdr="0" ftr="0" dt="0"/>
  <p:txStyles>
    <p:titleStyle>
      <a:lvl1pPr algn="l" defTabSz="685800" rtl="0" eaLnBrk="1" latinLnBrk="0" hangingPunct="1">
        <a:lnSpc>
          <a:spcPct val="90000"/>
        </a:lnSpc>
        <a:spcBef>
          <a:spcPct val="0"/>
        </a:spcBef>
        <a:buNone/>
        <a:defRPr sz="2250" b="1" i="0" kern="1200">
          <a:solidFill>
            <a:schemeClr val="tx1"/>
          </a:solidFill>
          <a:latin typeface="Century Gothic" panose="020B0502020202020204" pitchFamily="34" charset="0"/>
          <a:ea typeface="+mj-ea"/>
          <a:cs typeface="+mj-cs"/>
        </a:defRPr>
      </a:lvl1pPr>
    </p:titleStyle>
    <p:bodyStyle>
      <a:lvl1pPr marL="0" indent="0" algn="l" defTabSz="685800" rtl="0" eaLnBrk="1" latinLnBrk="0" hangingPunct="1">
        <a:lnSpc>
          <a:spcPct val="90000"/>
        </a:lnSpc>
        <a:spcBef>
          <a:spcPts val="750"/>
        </a:spcBef>
        <a:buFont typeface="Arial" panose="020B0604020202020204" pitchFamily="34" charset="0"/>
        <a:buNone/>
        <a:defRPr sz="1650" b="0" i="0" kern="1200">
          <a:solidFill>
            <a:schemeClr val="tx2"/>
          </a:solidFill>
          <a:latin typeface="Century Gothic" panose="020B0502020202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425" b="0" i="0" kern="1200">
          <a:solidFill>
            <a:schemeClr val="tx2"/>
          </a:solidFill>
          <a:latin typeface="Century Gothic" panose="020B0502020202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275" b="0" i="0" kern="1200">
          <a:solidFill>
            <a:schemeClr val="tx2"/>
          </a:solidFill>
          <a:latin typeface="Century Gothic" panose="020B0502020202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125" b="0" i="0" kern="1200">
          <a:solidFill>
            <a:schemeClr val="tx2"/>
          </a:solidFill>
          <a:latin typeface="Century Gothic" panose="020B0502020202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tx2"/>
          </a:solidFill>
          <a:latin typeface="Century Gothic" panose="020B0502020202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6A0E977-17E7-004A-9135-E9FE7AD36DB8}"/>
              </a:ext>
            </a:extLst>
          </p:cNvPr>
          <p:cNvSpPr/>
          <p:nvPr userDrawn="1"/>
        </p:nvSpPr>
        <p:spPr>
          <a:xfrm>
            <a:off x="409089" y="0"/>
            <a:ext cx="8734911" cy="514350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ectangle 13">
            <a:extLst>
              <a:ext uri="{FF2B5EF4-FFF2-40B4-BE49-F238E27FC236}">
                <a16:creationId xmlns:a16="http://schemas.microsoft.com/office/drawing/2014/main" id="{FE0E352B-3F26-EB43-9FCD-EDDE83546F77}"/>
              </a:ext>
            </a:extLst>
          </p:cNvPr>
          <p:cNvSpPr/>
          <p:nvPr userDrawn="1"/>
        </p:nvSpPr>
        <p:spPr>
          <a:xfrm>
            <a:off x="0" y="411480"/>
            <a:ext cx="342900" cy="4732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Rectangle 3">
            <a:extLst>
              <a:ext uri="{FF2B5EF4-FFF2-40B4-BE49-F238E27FC236}">
                <a16:creationId xmlns:a16="http://schemas.microsoft.com/office/drawing/2014/main" id="{A0840C49-CE9B-EC4E-B87C-D738CAA48D24}"/>
              </a:ext>
            </a:extLst>
          </p:cNvPr>
          <p:cNvSpPr/>
          <p:nvPr userDrawn="1"/>
        </p:nvSpPr>
        <p:spPr>
          <a:xfrm>
            <a:off x="0" y="0"/>
            <a:ext cx="342900" cy="3429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ext Placeholder 2">
            <a:extLst>
              <a:ext uri="{FF2B5EF4-FFF2-40B4-BE49-F238E27FC236}">
                <a16:creationId xmlns:a16="http://schemas.microsoft.com/office/drawing/2014/main" id="{3EA988C8-985B-914C-9DF3-2FD2B78D146E}"/>
              </a:ext>
            </a:extLst>
          </p:cNvPr>
          <p:cNvSpPr>
            <a:spLocks noGrp="1"/>
          </p:cNvSpPr>
          <p:nvPr>
            <p:ph type="body" idx="1"/>
          </p:nvPr>
        </p:nvSpPr>
        <p:spPr>
          <a:xfrm>
            <a:off x="833195" y="1035050"/>
            <a:ext cx="7886700" cy="3759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C587B31D-53A3-A147-95BB-74B8B05FB243}"/>
              </a:ext>
            </a:extLst>
          </p:cNvPr>
          <p:cNvSpPr>
            <a:spLocks noGrp="1"/>
          </p:cNvSpPr>
          <p:nvPr>
            <p:ph type="title"/>
          </p:nvPr>
        </p:nvSpPr>
        <p:spPr>
          <a:xfrm>
            <a:off x="833195" y="509388"/>
            <a:ext cx="7886700" cy="382404"/>
          </a:xfrm>
          <a:prstGeom prst="rect">
            <a:avLst/>
          </a:prstGeom>
        </p:spPr>
        <p:txBody>
          <a:bodyPr vert="horz" lIns="91440" tIns="45720" rIns="91440" bIns="45720" rtlCol="0" anchor="t">
            <a:noAutofit/>
          </a:bodyPr>
          <a:lstStyle/>
          <a:p>
            <a:r>
              <a:rPr lang="en-US"/>
              <a:t>CLICK TO EDIT MASTER TITLE STYLE</a:t>
            </a:r>
          </a:p>
        </p:txBody>
      </p:sp>
      <p:sp>
        <p:nvSpPr>
          <p:cNvPr id="7" name="Google Shape;112;p27">
            <a:extLst>
              <a:ext uri="{FF2B5EF4-FFF2-40B4-BE49-F238E27FC236}">
                <a16:creationId xmlns:a16="http://schemas.microsoft.com/office/drawing/2014/main" id="{289597E5-A5A7-B14B-A8C5-807FFBBE4050}"/>
              </a:ext>
            </a:extLst>
          </p:cNvPr>
          <p:cNvSpPr txBox="1">
            <a:spLocks/>
          </p:cNvSpPr>
          <p:nvPr userDrawn="1"/>
        </p:nvSpPr>
        <p:spPr>
          <a:xfrm>
            <a:off x="66189" y="70987"/>
            <a:ext cx="210523" cy="200927"/>
          </a:xfrm>
          <a:prstGeom prst="rect">
            <a:avLst/>
          </a:prstGeom>
          <a:noFill/>
          <a:ln>
            <a:noFill/>
          </a:ln>
        </p:spPr>
        <p:txBody>
          <a:bodyPr spcFirstLastPara="1" wrap="square" lIns="34294" tIns="34294" rIns="34294" bIns="34294" anchor="ctr" anchorCtr="0">
            <a:noAutofit/>
          </a:bodyPr>
          <a:lstStyle>
            <a:defPPr>
              <a:defRPr lang="en-US"/>
            </a:defPPr>
            <a:lvl1pPr marL="0" lvl="0" algn="ctr" defTabSz="914400" rtl="0" eaLnBrk="1" latinLnBrk="0" hangingPunct="1">
              <a:buNone/>
              <a:defRPr sz="500" kern="1200">
                <a:solidFill>
                  <a:srgbClr val="00C3B2"/>
                </a:solidFill>
                <a:latin typeface="+mn-lt"/>
                <a:ea typeface="+mn-ea"/>
                <a:cs typeface="+mn-cs"/>
              </a:defRPr>
            </a:lvl1pPr>
            <a:lvl2pPr marL="457200" lvl="1" algn="ctr" defTabSz="914400" rtl="0" eaLnBrk="1" latinLnBrk="0" hangingPunct="1">
              <a:buNone/>
              <a:defRPr sz="500" kern="1200">
                <a:solidFill>
                  <a:srgbClr val="00C3B2"/>
                </a:solidFill>
                <a:latin typeface="+mn-lt"/>
                <a:ea typeface="+mn-ea"/>
                <a:cs typeface="+mn-cs"/>
              </a:defRPr>
            </a:lvl2pPr>
            <a:lvl3pPr marL="914400" lvl="2" algn="ctr" defTabSz="914400" rtl="0" eaLnBrk="1" latinLnBrk="0" hangingPunct="1">
              <a:buNone/>
              <a:defRPr sz="500" kern="1200">
                <a:solidFill>
                  <a:srgbClr val="00C3B2"/>
                </a:solidFill>
                <a:latin typeface="+mn-lt"/>
                <a:ea typeface="+mn-ea"/>
                <a:cs typeface="+mn-cs"/>
              </a:defRPr>
            </a:lvl3pPr>
            <a:lvl4pPr marL="1371600" lvl="3" algn="ctr" defTabSz="914400" rtl="0" eaLnBrk="1" latinLnBrk="0" hangingPunct="1">
              <a:buNone/>
              <a:defRPr sz="500" kern="1200">
                <a:solidFill>
                  <a:srgbClr val="00C3B2"/>
                </a:solidFill>
                <a:latin typeface="+mn-lt"/>
                <a:ea typeface="+mn-ea"/>
                <a:cs typeface="+mn-cs"/>
              </a:defRPr>
            </a:lvl4pPr>
            <a:lvl5pPr marL="1828800" lvl="4" algn="ctr" defTabSz="914400" rtl="0" eaLnBrk="1" latinLnBrk="0" hangingPunct="1">
              <a:buNone/>
              <a:defRPr sz="500" kern="1200">
                <a:solidFill>
                  <a:srgbClr val="00C3B2"/>
                </a:solidFill>
                <a:latin typeface="+mn-lt"/>
                <a:ea typeface="+mn-ea"/>
                <a:cs typeface="+mn-cs"/>
              </a:defRPr>
            </a:lvl5pPr>
            <a:lvl6pPr marL="2286000" lvl="5" algn="ctr" defTabSz="914400" rtl="0" eaLnBrk="1" latinLnBrk="0" hangingPunct="1">
              <a:buNone/>
              <a:defRPr sz="500" kern="1200">
                <a:solidFill>
                  <a:srgbClr val="00C3B2"/>
                </a:solidFill>
                <a:latin typeface="+mn-lt"/>
                <a:ea typeface="+mn-ea"/>
                <a:cs typeface="+mn-cs"/>
              </a:defRPr>
            </a:lvl6pPr>
            <a:lvl7pPr marL="2743200" lvl="6" algn="ctr" defTabSz="914400" rtl="0" eaLnBrk="1" latinLnBrk="0" hangingPunct="1">
              <a:buNone/>
              <a:defRPr sz="500" kern="1200">
                <a:solidFill>
                  <a:srgbClr val="00C3B2"/>
                </a:solidFill>
                <a:latin typeface="+mn-lt"/>
                <a:ea typeface="+mn-ea"/>
                <a:cs typeface="+mn-cs"/>
              </a:defRPr>
            </a:lvl7pPr>
            <a:lvl8pPr marL="3200400" lvl="7" algn="ctr" defTabSz="914400" rtl="0" eaLnBrk="1" latinLnBrk="0" hangingPunct="1">
              <a:buNone/>
              <a:defRPr sz="500" kern="1200">
                <a:solidFill>
                  <a:srgbClr val="00C3B2"/>
                </a:solidFill>
                <a:latin typeface="+mn-lt"/>
                <a:ea typeface="+mn-ea"/>
                <a:cs typeface="+mn-cs"/>
              </a:defRPr>
            </a:lvl8pPr>
            <a:lvl9pPr marL="3657600" lvl="8" algn="ctr" defTabSz="914400" rtl="0" eaLnBrk="1" latinLnBrk="0" hangingPunct="1">
              <a:buNone/>
              <a:defRPr sz="500" kern="1200">
                <a:solidFill>
                  <a:srgbClr val="00C3B2"/>
                </a:solidFill>
                <a:latin typeface="+mn-lt"/>
                <a:ea typeface="+mn-ea"/>
                <a:cs typeface="+mn-cs"/>
              </a:defRPr>
            </a:lvl9pPr>
          </a:lstStyle>
          <a:p>
            <a:pPr algn="ctr"/>
            <a:fld id="{00000000-1234-1234-1234-123412341234}" type="slidenum">
              <a:rPr lang="en" sz="750" b="1" i="0" smtClean="0">
                <a:solidFill>
                  <a:schemeClr val="tx2"/>
                </a:solidFill>
                <a:latin typeface="Century Gothic" panose="020B0502020202020204" pitchFamily="34" charset="0"/>
              </a:rPr>
              <a:pPr algn="ctr"/>
              <a:t>‹#›</a:t>
            </a:fld>
            <a:endParaRPr lang="en" sz="750" b="1" i="0">
              <a:solidFill>
                <a:schemeClr val="tx2"/>
              </a:solidFill>
              <a:latin typeface="Century Gothic" panose="020B0502020202020204" pitchFamily="34" charset="0"/>
            </a:endParaRPr>
          </a:p>
        </p:txBody>
      </p:sp>
      <p:sp>
        <p:nvSpPr>
          <p:cNvPr id="5" name="Google Shape;111;p27">
            <a:extLst>
              <a:ext uri="{FF2B5EF4-FFF2-40B4-BE49-F238E27FC236}">
                <a16:creationId xmlns:a16="http://schemas.microsoft.com/office/drawing/2014/main" id="{4F56FA5D-6AD7-8B4D-BF51-81B745214CDC}"/>
              </a:ext>
            </a:extLst>
          </p:cNvPr>
          <p:cNvSpPr/>
          <p:nvPr userDrawn="1"/>
        </p:nvSpPr>
        <p:spPr>
          <a:xfrm rot="16200000">
            <a:off x="-294020" y="2517704"/>
            <a:ext cx="930939" cy="108093"/>
          </a:xfrm>
          <a:prstGeom prst="rect">
            <a:avLst/>
          </a:prstGeom>
          <a:noFill/>
          <a:ln>
            <a:noFill/>
          </a:ln>
        </p:spPr>
        <p:txBody>
          <a:bodyPr spcFirstLastPara="1" wrap="square" lIns="10706" tIns="10706" rIns="10706" bIns="10706" anchor="ctr" anchorCtr="0">
            <a:noAutofit/>
          </a:bodyPr>
          <a:lstStyle/>
          <a:p>
            <a:pPr marL="0" marR="0" lvl="0" indent="0" algn="ctr" rtl="0">
              <a:spcBef>
                <a:spcPts val="0"/>
              </a:spcBef>
              <a:spcAft>
                <a:spcPts val="0"/>
              </a:spcAft>
              <a:buSzPts val="600"/>
              <a:buNone/>
            </a:pPr>
            <a:r>
              <a:rPr lang="en" sz="450" b="0" i="0">
                <a:solidFill>
                  <a:schemeClr val="tx1"/>
                </a:solidFill>
                <a:latin typeface="Century Gothic" panose="020B0502020202020204" pitchFamily="34" charset="0"/>
                <a:ea typeface="Helvetica Neue"/>
                <a:cs typeface="Arial" panose="020B0604020202020204" pitchFamily="34" charset="0"/>
                <a:sym typeface="Helvetica Neue"/>
              </a:rPr>
              <a:t>FOR INTERNAL USE ONLY</a:t>
            </a:r>
            <a:endParaRPr sz="450" b="0" i="0">
              <a:solidFill>
                <a:schemeClr val="tx1"/>
              </a:solidFill>
              <a:latin typeface="Century Gothic" panose="020B0502020202020204" pitchFamily="34" charset="0"/>
              <a:ea typeface="Helvetica Neue"/>
              <a:cs typeface="Arial" panose="020B0604020202020204" pitchFamily="34" charset="0"/>
              <a:sym typeface="Helvetica Neue"/>
            </a:endParaRPr>
          </a:p>
        </p:txBody>
      </p:sp>
      <p:pic>
        <p:nvPicPr>
          <p:cNvPr id="12" name="Picture 11">
            <a:extLst>
              <a:ext uri="{FF2B5EF4-FFF2-40B4-BE49-F238E27FC236}">
                <a16:creationId xmlns:a16="http://schemas.microsoft.com/office/drawing/2014/main" id="{A63994A0-92AD-D540-9D1D-0D7393F1D072}"/>
              </a:ext>
            </a:extLst>
          </p:cNvPr>
          <p:cNvPicPr>
            <a:picLocks noChangeAspect="1"/>
          </p:cNvPicPr>
          <p:nvPr userDrawn="1"/>
        </p:nvPicPr>
        <p:blipFill>
          <a:blip r:embed="rId4"/>
          <a:stretch>
            <a:fillRect/>
          </a:stretch>
        </p:blipFill>
        <p:spPr>
          <a:xfrm rot="16200000">
            <a:off x="-154691" y="4597605"/>
            <a:ext cx="652283" cy="201897"/>
          </a:xfrm>
          <a:prstGeom prst="rect">
            <a:avLst/>
          </a:prstGeom>
        </p:spPr>
      </p:pic>
    </p:spTree>
    <p:extLst>
      <p:ext uri="{BB962C8B-B14F-4D97-AF65-F5344CB8AC3E}">
        <p14:creationId xmlns:p14="http://schemas.microsoft.com/office/powerpoint/2010/main" val="3726969632"/>
      </p:ext>
    </p:extLst>
  </p:cSld>
  <p:clrMap bg1="lt1" tx1="dk1" bg2="lt2" tx2="dk2" accent1="accent1" accent2="accent2" accent3="accent3" accent4="accent4" accent5="accent5" accent6="accent6" hlink="hlink" folHlink="folHlink"/>
  <p:sldLayoutIdLst>
    <p:sldLayoutId id="2147483909" r:id="rId1"/>
    <p:sldLayoutId id="2147483910" r:id="rId2"/>
  </p:sldLayoutIdLst>
  <p:hf hdr="0" ftr="0" dt="0"/>
  <p:txStyles>
    <p:titleStyle>
      <a:lvl1pPr algn="l" defTabSz="685800" rtl="0" eaLnBrk="1" latinLnBrk="0" hangingPunct="1">
        <a:lnSpc>
          <a:spcPct val="90000"/>
        </a:lnSpc>
        <a:spcBef>
          <a:spcPct val="0"/>
        </a:spcBef>
        <a:buNone/>
        <a:defRPr sz="2250" b="1" i="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1650" b="0" i="0" kern="1200">
          <a:solidFill>
            <a:schemeClr val="tx2"/>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425" b="0" i="0" kern="1200">
          <a:solidFill>
            <a:schemeClr val="tx2"/>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275" b="0" i="0" kern="1200">
          <a:solidFill>
            <a:schemeClr val="tx2"/>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125" b="0" i="0" kern="1200">
          <a:solidFill>
            <a:schemeClr val="tx2"/>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tx2"/>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359569" y="357750"/>
            <a:ext cx="8424863" cy="54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359605" y="1059960"/>
            <a:ext cx="8424863" cy="3402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4734018" y="4685127"/>
            <a:ext cx="3780420" cy="216000"/>
          </a:xfrm>
          <a:prstGeom prst="rect">
            <a:avLst/>
          </a:prstGeom>
        </p:spPr>
        <p:txBody>
          <a:bodyPr vert="horz" lIns="0" tIns="0" rIns="0" bIns="0" rtlCol="0" anchor="b">
            <a:noAutofit/>
          </a:bodyPr>
          <a:lstStyle>
            <a:lvl1pPr marL="0" indent="0" algn="r">
              <a:spcAft>
                <a:spcPts val="225"/>
              </a:spcAft>
              <a:defRPr sz="600">
                <a:solidFill>
                  <a:schemeClr val="bg2"/>
                </a:solidFill>
              </a:defRPr>
            </a:lvl1pPr>
            <a:lvl2pPr marL="0" indent="0" algn="l">
              <a:defRPr sz="600"/>
            </a:lvl2pPr>
            <a:lvl3pPr marL="0" indent="0" algn="l">
              <a:defRPr sz="600"/>
            </a:lvl3pPr>
            <a:lvl4pPr marL="0" indent="0" algn="l">
              <a:defRPr sz="600"/>
            </a:lvl4pPr>
            <a:lvl5pPr marL="0" indent="0" algn="l">
              <a:defRPr sz="600"/>
            </a:lvl5pPr>
            <a:lvl6pPr marL="0" indent="0" algn="l">
              <a:defRPr sz="600"/>
            </a:lvl6pPr>
            <a:lvl7pPr marL="0" indent="0" algn="l">
              <a:defRPr sz="600"/>
            </a:lvl7pPr>
            <a:lvl8pPr marL="0" indent="0" algn="l">
              <a:defRPr sz="600"/>
            </a:lvl8pPr>
            <a:lvl9pPr marL="0" indent="0" algn="l">
              <a:defRPr sz="600"/>
            </a:lvl9pPr>
          </a:lstStyle>
          <a:p>
            <a:r>
              <a:rPr lang="en-US"/>
              <a:t>Presentation title    |    ONLY FOR INTERNAL USE</a:t>
            </a:r>
          </a:p>
        </p:txBody>
      </p:sp>
      <p:sp>
        <p:nvSpPr>
          <p:cNvPr id="6" name="Foliennummernplatzhalter 5"/>
          <p:cNvSpPr>
            <a:spLocks noGrp="1"/>
          </p:cNvSpPr>
          <p:nvPr>
            <p:ph type="sldNum" sz="quarter" idx="4"/>
          </p:nvPr>
        </p:nvSpPr>
        <p:spPr bwMode="gray">
          <a:xfrm>
            <a:off x="8568444" y="4685127"/>
            <a:ext cx="216000" cy="216000"/>
          </a:xfrm>
          <a:prstGeom prst="rect">
            <a:avLst/>
          </a:prstGeom>
        </p:spPr>
        <p:txBody>
          <a:bodyPr vert="horz" lIns="0" tIns="0" rIns="0" bIns="0" rtlCol="0" anchor="b">
            <a:noAutofit/>
          </a:bodyPr>
          <a:lstStyle>
            <a:lvl1pPr algn="r">
              <a:defRPr sz="6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360000" y="-128550"/>
            <a:ext cx="8424468" cy="54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26516" y="1059750"/>
            <a:ext cx="54000" cy="3402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359568" y="4623751"/>
            <a:ext cx="926100" cy="279545"/>
          </a:xfrm>
          <a:prstGeom prst="rect">
            <a:avLst/>
          </a:prstGeom>
        </p:spPr>
      </p:pic>
    </p:spTree>
    <p:extLst>
      <p:ext uri="{BB962C8B-B14F-4D97-AF65-F5344CB8AC3E}">
        <p14:creationId xmlns:p14="http://schemas.microsoft.com/office/powerpoint/2010/main" val="2726726084"/>
      </p:ext>
    </p:extLst>
  </p:cSld>
  <p:clrMap bg1="lt1" tx1="dk1" bg2="lt2" tx2="dk2" accent1="accent1" accent2="accent2" accent3="accent3" accent4="accent4" accent5="accent5" accent6="accent6" hlink="hlink" folHlink="folHlink"/>
  <p:sldLayoutIdLst>
    <p:sldLayoutId id="2147483912" r:id="rId1"/>
    <p:sldLayoutId id="2147483913" r:id="rId2"/>
    <p:sldLayoutId id="2147483914" r:id="rId3"/>
    <p:sldLayoutId id="2147483915" r:id="rId4"/>
    <p:sldLayoutId id="2147483916" r:id="rId5"/>
    <p:sldLayoutId id="2147483917" r:id="rId6"/>
    <p:sldLayoutId id="2147483918" r:id="rId7"/>
    <p:sldLayoutId id="2147483919" r:id="rId8"/>
    <p:sldLayoutId id="2147483920" r:id="rId9"/>
    <p:sldLayoutId id="2147483921" r:id="rId10"/>
    <p:sldLayoutId id="2147483922" r:id="rId11"/>
    <p:sldLayoutId id="2147483923" r:id="rId12"/>
    <p:sldLayoutId id="2147483924" r:id="rId13"/>
    <p:sldLayoutId id="2147483925" r:id="rId14"/>
    <p:sldLayoutId id="2147483926" r:id="rId15"/>
    <p:sldLayoutId id="2147483927" r:id="rId16"/>
    <p:sldLayoutId id="2147483928" r:id="rId17"/>
    <p:sldLayoutId id="2147483929" r:id="rId18"/>
    <p:sldLayoutId id="2147483930" r:id="rId19"/>
    <p:sldLayoutId id="2147483931" r:id="rId20"/>
    <p:sldLayoutId id="2147483932" r:id="rId21"/>
    <p:sldLayoutId id="2147483933" r:id="rId22"/>
    <p:sldLayoutId id="2147483934" r:id="rId23"/>
    <p:sldLayoutId id="2147483935" r:id="rId24"/>
    <p:sldLayoutId id="2147483936" r:id="rId25"/>
    <p:sldLayoutId id="2147483937" r:id="rId26"/>
    <p:sldLayoutId id="2147483938" r:id="rId27"/>
    <p:sldLayoutId id="2147483939" r:id="rId28"/>
    <p:sldLayoutId id="2147483940" r:id="rId29"/>
    <p:sldLayoutId id="2147483941" r:id="rId30"/>
    <p:sldLayoutId id="2147483942" r:id="rId31"/>
    <p:sldLayoutId id="2147483943" r:id="rId32"/>
    <p:sldLayoutId id="2147483944" r:id="rId33"/>
  </p:sldLayoutIdLst>
  <p:hf hdr="0" dt="0"/>
  <p:txStyles>
    <p:titleStyle>
      <a:lvl1pPr algn="l" defTabSz="685800" rtl="0" eaLnBrk="1" latinLnBrk="0" hangingPunct="1">
        <a:lnSpc>
          <a:spcPct val="100000"/>
        </a:lnSpc>
        <a:spcBef>
          <a:spcPct val="0"/>
        </a:spcBef>
        <a:buNone/>
        <a:defRPr sz="1875" b="1" kern="1200">
          <a:solidFill>
            <a:schemeClr val="bg2"/>
          </a:solidFill>
          <a:latin typeface="+mj-lt"/>
          <a:ea typeface="+mj-ea"/>
          <a:cs typeface="+mj-cs"/>
        </a:defRPr>
      </a:lvl1pPr>
    </p:titleStyle>
    <p:bodyStyle>
      <a:lvl1pPr marL="162000" indent="-162000" algn="l" defTabSz="685800" rtl="0" eaLnBrk="1" latinLnBrk="0" hangingPunct="1">
        <a:lnSpc>
          <a:spcPct val="140000"/>
        </a:lnSpc>
        <a:spcBef>
          <a:spcPts val="0"/>
        </a:spcBef>
        <a:spcAft>
          <a:spcPts val="450"/>
        </a:spcAft>
        <a:buFont typeface="Arial" panose="020B0604020202020204" pitchFamily="34" charset="0"/>
        <a:buChar char="•"/>
        <a:defRPr sz="1200" b="0" kern="1200">
          <a:solidFill>
            <a:schemeClr val="tx1"/>
          </a:solidFill>
          <a:latin typeface="+mn-lt"/>
          <a:ea typeface="+mn-ea"/>
          <a:cs typeface="+mn-cs"/>
        </a:defRPr>
      </a:lvl1pPr>
      <a:lvl2pPr marL="32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2pPr>
      <a:lvl3pPr marL="432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3pPr>
      <a:lvl4pPr marL="594000" indent="-162000" algn="l" defTabSz="685800" rtl="0" eaLnBrk="1" latinLnBrk="0" hangingPunct="1">
        <a:lnSpc>
          <a:spcPct val="14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4pPr>
      <a:lvl5pPr marL="108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5pPr>
      <a:lvl6pPr marL="216000" indent="-107156"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6pPr>
      <a:lvl7pPr marL="324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7pPr>
      <a:lvl8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8pPr>
      <a:lvl9pPr marL="432000" indent="-108000" algn="l" defTabSz="685800" rtl="0" eaLnBrk="1" latinLnBrk="0" hangingPunct="1">
        <a:lnSpc>
          <a:spcPct val="14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8.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76.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oleObject" Target="../embeddings/oleObject16.bin"/><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278649" y="1051149"/>
            <a:ext cx="6210566" cy="1967879"/>
          </a:xfrm>
        </p:spPr>
        <p:txBody>
          <a:bodyPr/>
          <a:lstStyle/>
          <a:p>
            <a:r>
              <a:rPr lang="en-US" altLang="zh-CN" sz="2400" b="1"/>
              <a:t>Portfolio Executive Committee </a:t>
            </a:r>
            <a:r>
              <a:rPr lang="en-GB" altLang="zh-CN" sz="2400" b="1"/>
              <a:t>(PEC) </a:t>
            </a:r>
            <a:br>
              <a:rPr lang="en-GB" altLang="zh-CN" sz="2400" b="1"/>
            </a:br>
            <a:r>
              <a:rPr lang="en-GB" altLang="zh-CN" sz="2400" b="1"/>
              <a:t>Review Meeting </a:t>
            </a:r>
            <a:br>
              <a:rPr lang="en-GB" altLang="zh-CN" sz="2400" b="1"/>
            </a:br>
            <a:br>
              <a:rPr lang="en-GB" altLang="zh-CN" sz="2400" b="1"/>
            </a:br>
            <a:br>
              <a:rPr lang="en-GB" altLang="zh-CN" sz="2400" b="1"/>
            </a:br>
            <a:r>
              <a:rPr lang="en-US" altLang="zh-CN" sz="2400" b="1"/>
              <a:t>Last PEC Meeting Action Following Up</a:t>
            </a:r>
            <a:endParaRPr lang="en-US" sz="2400"/>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278649" y="3335932"/>
            <a:ext cx="6211031" cy="702000"/>
          </a:xfrm>
        </p:spPr>
        <p:txBody>
          <a:bodyPr/>
          <a:lstStyle/>
          <a:p>
            <a:pPr lvl="1"/>
            <a:r>
              <a:rPr lang="en-US" sz="1600"/>
              <a:t> 25</a:t>
            </a:r>
            <a:r>
              <a:rPr lang="en-US" sz="1600" baseline="30000"/>
              <a:t>th</a:t>
            </a:r>
            <a:r>
              <a:rPr lang="en-US" sz="1600"/>
              <a:t> Apr</a:t>
            </a:r>
            <a:r>
              <a:rPr lang="en-US" altLang="zh-CN" sz="1600"/>
              <a:t>,</a:t>
            </a:r>
            <a:r>
              <a:rPr lang="zh-CN" altLang="en-US" sz="1600"/>
              <a:t> </a:t>
            </a:r>
            <a:r>
              <a:rPr lang="en-US" altLang="zh-CN" sz="1600"/>
              <a:t>2024</a:t>
            </a:r>
            <a:r>
              <a:rPr lang="zh-CN" altLang="en-US" sz="1600"/>
              <a:t> </a:t>
            </a:r>
            <a:r>
              <a:rPr lang="en-US" sz="1600"/>
              <a:t>| 10min</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359952" y="4623996"/>
            <a:ext cx="3780000" cy="162000"/>
          </a:xfrm>
        </p:spPr>
        <p:txBody>
          <a:bodyPr/>
          <a:lstStyle/>
          <a:p>
            <a:pPr defTabSz="685800"/>
            <a:r>
              <a:rPr lang="en-US">
                <a:solidFill>
                  <a:prstClr val="white"/>
                </a:solidFill>
                <a:latin typeface="Boehringer Forward Text"/>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473200" y="770467"/>
            <a:ext cx="0" cy="0"/>
          </a:xfrm>
          <a:prstGeom prst="rect">
            <a:avLst/>
          </a:prstGeom>
          <a:noFill/>
        </p:spPr>
        <p:txBody>
          <a:bodyPr wrap="none" lIns="0" tIns="0" rIns="0" bIns="0" rtlCol="0">
            <a:noAutofit/>
          </a:bodyPr>
          <a:lstStyle/>
          <a:p>
            <a:pPr marL="135000" indent="-135000" defTabSz="685800">
              <a:buFont typeface="Arial" panose="020B0604020202020204" pitchFamily="34" charset="0"/>
              <a:buChar char="•"/>
            </a:pPr>
            <a:endParaRPr lang="en-US" sz="1200">
              <a:solidFill>
                <a:prstClr val="black"/>
              </a:solidFill>
              <a:latin typeface="Boehringer Forward Text"/>
            </a:endParaRPr>
          </a:p>
        </p:txBody>
      </p:sp>
    </p:spTree>
    <p:extLst>
      <p:ext uri="{BB962C8B-B14F-4D97-AF65-F5344CB8AC3E}">
        <p14:creationId xmlns:p14="http://schemas.microsoft.com/office/powerpoint/2010/main" val="2133848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Rectangle 2" hidden="1"/>
          <p:cNvGraphicFramePr>
            <a:graphicFrameLocks/>
          </p:cNvGraphicFramePr>
          <p:nvPr>
            <p:custDataLst>
              <p:tags r:id="rId1"/>
            </p:custDataLst>
          </p:nvPr>
        </p:nvGraphicFramePr>
        <p:xfrm>
          <a:off x="1143000" y="0"/>
          <a:ext cx="119063" cy="119063"/>
        </p:xfrm>
        <a:graphic>
          <a:graphicData uri="http://schemas.openxmlformats.org/presentationml/2006/ole">
            <mc:AlternateContent xmlns:mc="http://schemas.openxmlformats.org/markup-compatibility/2006">
              <mc:Choice xmlns:v="urn:schemas-microsoft-com:vml" Requires="v">
                <p:oleObj name="think-cell Folie" r:id="rId5" imgW="0" imgH="0" progId="TCLayout.ActiveDocument.1">
                  <p:embed/>
                </p:oleObj>
              </mc:Choice>
              <mc:Fallback>
                <p:oleObj name="think-cell Folie" r:id="rId5"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143000" y="0"/>
                        <a:ext cx="119063"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143000" y="0"/>
            <a:ext cx="119063" cy="119063"/>
          </a:xfrm>
          <a:prstGeom prst="rect">
            <a:avLst/>
          </a:prstGeom>
          <a:solidFill>
            <a:schemeClr val="bg2"/>
          </a:solidFill>
          <a:ln w="12700" algn="ctr">
            <a:solidFill>
              <a:schemeClr val="tx1"/>
            </a:solidFill>
            <a:miter lim="800000"/>
            <a:headEnd/>
            <a:tailEnd/>
          </a:ln>
        </p:spPr>
        <p:txBody>
          <a:bodyPr wrap="none" lIns="0" tIns="0" rIns="0" bIns="0" anchor="ctr"/>
          <a:lstStyle/>
          <a:p>
            <a:pPr algn="ctr">
              <a:lnSpc>
                <a:spcPct val="100000"/>
              </a:lnSpc>
              <a:buClrTx/>
              <a:buSzTx/>
              <a:buFontTx/>
              <a:buNone/>
            </a:pPr>
            <a:r>
              <a:rPr lang="en-US" sz="1650">
                <a:latin typeface="Arial" pitchFamily="34" charset="0"/>
              </a:rPr>
              <a:t> </a:t>
            </a:r>
          </a:p>
        </p:txBody>
      </p:sp>
      <p:sp>
        <p:nvSpPr>
          <p:cNvPr id="10" name="Titel 9">
            <a:extLst>
              <a:ext uri="{FF2B5EF4-FFF2-40B4-BE49-F238E27FC236}">
                <a16:creationId xmlns:a16="http://schemas.microsoft.com/office/drawing/2014/main" id="{15C1856A-879E-64FA-6FFF-369CD3759927}"/>
              </a:ext>
            </a:extLst>
          </p:cNvPr>
          <p:cNvSpPr>
            <a:spLocks noGrp="1"/>
          </p:cNvSpPr>
          <p:nvPr>
            <p:ph type="title"/>
          </p:nvPr>
        </p:nvSpPr>
        <p:spPr bwMode="gray">
          <a:xfrm>
            <a:off x="143581" y="208920"/>
            <a:ext cx="8424863" cy="400680"/>
          </a:xfrm>
        </p:spPr>
        <p:txBody>
          <a:bodyPr vert="horz"/>
          <a:lstStyle/>
          <a:p>
            <a:pPr>
              <a:lnSpc>
                <a:spcPct val="100000"/>
              </a:lnSpc>
            </a:pPr>
            <a:r>
              <a:rPr lang="en-US" altLang="zh-CN" sz="2500" b="1">
                <a:solidFill>
                  <a:srgbClr val="08312A"/>
                </a:solidFill>
                <a:latin typeface="Boehringer Forward Head"/>
                <a:cs typeface="+mj-cs"/>
              </a:rPr>
              <a:t>Actions Tracking Sheet</a:t>
            </a:r>
            <a:endParaRPr lang="en-US" sz="2500" b="1">
              <a:solidFill>
                <a:srgbClr val="08312A"/>
              </a:solidFill>
              <a:latin typeface="Boehringer Forward Head"/>
              <a:cs typeface="+mj-cs"/>
            </a:endParaRPr>
          </a:p>
        </p:txBody>
      </p:sp>
      <p:sp>
        <p:nvSpPr>
          <p:cNvPr id="2" name="Text Placeholder 1">
            <a:extLst>
              <a:ext uri="{FF2B5EF4-FFF2-40B4-BE49-F238E27FC236}">
                <a16:creationId xmlns:a16="http://schemas.microsoft.com/office/drawing/2014/main" id="{DB02B30E-FE23-31F6-82C2-75E447345005}"/>
              </a:ext>
            </a:extLst>
          </p:cNvPr>
          <p:cNvSpPr>
            <a:spLocks noGrp="1"/>
          </p:cNvSpPr>
          <p:nvPr>
            <p:ph type="body" sz="quarter" idx="13"/>
          </p:nvPr>
        </p:nvSpPr>
        <p:spPr/>
        <p:txBody>
          <a:bodyPr/>
          <a:lstStyle/>
          <a:p>
            <a:endParaRPr lang="zh-CN" altLang="en-US"/>
          </a:p>
        </p:txBody>
      </p:sp>
      <p:sp>
        <p:nvSpPr>
          <p:cNvPr id="15" name="Foliennummernplatzhalter 14">
            <a:extLst>
              <a:ext uri="{FF2B5EF4-FFF2-40B4-BE49-F238E27FC236}">
                <a16:creationId xmlns:a16="http://schemas.microsoft.com/office/drawing/2014/main" id="{128DF07C-F7C2-4E13-43FC-822690645555}"/>
              </a:ext>
            </a:extLst>
          </p:cNvPr>
          <p:cNvSpPr>
            <a:spLocks noGrp="1"/>
          </p:cNvSpPr>
          <p:nvPr>
            <p:ph type="sldNum" sz="quarter" idx="11"/>
          </p:nvPr>
        </p:nvSpPr>
        <p:spPr bwMode="gray"/>
        <p:txBody>
          <a:bodyPr/>
          <a:lstStyle/>
          <a:p>
            <a:fld id="{8FF9B0DE-3FEB-4AA0-B465-B80EF7C1333D}" type="slidenum">
              <a:rPr lang="en-US" smtClean="0"/>
              <a:pPr/>
              <a:t>2</a:t>
            </a:fld>
            <a:endParaRPr lang="en-US"/>
          </a:p>
        </p:txBody>
      </p:sp>
      <p:graphicFrame>
        <p:nvGraphicFramePr>
          <p:cNvPr id="13" name="Table 12">
            <a:extLst>
              <a:ext uri="{FF2B5EF4-FFF2-40B4-BE49-F238E27FC236}">
                <a16:creationId xmlns:a16="http://schemas.microsoft.com/office/drawing/2014/main" id="{76B842C5-0BDC-F0F9-D21B-6C9BC88568AA}"/>
              </a:ext>
            </a:extLst>
          </p:cNvPr>
          <p:cNvGraphicFramePr>
            <a:graphicFrameLocks noGrp="1"/>
          </p:cNvGraphicFramePr>
          <p:nvPr>
            <p:extLst>
              <p:ext uri="{D42A27DB-BD31-4B8C-83A1-F6EECF244321}">
                <p14:modId xmlns:p14="http://schemas.microsoft.com/office/powerpoint/2010/main" val="4073954536"/>
              </p:ext>
            </p:extLst>
          </p:nvPr>
        </p:nvGraphicFramePr>
        <p:xfrm>
          <a:off x="120184" y="635538"/>
          <a:ext cx="8901952" cy="4439044"/>
        </p:xfrm>
        <a:graphic>
          <a:graphicData uri="http://schemas.openxmlformats.org/drawingml/2006/table">
            <a:tbl>
              <a:tblPr firstRow="1" bandRow="1">
                <a:tableStyleId>{5C22544A-7EE6-4342-B048-85BDC9FD1C3A}</a:tableStyleId>
              </a:tblPr>
              <a:tblGrid>
                <a:gridCol w="687060">
                  <a:extLst>
                    <a:ext uri="{9D8B030D-6E8A-4147-A177-3AD203B41FA5}">
                      <a16:colId xmlns:a16="http://schemas.microsoft.com/office/drawing/2014/main" val="534588471"/>
                    </a:ext>
                  </a:extLst>
                </a:gridCol>
                <a:gridCol w="2820873">
                  <a:extLst>
                    <a:ext uri="{9D8B030D-6E8A-4147-A177-3AD203B41FA5}">
                      <a16:colId xmlns:a16="http://schemas.microsoft.com/office/drawing/2014/main" val="3396209198"/>
                    </a:ext>
                  </a:extLst>
                </a:gridCol>
                <a:gridCol w="922872">
                  <a:extLst>
                    <a:ext uri="{9D8B030D-6E8A-4147-A177-3AD203B41FA5}">
                      <a16:colId xmlns:a16="http://schemas.microsoft.com/office/drawing/2014/main" val="4055819752"/>
                    </a:ext>
                  </a:extLst>
                </a:gridCol>
                <a:gridCol w="1081257">
                  <a:extLst>
                    <a:ext uri="{9D8B030D-6E8A-4147-A177-3AD203B41FA5}">
                      <a16:colId xmlns:a16="http://schemas.microsoft.com/office/drawing/2014/main" val="2089765037"/>
                    </a:ext>
                  </a:extLst>
                </a:gridCol>
                <a:gridCol w="2555042">
                  <a:extLst>
                    <a:ext uri="{9D8B030D-6E8A-4147-A177-3AD203B41FA5}">
                      <a16:colId xmlns:a16="http://schemas.microsoft.com/office/drawing/2014/main" val="2704680035"/>
                    </a:ext>
                  </a:extLst>
                </a:gridCol>
                <a:gridCol w="834848">
                  <a:extLst>
                    <a:ext uri="{9D8B030D-6E8A-4147-A177-3AD203B41FA5}">
                      <a16:colId xmlns:a16="http://schemas.microsoft.com/office/drawing/2014/main" val="1702401860"/>
                    </a:ext>
                  </a:extLst>
                </a:gridCol>
              </a:tblGrid>
              <a:tr h="3065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a:latin typeface="+mn-lt"/>
                          <a:cs typeface="Calibri"/>
                        </a:rPr>
                        <a:t>TA</a:t>
                      </a:r>
                      <a:endParaRPr lang="en-US" sz="900" b="1" kern="1200">
                        <a:solidFill>
                          <a:schemeClr val="lt1"/>
                        </a:solidFill>
                        <a:latin typeface="+mn-lt"/>
                        <a:ea typeface="+mn-ea"/>
                        <a:cs typeface="Calibri"/>
                      </a:endParaRPr>
                    </a:p>
                  </a:txBody>
                  <a:tcPr anchor="ctr">
                    <a:solidFill>
                      <a:schemeClr val="accent1"/>
                    </a:solidFill>
                  </a:tcPr>
                </a:tc>
                <a:tc>
                  <a:txBody>
                    <a:bodyPr/>
                    <a:lstStyle/>
                    <a:p>
                      <a:pPr marL="0" marR="0" algn="ctr" defTabSz="914400" rtl="0" eaLnBrk="1" latinLnBrk="0" hangingPunct="1">
                        <a:spcBef>
                          <a:spcPts val="0"/>
                        </a:spcBef>
                        <a:spcAft>
                          <a:spcPts val="0"/>
                        </a:spcAft>
                      </a:pPr>
                      <a:r>
                        <a:rPr lang="en-US" sz="900" b="1" kern="1200">
                          <a:solidFill>
                            <a:schemeClr val="lt1"/>
                          </a:solidFill>
                          <a:latin typeface="+mn-lt"/>
                          <a:ea typeface="+mn-ea"/>
                          <a:cs typeface="Calibri"/>
                        </a:rPr>
                        <a:t>Follow-up actions</a:t>
                      </a:r>
                    </a:p>
                  </a:txBody>
                  <a:tcPr anchor="ctr">
                    <a:solidFill>
                      <a:schemeClr val="accent1"/>
                    </a:solidFill>
                  </a:tcPr>
                </a:tc>
                <a:tc>
                  <a:txBody>
                    <a:bodyPr/>
                    <a:lstStyle/>
                    <a:p>
                      <a:pPr marL="0" marR="0" algn="ctr" defTabSz="914400" rtl="0" eaLnBrk="1" latinLnBrk="0" hangingPunct="1">
                        <a:spcBef>
                          <a:spcPts val="0"/>
                        </a:spcBef>
                        <a:spcAft>
                          <a:spcPts val="0"/>
                        </a:spcAft>
                      </a:pPr>
                      <a:r>
                        <a:rPr lang="en-US" sz="900" b="1" kern="1200">
                          <a:solidFill>
                            <a:schemeClr val="lt1"/>
                          </a:solidFill>
                          <a:latin typeface="+mn-lt"/>
                          <a:ea typeface="+mn-ea"/>
                          <a:cs typeface="Calibri"/>
                        </a:rPr>
                        <a:t>Responsible</a:t>
                      </a:r>
                    </a:p>
                  </a:txBody>
                  <a:tcPr anchor="ctr">
                    <a:solidFill>
                      <a:schemeClr val="accent1"/>
                    </a:solidFill>
                  </a:tcPr>
                </a:tc>
                <a:tc>
                  <a:txBody>
                    <a:bodyPr/>
                    <a:lstStyle/>
                    <a:p>
                      <a:pPr marL="0" marR="0" algn="ctr" rtl="0" eaLnBrk="1" latinLnBrk="0" hangingPunct="1">
                        <a:spcBef>
                          <a:spcPts val="0"/>
                        </a:spcBef>
                        <a:spcAft>
                          <a:spcPts val="0"/>
                        </a:spcAft>
                      </a:pPr>
                      <a:r>
                        <a:rPr lang="en-US" sz="900" b="1" kern="1200">
                          <a:solidFill>
                            <a:schemeClr val="lt1"/>
                          </a:solidFill>
                          <a:latin typeface="+mn-lt"/>
                          <a:ea typeface="+mn-ea"/>
                          <a:cs typeface="Calibri"/>
                        </a:rPr>
                        <a:t>Due </a:t>
                      </a:r>
                      <a:endParaRPr lang="en-US" sz="900" b="1" kern="1200">
                        <a:solidFill>
                          <a:schemeClr val="lt1"/>
                        </a:solidFill>
                        <a:latin typeface="+mn-lt"/>
                        <a:ea typeface="+mn-ea"/>
                        <a:cs typeface="Calibri" panose="020F0502020204030204" pitchFamily="34" charset="0"/>
                      </a:endParaRPr>
                    </a:p>
                  </a:txBody>
                  <a:tcPr anchor="ctr">
                    <a:solidFill>
                      <a:schemeClr val="accent1"/>
                    </a:solidFill>
                  </a:tcPr>
                </a:tc>
                <a:tc>
                  <a:txBody>
                    <a:bodyPr/>
                    <a:lstStyle/>
                    <a:p>
                      <a:pPr marL="0" marR="0" algn="ctr" defTabSz="914400" rtl="0" eaLnBrk="1" latinLnBrk="0" hangingPunct="1">
                        <a:spcBef>
                          <a:spcPts val="0"/>
                        </a:spcBef>
                        <a:spcAft>
                          <a:spcPts val="0"/>
                        </a:spcAft>
                      </a:pPr>
                      <a:r>
                        <a:rPr lang="en-US" sz="900" b="1" kern="1200">
                          <a:solidFill>
                            <a:schemeClr val="lt1"/>
                          </a:solidFill>
                          <a:latin typeface="+mn-lt"/>
                          <a:ea typeface="+mn-ea"/>
                          <a:cs typeface="Calibri"/>
                        </a:rPr>
                        <a:t>Update</a:t>
                      </a:r>
                    </a:p>
                  </a:txBody>
                  <a:tcPr anchor="ctr">
                    <a:solidFill>
                      <a:schemeClr val="accent1"/>
                    </a:solidFill>
                  </a:tcPr>
                </a:tc>
                <a:tc>
                  <a:txBody>
                    <a:bodyPr/>
                    <a:lstStyle/>
                    <a:p>
                      <a:pPr marL="0" marR="0" algn="ctr" defTabSz="914400" rtl="0" eaLnBrk="1" latinLnBrk="0" hangingPunct="1">
                        <a:spcBef>
                          <a:spcPts val="0"/>
                        </a:spcBef>
                        <a:spcAft>
                          <a:spcPts val="0"/>
                        </a:spcAft>
                      </a:pPr>
                      <a:r>
                        <a:rPr lang="en-US" sz="900" b="1" kern="1200">
                          <a:solidFill>
                            <a:schemeClr val="lt1"/>
                          </a:solidFill>
                          <a:latin typeface="+mn-lt"/>
                          <a:ea typeface="+mn-ea"/>
                          <a:cs typeface="Calibri"/>
                        </a:rPr>
                        <a:t>Status</a:t>
                      </a:r>
                    </a:p>
                  </a:txBody>
                  <a:tcPr anchor="ctr">
                    <a:solidFill>
                      <a:schemeClr val="accent1"/>
                    </a:solidFill>
                  </a:tcPr>
                </a:tc>
                <a:extLst>
                  <a:ext uri="{0D108BD9-81ED-4DB2-BD59-A6C34878D82A}">
                    <a16:rowId xmlns:a16="http://schemas.microsoft.com/office/drawing/2014/main" val="3129187725"/>
                  </a:ext>
                </a:extLst>
              </a:tr>
              <a:tr h="1206386">
                <a:tc>
                  <a:txBody>
                    <a:bodyPr/>
                    <a:lstStyle/>
                    <a:p>
                      <a:pPr marL="0" marR="0" lvl="0" indent="0" algn="ctr" defTabSz="914400" rtl="0" eaLnBrk="1" fontAlgn="auto" latinLnBrk="0" hangingPunct="1">
                        <a:lnSpc>
                          <a:spcPct val="80000"/>
                        </a:lnSpc>
                        <a:spcBef>
                          <a:spcPts val="0"/>
                        </a:spcBef>
                        <a:spcAft>
                          <a:spcPts val="0"/>
                        </a:spcAft>
                        <a:buClrTx/>
                        <a:buSzTx/>
                        <a:buFont typeface="Arial" panose="020B0604020202020204" pitchFamily="34" charset="0"/>
                        <a:buNone/>
                        <a:tabLst/>
                        <a:defRPr/>
                      </a:pPr>
                      <a:r>
                        <a:rPr kumimoji="0" lang="en-US" altLang="zh-CN" sz="900" b="1" i="0" u="none" strike="noStrike" kern="1200" cap="none" spc="0" normalizeH="0" baseline="0">
                          <a:ln>
                            <a:noFill/>
                          </a:ln>
                          <a:solidFill>
                            <a:srgbClr val="000000"/>
                          </a:solidFill>
                          <a:effectLst/>
                          <a:uLnTx/>
                          <a:uFillTx/>
                          <a:latin typeface="+mn-lt"/>
                          <a:ea typeface="+mn-ea"/>
                          <a:cs typeface="Calibri"/>
                        </a:rPr>
                        <a:t>CREA</a:t>
                      </a:r>
                      <a:endParaRPr kumimoji="0" lang="zh-CN" altLang="en-US" sz="900" b="1" i="0" u="none" strike="noStrike" kern="1200" cap="none" spc="0" normalizeH="0" baseline="0">
                        <a:ln>
                          <a:noFill/>
                        </a:ln>
                        <a:solidFill>
                          <a:srgbClr val="000000"/>
                        </a:solidFill>
                        <a:effectLst/>
                        <a:uLnTx/>
                        <a:uFillTx/>
                        <a:latin typeface="+mn-lt"/>
                        <a:ea typeface="+mn-ea"/>
                        <a:cs typeface="Calibri"/>
                      </a:endParaRPr>
                    </a:p>
                  </a:txBody>
                  <a:tcPr anchor="ctr"/>
                </a:tc>
                <a:tc>
                  <a:txBody>
                    <a:bodyPr/>
                    <a:lstStyle/>
                    <a:p>
                      <a:pPr marL="0" lvl="0" indent="0" algn="l">
                        <a:lnSpc>
                          <a:spcPct val="107000"/>
                        </a:lnSpc>
                        <a:buFont typeface="Arial" panose="020B0604020202020204" pitchFamily="34" charset="0"/>
                        <a:buNone/>
                      </a:pPr>
                      <a:r>
                        <a:rPr lang="en-US" altLang="zh-CN" sz="900" b="1" kern="1200" err="1">
                          <a:solidFill>
                            <a:srgbClr val="000000"/>
                          </a:solidFill>
                          <a:effectLst/>
                          <a:latin typeface="+mn-lt"/>
                          <a:ea typeface="SimSun"/>
                          <a:cs typeface="Cordia New"/>
                        </a:rPr>
                        <a:t>Metalyse</a:t>
                      </a:r>
                      <a:r>
                        <a:rPr lang="en-US" altLang="zh-CN" sz="900" b="1" kern="1200">
                          <a:solidFill>
                            <a:srgbClr val="000000"/>
                          </a:solidFill>
                          <a:effectLst/>
                          <a:latin typeface="+mn-lt"/>
                          <a:ea typeface="SimSun"/>
                          <a:cs typeface="Cordia New"/>
                        </a:rPr>
                        <a:t> local competitor Fenghua</a:t>
                      </a:r>
                    </a:p>
                    <a:p>
                      <a:pPr marL="171450" lvl="0" indent="-171450" algn="l">
                        <a:lnSpc>
                          <a:spcPct val="107000"/>
                        </a:lnSpc>
                        <a:buFont typeface="Arial" panose="020B0604020202020204" pitchFamily="34" charset="0"/>
                        <a:buChar char="•"/>
                      </a:pPr>
                      <a:r>
                        <a:rPr lang="en-US" altLang="zh-CN" sz="900" kern="1200">
                          <a:solidFill>
                            <a:srgbClr val="000000"/>
                          </a:solidFill>
                          <a:effectLst/>
                          <a:latin typeface="+mn-lt"/>
                          <a:ea typeface="SimSun"/>
                          <a:cs typeface="Cordia New"/>
                        </a:rPr>
                        <a:t>STEMI: To provide a more detailed timeline with its initial submission and re-submission.</a:t>
                      </a:r>
                    </a:p>
                    <a:p>
                      <a:pPr marL="171450" lvl="0" indent="-171450" algn="l">
                        <a:lnSpc>
                          <a:spcPct val="107000"/>
                        </a:lnSpc>
                        <a:buFont typeface="Arial" panose="020B0604020202020204" pitchFamily="34" charset="0"/>
                        <a:buChar char="•"/>
                      </a:pPr>
                      <a:r>
                        <a:rPr lang="en-US" altLang="zh-CN" sz="900" kern="1200">
                          <a:solidFill>
                            <a:srgbClr val="000000"/>
                          </a:solidFill>
                          <a:effectLst/>
                          <a:latin typeface="+mn-lt"/>
                          <a:ea typeface="SimSun"/>
                          <a:cs typeface="Cordia New"/>
                        </a:rPr>
                        <a:t>AIS: To further get the intelligence information for the current status.</a:t>
                      </a:r>
                    </a:p>
                  </a:txBody>
                  <a:tcPr anchor="ctr"/>
                </a:tc>
                <a:tc>
                  <a:txBody>
                    <a:bodyPr/>
                    <a:lstStyle/>
                    <a:p>
                      <a:pPr marL="0" algn="ctr" defTabSz="685800" rtl="0" eaLnBrk="1" latinLnBrk="0" hangingPunct="1"/>
                      <a:r>
                        <a:rPr lang="en-US" altLang="zh-CN" sz="900" kern="1200">
                          <a:solidFill>
                            <a:schemeClr val="dk1"/>
                          </a:solidFill>
                          <a:effectLst/>
                          <a:latin typeface="+mn-lt"/>
                          <a:ea typeface="SimSun"/>
                          <a:cs typeface="+mn-cs"/>
                        </a:rPr>
                        <a:t>LPT</a:t>
                      </a:r>
                      <a:endParaRPr lang="zh-CN" altLang="en-US" sz="900" kern="1200">
                        <a:solidFill>
                          <a:schemeClr val="dk1"/>
                        </a:solidFill>
                        <a:effectLst/>
                        <a:latin typeface="+mn-lt"/>
                        <a:ea typeface="SimSun"/>
                        <a:cs typeface="+mn-cs"/>
                      </a:endParaRPr>
                    </a:p>
                  </a:txBody>
                  <a:tcPr anchor="ctr"/>
                </a:tc>
                <a:tc>
                  <a:txBody>
                    <a:bodyPr/>
                    <a:lstStyle/>
                    <a:p>
                      <a:pPr marL="0" algn="ctr" defTabSz="685800" rtl="0" eaLnBrk="1" latinLnBrk="0" hangingPunct="1"/>
                      <a:r>
                        <a:rPr lang="en-US" altLang="zh-CN" sz="900" kern="1200">
                          <a:solidFill>
                            <a:schemeClr val="dk1"/>
                          </a:solidFill>
                          <a:effectLst/>
                          <a:latin typeface="+mn-lt"/>
                          <a:ea typeface="SimSun"/>
                          <a:cs typeface="+mn-cs"/>
                        </a:rPr>
                        <a:t>Next PEC</a:t>
                      </a:r>
                      <a:endParaRPr lang="zh-CN" altLang="en-US" sz="900" kern="1200">
                        <a:solidFill>
                          <a:schemeClr val="dk1"/>
                        </a:solidFill>
                        <a:effectLst/>
                        <a:latin typeface="+mn-lt"/>
                        <a:ea typeface="SimSun"/>
                        <a:cs typeface="+mn-cs"/>
                      </a:endParaRPr>
                    </a:p>
                  </a:txBody>
                  <a:tcPr anchor="ctr"/>
                </a:tc>
                <a:tc>
                  <a:txBody>
                    <a:bodyPr/>
                    <a:lstStyle/>
                    <a:p>
                      <a:pPr marL="171450" marR="0" lvl="0" indent="-171450" algn="l" rtl="0" eaLnBrk="1" fontAlgn="auto" latinLnBrk="0" hangingPunct="1">
                        <a:lnSpc>
                          <a:spcPct val="100000"/>
                        </a:lnSpc>
                        <a:spcBef>
                          <a:spcPts val="0"/>
                        </a:spcBef>
                        <a:spcAft>
                          <a:spcPts val="600"/>
                        </a:spcAft>
                        <a:buClrTx/>
                        <a:buSzTx/>
                        <a:buFont typeface="Arial" panose="020B0604020202020204" pitchFamily="34" charset="0"/>
                        <a:buChar char="•"/>
                      </a:pPr>
                      <a:r>
                        <a:rPr lang="en-US" altLang="zh-CN" sz="900" kern="1200">
                          <a:solidFill>
                            <a:schemeClr val="dk1"/>
                          </a:solidFill>
                          <a:effectLst/>
                          <a:latin typeface="+mn-lt"/>
                          <a:ea typeface="SimSun"/>
                          <a:cs typeface="Calibri"/>
                        </a:rPr>
                        <a:t>Will update the competitor’s status during the portfolio session.</a:t>
                      </a:r>
                    </a:p>
                  </a:txBody>
                  <a:tcPr anchor="ctr"/>
                </a:tc>
                <a:tc>
                  <a:txBody>
                    <a:bodyPr/>
                    <a:lstStyle/>
                    <a:p>
                      <a:pPr marL="0" marR="0" lvl="0" indent="0" algn="ctr" defTabSz="914400" rtl="0" eaLnBrk="1" fontAlgn="base" latinLnBrk="0" hangingPunct="1">
                        <a:lnSpc>
                          <a:spcPct val="100000"/>
                        </a:lnSpc>
                        <a:spcBef>
                          <a:spcPts val="100"/>
                        </a:spcBef>
                        <a:spcAft>
                          <a:spcPts val="0"/>
                        </a:spcAft>
                        <a:buClrTx/>
                        <a:buSzTx/>
                        <a:buFont typeface="Arial" panose="020B0604020202020204" pitchFamily="34" charset="0"/>
                        <a:buNone/>
                        <a:tabLst/>
                        <a:defRPr/>
                      </a:pPr>
                      <a:r>
                        <a:rPr lang="en-US" altLang="zh-CN" sz="900" b="0" kern="1200">
                          <a:solidFill>
                            <a:schemeClr val="dk1"/>
                          </a:solidFill>
                          <a:effectLst/>
                          <a:latin typeface="+mn-lt"/>
                          <a:ea typeface="SimSun"/>
                          <a:cs typeface="Calibri"/>
                        </a:rPr>
                        <a:t>Done</a:t>
                      </a:r>
                    </a:p>
                  </a:txBody>
                  <a:tcPr anchor="ctr"/>
                </a:tc>
                <a:extLst>
                  <a:ext uri="{0D108BD9-81ED-4DB2-BD59-A6C34878D82A}">
                    <a16:rowId xmlns:a16="http://schemas.microsoft.com/office/drawing/2014/main" val="3208036732"/>
                  </a:ext>
                </a:extLst>
              </a:tr>
              <a:tr h="898445">
                <a:tc>
                  <a:txBody>
                    <a:bodyPr/>
                    <a:lstStyle/>
                    <a:p>
                      <a:pPr marL="0" marR="0" lvl="0" indent="0" algn="ctr" defTabSz="914400" rtl="0" eaLnBrk="1" fontAlgn="auto" latinLnBrk="0" hangingPunct="1">
                        <a:lnSpc>
                          <a:spcPct val="80000"/>
                        </a:lnSpc>
                        <a:spcBef>
                          <a:spcPts val="0"/>
                        </a:spcBef>
                        <a:spcAft>
                          <a:spcPts val="0"/>
                        </a:spcAft>
                        <a:buClrTx/>
                        <a:buSzTx/>
                        <a:buFont typeface="Arial" panose="020B0604020202020204" pitchFamily="34" charset="0"/>
                        <a:buNone/>
                        <a:tabLst/>
                        <a:defRPr/>
                      </a:pPr>
                      <a:r>
                        <a:rPr kumimoji="0" lang="en-US" altLang="zh-CN" sz="900" b="1" i="0" u="none" strike="noStrike" kern="1200" cap="none" spc="0" normalizeH="0" baseline="0">
                          <a:ln>
                            <a:noFill/>
                          </a:ln>
                          <a:solidFill>
                            <a:srgbClr val="000000"/>
                          </a:solidFill>
                          <a:effectLst/>
                          <a:uLnTx/>
                          <a:uFillTx/>
                          <a:latin typeface="+mn-lt"/>
                          <a:ea typeface="+mn-ea"/>
                          <a:cs typeface="Calibri"/>
                        </a:rPr>
                        <a:t>INFL</a:t>
                      </a:r>
                      <a:endParaRPr kumimoji="0" lang="zh-CN" altLang="en-US" sz="900" b="1" i="0" u="none" strike="noStrike" kern="1200" cap="none" spc="0" normalizeH="0" baseline="0">
                        <a:ln>
                          <a:noFill/>
                        </a:ln>
                        <a:solidFill>
                          <a:srgbClr val="000000"/>
                        </a:solidFill>
                        <a:effectLst/>
                        <a:uLnTx/>
                        <a:uFillTx/>
                        <a:latin typeface="+mn-lt"/>
                        <a:ea typeface="+mn-ea"/>
                        <a:cs typeface="Calibri"/>
                      </a:endParaRPr>
                    </a:p>
                  </a:txBody>
                  <a:tcPr anchor="ctr"/>
                </a:tc>
                <a:tc>
                  <a:txBody>
                    <a:bodyPr/>
                    <a:lstStyle/>
                    <a:p>
                      <a:pPr marL="0" lvl="0" indent="0" algn="l">
                        <a:lnSpc>
                          <a:spcPct val="107000"/>
                        </a:lnSpc>
                        <a:buFont typeface="Arial" panose="020B0604020202020204" pitchFamily="34" charset="0"/>
                        <a:buNone/>
                      </a:pPr>
                      <a:r>
                        <a:rPr lang="en-US" altLang="zh-CN" sz="900" b="1">
                          <a:effectLst/>
                          <a:latin typeface="+mn-lt"/>
                          <a:ea typeface="SimSun"/>
                          <a:cs typeface="Cordia New"/>
                        </a:rPr>
                        <a:t>Spesolimab SCRIPTOR study</a:t>
                      </a:r>
                    </a:p>
                    <a:p>
                      <a:pPr marL="171450" lvl="0" indent="-171450" algn="l">
                        <a:lnSpc>
                          <a:spcPct val="107000"/>
                        </a:lnSpc>
                        <a:buFont typeface="Arial" panose="020B0604020202020204" pitchFamily="34" charset="0"/>
                        <a:buChar char="•"/>
                      </a:pPr>
                      <a:r>
                        <a:rPr lang="en-US" altLang="zh-CN" sz="900">
                          <a:effectLst/>
                          <a:latin typeface="+mn-lt"/>
                          <a:ea typeface="SimSun"/>
                          <a:cs typeface="Cordia New"/>
                        </a:rPr>
                        <a:t>To provide the study termination reasons.</a:t>
                      </a:r>
                    </a:p>
                  </a:txBody>
                  <a:tcPr anchor="ctr"/>
                </a:tc>
                <a:tc>
                  <a:txBody>
                    <a:bodyPr/>
                    <a:lstStyle/>
                    <a:p>
                      <a:pPr algn="ctr"/>
                      <a:r>
                        <a:rPr lang="en-US" altLang="zh-CN" sz="900">
                          <a:effectLst/>
                          <a:latin typeface="+mn-lt"/>
                          <a:ea typeface="SimSun"/>
                        </a:rPr>
                        <a:t>Ying Chen</a:t>
                      </a:r>
                      <a:endParaRPr lang="zh-CN" sz="900">
                        <a:effectLst/>
                        <a:latin typeface="+mn-lt"/>
                        <a:ea typeface="SimSun"/>
                      </a:endParaRPr>
                    </a:p>
                  </a:txBody>
                  <a:tcPr anchor="ctr"/>
                </a:tc>
                <a:tc>
                  <a:txBody>
                    <a:bodyPr/>
                    <a:lstStyle/>
                    <a:p>
                      <a:pPr algn="ctr"/>
                      <a:r>
                        <a:rPr lang="en-US" altLang="zh-CN" sz="900">
                          <a:effectLst/>
                          <a:latin typeface="+mn-lt"/>
                          <a:ea typeface="SimSun"/>
                        </a:rPr>
                        <a:t>Next PEC</a:t>
                      </a:r>
                      <a:endParaRPr lang="zh-CN" sz="900">
                        <a:effectLst/>
                        <a:latin typeface="+mn-lt"/>
                        <a:ea typeface="SimSun"/>
                      </a:endParaRPr>
                    </a:p>
                  </a:txBody>
                  <a:tcPr anchor="ctr"/>
                </a:tc>
                <a:tc>
                  <a:txBody>
                    <a:bodyPr/>
                    <a:lstStyle/>
                    <a:p>
                      <a:pPr marL="171450" marR="0" lvl="0" indent="-171450" algn="l" rtl="0" eaLnBrk="1" fontAlgn="auto" latinLnBrk="0" hangingPunct="1">
                        <a:lnSpc>
                          <a:spcPct val="100000"/>
                        </a:lnSpc>
                        <a:spcBef>
                          <a:spcPts val="0"/>
                        </a:spcBef>
                        <a:spcAft>
                          <a:spcPts val="0"/>
                        </a:spcAft>
                        <a:buClrTx/>
                        <a:buSzTx/>
                        <a:buFont typeface="Arial"/>
                        <a:buChar char="•"/>
                      </a:pPr>
                      <a:r>
                        <a:rPr lang="en-US" altLang="zh-CN" sz="900" kern="1200">
                          <a:solidFill>
                            <a:schemeClr val="dk1"/>
                          </a:solidFill>
                          <a:effectLst/>
                          <a:latin typeface="+mn-lt"/>
                          <a:ea typeface="SimSun"/>
                          <a:cs typeface="Calibri"/>
                        </a:rPr>
                        <a:t>An email was sent to Dr. Zhang on  Apr11</a:t>
                      </a:r>
                      <a:endParaRPr lang="zh-CN" altLang="en-US"/>
                    </a:p>
                    <a:p>
                      <a:pPr marL="171450" marR="0" lvl="0" indent="-171450" algn="l">
                        <a:lnSpc>
                          <a:spcPct val="100000"/>
                        </a:lnSpc>
                        <a:spcBef>
                          <a:spcPts val="0"/>
                        </a:spcBef>
                        <a:spcAft>
                          <a:spcPts val="0"/>
                        </a:spcAft>
                        <a:buClrTx/>
                        <a:buSzTx/>
                        <a:buFont typeface="Arial"/>
                        <a:buChar char="•"/>
                      </a:pPr>
                      <a:r>
                        <a:rPr lang="en-US" sz="900" b="0" i="0" u="none" strike="noStrike" kern="1200" noProof="0">
                          <a:solidFill>
                            <a:schemeClr val="dk1"/>
                          </a:solidFill>
                          <a:effectLst/>
                          <a:latin typeface="Boehringer Forward Text"/>
                        </a:rPr>
                        <a:t>Global HAMA decided to stop SCRIPTOR study in China, due to budget increase and timeline delay caused by data export restrictions from CAC (</a:t>
                      </a:r>
                      <a:r>
                        <a:rPr lang="zh-CN" altLang="en-US" sz="900" b="0" i="0" u="none" strike="noStrike" kern="1200" noProof="0">
                          <a:solidFill>
                            <a:schemeClr val="dk1"/>
                          </a:solidFill>
                          <a:effectLst/>
                          <a:latin typeface="Boehringer Forward Text"/>
                        </a:rPr>
                        <a:t>中国国家互联网信息办公室</a:t>
                      </a:r>
                      <a:r>
                        <a:rPr lang="en-US" sz="900" b="0" i="0" u="none" strike="noStrike" kern="1200" noProof="0">
                          <a:solidFill>
                            <a:schemeClr val="dk1"/>
                          </a:solidFill>
                          <a:effectLst/>
                          <a:latin typeface="Boehringer Forward Text"/>
                        </a:rPr>
                        <a:t>)</a:t>
                      </a:r>
                    </a:p>
                    <a:p>
                      <a:pPr marL="171450" marR="0" lvl="0" indent="-171450" algn="l">
                        <a:lnSpc>
                          <a:spcPct val="100000"/>
                        </a:lnSpc>
                        <a:spcBef>
                          <a:spcPts val="0"/>
                        </a:spcBef>
                        <a:spcAft>
                          <a:spcPts val="0"/>
                        </a:spcAft>
                        <a:buClrTx/>
                        <a:buSzTx/>
                        <a:buFont typeface="Arial"/>
                        <a:buChar char="•"/>
                      </a:pPr>
                      <a:r>
                        <a:rPr lang="en-US" sz="900" b="0" i="0" u="none" strike="noStrike" kern="1200" noProof="0">
                          <a:solidFill>
                            <a:schemeClr val="dk1"/>
                          </a:solidFill>
                          <a:effectLst/>
                          <a:latin typeface="Boehringer Forward Text"/>
                        </a:rPr>
                        <a:t>China team is requesting to continue the study.</a:t>
                      </a:r>
                    </a:p>
                  </a:txBody>
                  <a:tcPr anchor="ctr"/>
                </a:tc>
                <a:tc>
                  <a:txBody>
                    <a:bodyPr/>
                    <a:lstStyle/>
                    <a:p>
                      <a:pPr marL="0" marR="0" lvl="0" indent="0" algn="ctr" rtl="0" eaLnBrk="1" fontAlgn="base" latinLnBrk="0" hangingPunct="1">
                        <a:lnSpc>
                          <a:spcPct val="100000"/>
                        </a:lnSpc>
                        <a:spcBef>
                          <a:spcPts val="100"/>
                        </a:spcBef>
                        <a:spcAft>
                          <a:spcPts val="0"/>
                        </a:spcAft>
                        <a:buClrTx/>
                        <a:buSzTx/>
                        <a:buFont typeface="Arial" panose="020B0604020202020204" pitchFamily="34" charset="0"/>
                        <a:buNone/>
                      </a:pPr>
                      <a:r>
                        <a:rPr lang="en-US" altLang="zh-CN" sz="900" b="0" kern="1200">
                          <a:solidFill>
                            <a:schemeClr val="dk1"/>
                          </a:solidFill>
                          <a:effectLst/>
                          <a:latin typeface="+mn-lt"/>
                          <a:ea typeface="SimSun"/>
                          <a:cs typeface="Calibri"/>
                        </a:rPr>
                        <a:t>Done</a:t>
                      </a:r>
                      <a:endParaRPr lang="en-US" altLang="zh-CN" sz="900" b="0" kern="1200">
                        <a:solidFill>
                          <a:schemeClr val="dk1"/>
                        </a:solidFill>
                        <a:effectLst/>
                        <a:latin typeface="+mn-lt"/>
                        <a:ea typeface="SimSun"/>
                        <a:cs typeface="Calibri" panose="020F0502020204030204" pitchFamily="34" charset="0"/>
                      </a:endParaRPr>
                    </a:p>
                  </a:txBody>
                  <a:tcPr anchor="ctr"/>
                </a:tc>
                <a:extLst>
                  <a:ext uri="{0D108BD9-81ED-4DB2-BD59-A6C34878D82A}">
                    <a16:rowId xmlns:a16="http://schemas.microsoft.com/office/drawing/2014/main" val="2720984785"/>
                  </a:ext>
                </a:extLst>
              </a:tr>
              <a:tr h="1160910">
                <a:tc>
                  <a:txBody>
                    <a:bodyPr/>
                    <a:lstStyle/>
                    <a:p>
                      <a:pPr marL="0" marR="0" lvl="0" indent="0" algn="ctr" defTabSz="914400" rtl="0" eaLnBrk="1" fontAlgn="auto" latinLnBrk="0" hangingPunct="1">
                        <a:lnSpc>
                          <a:spcPct val="80000"/>
                        </a:lnSpc>
                        <a:spcBef>
                          <a:spcPts val="0"/>
                        </a:spcBef>
                        <a:spcAft>
                          <a:spcPts val="0"/>
                        </a:spcAft>
                        <a:buClrTx/>
                        <a:buSzTx/>
                        <a:buFont typeface="Arial" panose="020B0604020202020204" pitchFamily="34" charset="0"/>
                        <a:buNone/>
                        <a:tabLst/>
                        <a:defRPr/>
                      </a:pPr>
                      <a:r>
                        <a:rPr kumimoji="0" lang="en-US" altLang="zh-CN" sz="900" b="1" i="0" u="none" strike="noStrike" kern="1200" cap="none" spc="0" normalizeH="0" baseline="0" err="1">
                          <a:ln>
                            <a:noFill/>
                          </a:ln>
                          <a:solidFill>
                            <a:srgbClr val="000000"/>
                          </a:solidFill>
                          <a:effectLst/>
                          <a:uLnTx/>
                          <a:uFillTx/>
                          <a:latin typeface="+mn-lt"/>
                          <a:ea typeface="+mn-ea"/>
                          <a:cs typeface="Calibri"/>
                        </a:rPr>
                        <a:t>Onco</a:t>
                      </a:r>
                      <a:endParaRPr kumimoji="0" lang="zh-CN" altLang="en-US" sz="900" b="1" i="0" u="none" strike="noStrike" kern="1200" cap="none" spc="0" normalizeH="0" baseline="0">
                        <a:ln>
                          <a:noFill/>
                        </a:ln>
                        <a:solidFill>
                          <a:srgbClr val="000000"/>
                        </a:solidFill>
                        <a:effectLst/>
                        <a:uLnTx/>
                        <a:uFillTx/>
                        <a:latin typeface="+mn-lt"/>
                        <a:ea typeface="+mn-ea"/>
                        <a:cs typeface="Calibri"/>
                      </a:endParaRPr>
                    </a:p>
                  </a:txBody>
                  <a:tcPr anchor="ctr"/>
                </a:tc>
                <a:tc>
                  <a:txBody>
                    <a:bodyPr/>
                    <a:lstStyle/>
                    <a:p>
                      <a:pPr marL="0" lvl="0" indent="0" algn="l">
                        <a:lnSpc>
                          <a:spcPct val="107000"/>
                        </a:lnSpc>
                        <a:buFont typeface="Arial" panose="020B0604020202020204" pitchFamily="34" charset="0"/>
                        <a:buNone/>
                      </a:pPr>
                      <a:r>
                        <a:rPr lang="en-US" altLang="zh-CN" sz="900" b="1">
                          <a:effectLst/>
                          <a:latin typeface="+mn-lt"/>
                          <a:ea typeface="SimSun"/>
                          <a:cs typeface="Cordia New"/>
                        </a:rPr>
                        <a:t>Zongertinib NDA strategy</a:t>
                      </a:r>
                    </a:p>
                    <a:p>
                      <a:pPr marL="171450" lvl="0" indent="-171450" algn="l">
                        <a:lnSpc>
                          <a:spcPct val="107000"/>
                        </a:lnSpc>
                        <a:buFont typeface="Arial" panose="020B0604020202020204" pitchFamily="34" charset="0"/>
                        <a:buChar char="•"/>
                      </a:pPr>
                      <a:r>
                        <a:rPr lang="en-US" altLang="zh-CN" sz="900">
                          <a:effectLst/>
                          <a:latin typeface="+mn-lt"/>
                          <a:ea typeface="SimSun"/>
                          <a:cs typeface="Cordia New"/>
                        </a:rPr>
                        <a:t>To communicate the potential risks of Accelerated Approval strategy with Marketing and Access colleagues.</a:t>
                      </a:r>
                    </a:p>
                  </a:txBody>
                  <a:tcPr anchor="ctr"/>
                </a:tc>
                <a:tc>
                  <a:txBody>
                    <a:bodyPr/>
                    <a:lstStyle/>
                    <a:p>
                      <a:pPr algn="ctr"/>
                      <a:r>
                        <a:rPr lang="en-US" altLang="zh-CN" sz="900">
                          <a:effectLst/>
                          <a:latin typeface="+mn-lt"/>
                          <a:ea typeface="SimSun"/>
                        </a:rPr>
                        <a:t>LPT</a:t>
                      </a:r>
                      <a:endParaRPr lang="zh-CN" sz="900">
                        <a:effectLst/>
                        <a:latin typeface="+mn-lt"/>
                        <a:ea typeface="SimSun"/>
                      </a:endParaRPr>
                    </a:p>
                  </a:txBody>
                  <a:tcPr anchor="ctr"/>
                </a:tc>
                <a:tc>
                  <a:txBody>
                    <a:bodyPr/>
                    <a:lstStyle/>
                    <a:p>
                      <a:pPr algn="ctr"/>
                      <a:r>
                        <a:rPr lang="en-US" altLang="zh-CN" sz="900">
                          <a:effectLst/>
                          <a:latin typeface="+mn-lt"/>
                          <a:ea typeface="SimSun"/>
                        </a:rPr>
                        <a:t>Next PEC</a:t>
                      </a:r>
                      <a:endParaRPr lang="zh-CN" sz="900">
                        <a:effectLst/>
                        <a:latin typeface="+mn-lt"/>
                        <a:ea typeface="SimSun"/>
                      </a:endParaRPr>
                    </a:p>
                  </a:txBody>
                  <a:tcPr anchor="ctr"/>
                </a:tc>
                <a:tc>
                  <a:txBody>
                    <a:bodyPr/>
                    <a:lstStyle/>
                    <a:p>
                      <a:pPr marL="171450" marR="0" lvl="0" indent="-171450" algn="l" rtl="0" eaLnBrk="1" fontAlgn="auto" latinLnBrk="0" hangingPunct="1">
                        <a:lnSpc>
                          <a:spcPct val="100000"/>
                        </a:lnSpc>
                        <a:spcBef>
                          <a:spcPts val="0"/>
                        </a:spcBef>
                        <a:spcAft>
                          <a:spcPts val="0"/>
                        </a:spcAft>
                        <a:buClrTx/>
                        <a:buSzTx/>
                        <a:buFont typeface="Arial"/>
                        <a:buChar char="•"/>
                      </a:pPr>
                      <a:r>
                        <a:rPr lang="en-US" altLang="zh-CN" sz="900" kern="1200">
                          <a:solidFill>
                            <a:schemeClr val="dk1"/>
                          </a:solidFill>
                          <a:effectLst/>
                          <a:latin typeface="+mn-lt"/>
                          <a:ea typeface="SimSun"/>
                          <a:cs typeface="Calibri"/>
                        </a:rPr>
                        <a:t>Discussion with Marketing (Alice Sha, Xia Hua) and Market Access (</a:t>
                      </a:r>
                      <a:r>
                        <a:rPr lang="en-US" altLang="zh-CN" sz="900" kern="1200" err="1">
                          <a:solidFill>
                            <a:schemeClr val="dk1"/>
                          </a:solidFill>
                          <a:effectLst/>
                          <a:latin typeface="+mn-lt"/>
                          <a:ea typeface="SimSun"/>
                          <a:cs typeface="Calibri"/>
                        </a:rPr>
                        <a:t>Dongdong</a:t>
                      </a:r>
                      <a:r>
                        <a:rPr lang="en-US" altLang="zh-CN" sz="900" kern="1200">
                          <a:solidFill>
                            <a:schemeClr val="dk1"/>
                          </a:solidFill>
                          <a:effectLst/>
                          <a:latin typeface="+mn-lt"/>
                          <a:ea typeface="SimSun"/>
                          <a:cs typeface="Calibri"/>
                        </a:rPr>
                        <a:t> Liu, Emily Hu) occurred on 29 Mar</a:t>
                      </a:r>
                    </a:p>
                    <a:p>
                      <a:pPr marL="171450" marR="0" lvl="0" indent="-171450" algn="l" rtl="0" eaLnBrk="1" fontAlgn="auto" latinLnBrk="0" hangingPunct="1">
                        <a:lnSpc>
                          <a:spcPct val="100000"/>
                        </a:lnSpc>
                        <a:spcBef>
                          <a:spcPts val="0"/>
                        </a:spcBef>
                        <a:spcAft>
                          <a:spcPts val="0"/>
                        </a:spcAft>
                        <a:buClrTx/>
                        <a:buSzTx/>
                        <a:buFont typeface="Arial"/>
                        <a:buChar char="•"/>
                      </a:pPr>
                      <a:r>
                        <a:rPr lang="en-US" altLang="zh-CN" sz="900" kern="1200">
                          <a:solidFill>
                            <a:schemeClr val="dk1"/>
                          </a:solidFill>
                          <a:effectLst/>
                          <a:latin typeface="+mn-lt"/>
                          <a:ea typeface="SimSun"/>
                          <a:cs typeface="Calibri"/>
                        </a:rPr>
                        <a:t>After the in-depth discussion, everyone on the meeting share the same understanding about the NDA strategy, potential scenarios and associated risks</a:t>
                      </a:r>
                    </a:p>
                    <a:p>
                      <a:pPr marL="171450" marR="0" lvl="0" indent="-171450" algn="l" rtl="0" eaLnBrk="1" fontAlgn="auto" latinLnBrk="0" hangingPunct="1">
                        <a:lnSpc>
                          <a:spcPct val="100000"/>
                        </a:lnSpc>
                        <a:spcBef>
                          <a:spcPts val="0"/>
                        </a:spcBef>
                        <a:spcAft>
                          <a:spcPts val="0"/>
                        </a:spcAft>
                        <a:buClrTx/>
                        <a:buSzTx/>
                        <a:buFont typeface="Arial"/>
                        <a:buChar char="•"/>
                      </a:pPr>
                      <a:r>
                        <a:rPr lang="en-US" altLang="zh-CN" sz="900" kern="1200">
                          <a:solidFill>
                            <a:schemeClr val="dk1"/>
                          </a:solidFill>
                          <a:effectLst/>
                          <a:latin typeface="+mn-lt"/>
                          <a:ea typeface="SimSun"/>
                          <a:cs typeface="Calibri"/>
                        </a:rPr>
                        <a:t>Marketing and Market Access will give a heads-up about the potential risks to their management team as appropriate</a:t>
                      </a:r>
                    </a:p>
                    <a:p>
                      <a:pPr marL="171450" marR="0" lvl="0" indent="-171450" algn="l" rtl="0" eaLnBrk="1" fontAlgn="auto" latinLnBrk="0" hangingPunct="1">
                        <a:lnSpc>
                          <a:spcPct val="100000"/>
                        </a:lnSpc>
                        <a:spcBef>
                          <a:spcPts val="0"/>
                        </a:spcBef>
                        <a:spcAft>
                          <a:spcPts val="0"/>
                        </a:spcAft>
                        <a:buClrTx/>
                        <a:buSzTx/>
                        <a:buFont typeface="Arial"/>
                        <a:buChar char="•"/>
                      </a:pPr>
                      <a:r>
                        <a:rPr lang="en-US" altLang="zh-CN" sz="900" kern="1200">
                          <a:solidFill>
                            <a:schemeClr val="dk1"/>
                          </a:solidFill>
                          <a:effectLst/>
                          <a:latin typeface="+mn-lt"/>
                          <a:ea typeface="SimSun"/>
                          <a:cs typeface="Calibri"/>
                        </a:rPr>
                        <a:t>Scenario of 1L NSCLC AA approval will be further analyzed</a:t>
                      </a:r>
                    </a:p>
                  </a:txBody>
                  <a:tcPr anchor="ctr"/>
                </a:tc>
                <a:tc>
                  <a:txBody>
                    <a:bodyPr/>
                    <a:lstStyle/>
                    <a:p>
                      <a:pPr marL="0" marR="0" lvl="0" indent="0" algn="ctr" rtl="0" eaLnBrk="1" fontAlgn="base" latinLnBrk="0" hangingPunct="1">
                        <a:lnSpc>
                          <a:spcPct val="100000"/>
                        </a:lnSpc>
                        <a:spcBef>
                          <a:spcPts val="100"/>
                        </a:spcBef>
                        <a:spcAft>
                          <a:spcPts val="0"/>
                        </a:spcAft>
                        <a:buClrTx/>
                        <a:buSzTx/>
                        <a:buFont typeface="Arial" panose="020B0604020202020204" pitchFamily="34" charset="0"/>
                        <a:buNone/>
                      </a:pPr>
                      <a:r>
                        <a:rPr lang="en-US" altLang="zh-CN" sz="900" b="0" kern="1200">
                          <a:solidFill>
                            <a:schemeClr val="dk1"/>
                          </a:solidFill>
                          <a:effectLst/>
                          <a:latin typeface="+mn-lt"/>
                          <a:ea typeface="SimSun"/>
                          <a:cs typeface="Calibri" panose="020F0502020204030204" pitchFamily="34" charset="0"/>
                        </a:rPr>
                        <a:t>Done</a:t>
                      </a:r>
                    </a:p>
                  </a:txBody>
                  <a:tcPr anchor="ctr"/>
                </a:tc>
                <a:extLst>
                  <a:ext uri="{0D108BD9-81ED-4DB2-BD59-A6C34878D82A}">
                    <a16:rowId xmlns:a16="http://schemas.microsoft.com/office/drawing/2014/main" val="1474836523"/>
                  </a:ext>
                </a:extLst>
              </a:tr>
            </a:tbl>
          </a:graphicData>
        </a:graphic>
      </p:graphicFrame>
    </p:spTree>
    <p:extLst>
      <p:ext uri="{BB962C8B-B14F-4D97-AF65-F5344CB8AC3E}">
        <p14:creationId xmlns:p14="http://schemas.microsoft.com/office/powerpoint/2010/main" val="42816214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WyGHOuAbVkmeFLsVDcPwt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5XROCh01okm65gbq39KH5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YyZcJXeVc067e4nnYpbXw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ZFG_7zF33Ui2iVoqew.mN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MmI.4SCBLEOS6tfzp18HV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9.tATmsjDEGS6Mapvj6DfQ"/>
</p:tagLst>
</file>

<file path=ppt/theme/theme1.xml><?xml version="1.0" encoding="utf-8"?>
<a:theme xmlns:a="http://schemas.openxmlformats.org/drawingml/2006/main" name="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2.xml><?xml version="1.0" encoding="utf-8"?>
<a:theme xmlns:a="http://schemas.openxmlformats.org/drawingml/2006/main" name="24_BI-CorpPPT_Template_16-9_V1">
  <a:themeElements>
    <a:clrScheme name="Custom 2">
      <a:dk1>
        <a:srgbClr val="002060"/>
      </a:dk1>
      <a:lt1>
        <a:sysClr val="window" lastClr="FFFFFF"/>
      </a:lt1>
      <a:dk2>
        <a:srgbClr val="002060"/>
      </a:dk2>
      <a:lt2>
        <a:srgbClr val="FFFFFF"/>
      </a:lt2>
      <a:accent1>
        <a:srgbClr val="002060"/>
      </a:accent1>
      <a:accent2>
        <a:srgbClr val="2F4991"/>
      </a:accent2>
      <a:accent3>
        <a:srgbClr val="3B66BB"/>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3.xml><?xml version="1.0" encoding="utf-8"?>
<a:theme xmlns:a="http://schemas.openxmlformats.org/drawingml/2006/main" name="1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Präsentation15" id="{2EE0B740-C1E2-5F47-9DC9-1AB0F3EB6989}" vid="{318FD161-97DC-7F45-B134-E4A575C46A90}"/>
    </a:ext>
  </a:extLst>
</a:theme>
</file>

<file path=ppt/theme/theme4.xml><?xml version="1.0" encoding="utf-8"?>
<a:theme xmlns:a="http://schemas.openxmlformats.org/drawingml/2006/main" name="2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Präsentation15" id="{2EE0B740-C1E2-5F47-9DC9-1AB0F3EB6989}" vid="{318FD161-97DC-7F45-B134-E4A575C46A90}"/>
    </a:ext>
  </a:extLst>
</a:theme>
</file>

<file path=ppt/theme/theme5.xml><?xml version="1.0" encoding="utf-8"?>
<a:theme xmlns:a="http://schemas.openxmlformats.org/drawingml/2006/main" name="7_2017 HPBU Regions world 3_4">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自定义 2">
      <a:majorFont>
        <a:latin typeface="BISansCond"/>
        <a:ea typeface=""/>
        <a:cs typeface=""/>
      </a:majorFont>
      <a:minorFont>
        <a:latin typeface="BISansCond"/>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6.xml><?xml version="1.0" encoding="utf-8"?>
<a:theme xmlns:a="http://schemas.openxmlformats.org/drawingml/2006/main" name="HCP_Global_Unbranded_Template">
  <a:themeElements>
    <a:clrScheme name="Dermatology Clinical Color Theme">
      <a:dk1>
        <a:srgbClr val="002C77"/>
      </a:dk1>
      <a:lt1>
        <a:srgbClr val="E9E9E9"/>
      </a:lt1>
      <a:dk2>
        <a:srgbClr val="58595B"/>
      </a:dk2>
      <a:lt2>
        <a:srgbClr val="99CCFF"/>
      </a:lt2>
      <a:accent1>
        <a:srgbClr val="FFB600"/>
      </a:accent1>
      <a:accent2>
        <a:srgbClr val="BCBEC0"/>
      </a:accent2>
      <a:accent3>
        <a:srgbClr val="002C77"/>
      </a:accent3>
      <a:accent4>
        <a:srgbClr val="99CCFF"/>
      </a:accent4>
      <a:accent5>
        <a:srgbClr val="FFB600"/>
      </a:accent5>
      <a:accent6>
        <a:srgbClr val="58595B"/>
      </a:accent6>
      <a:hlink>
        <a:srgbClr val="BCBEC0"/>
      </a:hlink>
      <a:folHlink>
        <a:srgbClr val="E9E9E9"/>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HCP_Global_Unbranded_Template">
  <a:themeElements>
    <a:clrScheme name="Dermatology Clinical Color Theme">
      <a:dk1>
        <a:srgbClr val="002C77"/>
      </a:dk1>
      <a:lt1>
        <a:srgbClr val="E9E9E9"/>
      </a:lt1>
      <a:dk2>
        <a:srgbClr val="58595B"/>
      </a:dk2>
      <a:lt2>
        <a:srgbClr val="99CCFF"/>
      </a:lt2>
      <a:accent1>
        <a:srgbClr val="FFB600"/>
      </a:accent1>
      <a:accent2>
        <a:srgbClr val="BCBEC0"/>
      </a:accent2>
      <a:accent3>
        <a:srgbClr val="002C77"/>
      </a:accent3>
      <a:accent4>
        <a:srgbClr val="99CCFF"/>
      </a:accent4>
      <a:accent5>
        <a:srgbClr val="FFB600"/>
      </a:accent5>
      <a:accent6>
        <a:srgbClr val="58595B"/>
      </a:accent6>
      <a:hlink>
        <a:srgbClr val="BCBEC0"/>
      </a:hlink>
      <a:folHlink>
        <a:srgbClr val="E9E9E9"/>
      </a:folHlink>
    </a:clrScheme>
    <a:fontScheme name="fon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9.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Chen,Dr.,Ying (HP Medicine) BII-CN-S</DisplayName>
        <AccountId>125</AccountId>
        <AccountType/>
      </UserInfo>
      <UserInfo>
        <DisplayName>Zhou,Yijun (HP Medicine) BII-CN-S</DisplayName>
        <AccountId>178</AccountId>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07EF22-07F5-49DF-901A-329F0FF2BB83}">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797E7143-0AC1-48B6-9D60-72A81BB37B08}"/>
</file>

<file path=customXml/itemProps3.xml><?xml version="1.0" encoding="utf-8"?>
<ds:datastoreItem xmlns:ds="http://schemas.openxmlformats.org/officeDocument/2006/customXml" ds:itemID="{A997128F-C690-4076-BBCD-1651809AE10C}">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
  <TotalTime>0</TotalTime>
  <Words>268</Words>
  <Application>Microsoft Office PowerPoint</Application>
  <PresentationFormat>全屏显示(16:9)</PresentationFormat>
  <Paragraphs>43</Paragraphs>
  <Slides>2</Slides>
  <Notes>2</Notes>
  <HiddenSlides>0</HiddenSlides>
  <MMClips>0</MMClips>
  <ScaleCrop>false</ScaleCrop>
  <HeadingPairs>
    <vt:vector size="4" baseType="variant">
      <vt:variant>
        <vt:lpstr>主题</vt:lpstr>
      </vt:variant>
      <vt:variant>
        <vt:i4>8</vt:i4>
      </vt:variant>
      <vt:variant>
        <vt:lpstr>幻灯片标题</vt:lpstr>
      </vt:variant>
      <vt:variant>
        <vt:i4>2</vt:i4>
      </vt:variant>
    </vt:vector>
  </HeadingPairs>
  <TitlesOfParts>
    <vt:vector size="10" baseType="lpstr">
      <vt:lpstr>BI_Corporate_16_9</vt:lpstr>
      <vt:lpstr>24_BI-CorpPPT_Template_16-9_V1</vt:lpstr>
      <vt:lpstr>1_BI_Corporate_16_9</vt:lpstr>
      <vt:lpstr>2_BI_Corporate_16_9</vt:lpstr>
      <vt:lpstr>7_2017 HPBU Regions world 3_4</vt:lpstr>
      <vt:lpstr>HCP_Global_Unbranded_Template</vt:lpstr>
      <vt:lpstr>4_HCP_Global_Unbranded_Template</vt:lpstr>
      <vt:lpstr>Boehringer Ingelheim 16:9</vt:lpstr>
      <vt:lpstr>Portfolio Executive Committee (PEC)  Review Meeting    Last PEC Meeting Action Following Up</vt:lpstr>
      <vt:lpstr>Actions Tracking Sheet</vt:lpstr>
    </vt:vector>
  </TitlesOfParts>
  <Company>Boehringer Ingelheim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Text Headline Text</dc:title>
  <dc:creator>Chankupar Rymbai</dc:creator>
  <cp:lastModifiedBy>Lu,Dr.,Jiaqi (HP Medicine) BII-CN-S</cp:lastModifiedBy>
  <cp:revision>3</cp:revision>
  <cp:lastPrinted>2023-09-17T12:27:05Z</cp:lastPrinted>
  <dcterms:created xsi:type="dcterms:W3CDTF">2018-01-17T10:15:39Z</dcterms:created>
  <dcterms:modified xsi:type="dcterms:W3CDTF">2025-03-25T09:32:56Z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TriggerFlowInfo">
    <vt:lpwstr/>
  </property>
</Properties>
</file>