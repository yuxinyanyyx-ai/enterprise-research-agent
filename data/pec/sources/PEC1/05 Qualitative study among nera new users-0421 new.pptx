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4.xml" ContentType="application/vnd.openxmlformats-officedocument.presentationml.notesSlide+xml"/>
  <Override PartName="/ppt/tags/tag17.xml" ContentType="application/vnd.openxmlformats-officedocument.presentationml.tags+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16"/>
  </p:notesMasterIdLst>
  <p:sldIdLst>
    <p:sldId id="14999391" r:id="rId5"/>
    <p:sldId id="2147483613" r:id="rId6"/>
    <p:sldId id="16764440" r:id="rId7"/>
    <p:sldId id="16764444" r:id="rId8"/>
    <p:sldId id="16764730" r:id="rId9"/>
    <p:sldId id="2147483618" r:id="rId10"/>
    <p:sldId id="2147483615" r:id="rId11"/>
    <p:sldId id="16764727" r:id="rId12"/>
    <p:sldId id="16764728" r:id="rId13"/>
    <p:sldId id="16764722" r:id="rId14"/>
    <p:sldId id="2147483614" r:id="rId15"/>
  </p:sldIdLst>
  <p:sldSz cx="12192000" cy="6858000"/>
  <p:notesSz cx="6858000" cy="9144000"/>
  <p:embeddedFontLst>
    <p:embeddedFont>
      <p:font typeface="Arial Black" panose="020B0A04020102020204" pitchFamily="34" charset="0"/>
      <p:bold r:id="rId17"/>
    </p:embeddedFont>
    <p:embeddedFont>
      <p:font typeface="Boehringer Forward Head" panose="020B0504030403020204" pitchFamily="2" charset="0"/>
      <p:regular r:id="rId18"/>
      <p:bold r:id="rId19"/>
      <p:italic r:id="rId20"/>
      <p:boldItalic r:id="rId21"/>
    </p:embeddedFont>
    <p:embeddedFont>
      <p:font typeface="Boehringer Forward Text" panose="020B0504030403020204" pitchFamily="2" charset="0"/>
      <p:regular r:id="rId22"/>
      <p:bold r:id="rId23"/>
      <p:italic r:id="rId24"/>
      <p:boldItalic r:id="rId25"/>
    </p:embeddedFont>
    <p:embeddedFont>
      <p:font typeface="DengXian" panose="02010600030101010101" pitchFamily="2" charset="-122"/>
      <p:regular r:id="rId26"/>
      <p:bold r:id="rId27"/>
    </p:embeddedFont>
    <p:embeddedFont>
      <p:font typeface="Microsoft YaHei" panose="020B0503020204020204" pitchFamily="34" charset="-122"/>
      <p:regular r:id="rId28"/>
      <p:bold r:id="rId29"/>
    </p:embeddedFont>
    <p:embeddedFont>
      <p:font typeface="Microsoft YaHei" panose="020B0503020204020204" pitchFamily="34" charset="-122"/>
      <p:regular r:id="rId28"/>
      <p:bold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255D203-DCA3-6563-ACD4-37C6C9A92B63}" name="Feng,Guoze (HP Medicine) BII-CN-B" initials="GF" userId="S::guoze.feng@boehringer-ingelheim.com::b1418259-1f57-45cc-b305-eee398dc224e" providerId="AD"/>
  <p188:author id="{ADB1082A-2D89-898E-E3FD-F4E213000DAF}" name="褚红玲" initials="褚" userId="490217016" providerId="Kingsoft Office"/>
  <p188:author id="{3EE9A3BA-A0DF-86C1-548A-56E94F48D9E7}" name="Wang,Dr.,Bo (HP Medicine) BII-CN-S" initials="BW" userId="S::bo_7.wang@boehringer-ingelheim.com::950b8564-41e4-4a68-9f11-e3d2e116a359" providerId="AD"/>
  <p188:author id="{06EC6ECA-AF57-E355-C2F0-8F7DDEB52152}" name="chu" initials="c" userId="chu"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4728B4-46D0-426B-8A9A-9FDE86D08B77}" v="29" dt="2026-04-21T02:03:58.787"/>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2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customXml" Target="../customXml/item3.xml"/><Relationship Id="rId21" Type="http://schemas.openxmlformats.org/officeDocument/2006/relationships/font" Target="fonts/font5.fntdata"/><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8.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7.fntdata"/><Relationship Id="rId28" Type="http://schemas.openxmlformats.org/officeDocument/2006/relationships/font" Target="fonts/font12.fntdata"/><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font" Target="fonts/font3.fntdata"/><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presProps" Target="presProps.xml"/><Relationship Id="rId3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ng,Guoze (HP Medicine) BII-CN-B" userId="b1418259-1f57-45cc-b305-eee398dc224e" providerId="ADAL" clId="{D7096943-8C6B-443F-898E-FCDBDD7E3800}"/>
    <pc:docChg chg="undo redo custSel addSld delSld modSld sldOrd delMainMaster">
      <pc:chgData name="Feng,Guoze (HP Medicine) BII-CN-B" userId="b1418259-1f57-45cc-b305-eee398dc224e" providerId="ADAL" clId="{D7096943-8C6B-443F-898E-FCDBDD7E3800}" dt="2026-04-21T03:28:48.109" v="5044" actId="20577"/>
      <pc:docMkLst>
        <pc:docMk/>
      </pc:docMkLst>
      <pc:sldChg chg="modSp mod">
        <pc:chgData name="Feng,Guoze (HP Medicine) BII-CN-B" userId="b1418259-1f57-45cc-b305-eee398dc224e" providerId="ADAL" clId="{D7096943-8C6B-443F-898E-FCDBDD7E3800}" dt="2026-04-21T00:56:40.158" v="4845" actId="20577"/>
        <pc:sldMkLst>
          <pc:docMk/>
          <pc:sldMk cId="0" sldId="14999391"/>
        </pc:sldMkLst>
        <pc:spChg chg="mod">
          <ac:chgData name="Feng,Guoze (HP Medicine) BII-CN-B" userId="b1418259-1f57-45cc-b305-eee398dc224e" providerId="ADAL" clId="{D7096943-8C6B-443F-898E-FCDBDD7E3800}" dt="2026-04-21T00:56:34.402" v="4843" actId="207"/>
          <ac:spMkLst>
            <pc:docMk/>
            <pc:sldMk cId="0" sldId="14999391"/>
            <ac:spMk id="4" creationId="{00000000-0000-0000-0000-000000000000}"/>
          </ac:spMkLst>
        </pc:spChg>
        <pc:spChg chg="mod">
          <ac:chgData name="Feng,Guoze (HP Medicine) BII-CN-B" userId="b1418259-1f57-45cc-b305-eee398dc224e" providerId="ADAL" clId="{D7096943-8C6B-443F-898E-FCDBDD7E3800}" dt="2026-04-21T00:56:40.158" v="4845" actId="20577"/>
          <ac:spMkLst>
            <pc:docMk/>
            <pc:sldMk cId="0" sldId="14999391"/>
            <ac:spMk id="5" creationId="{00000000-0000-0000-0000-000000000000}"/>
          </ac:spMkLst>
        </pc:spChg>
      </pc:sldChg>
      <pc:sldChg chg="addSp delSp modSp mod modTransition modClrScheme chgLayout">
        <pc:chgData name="Feng,Guoze (HP Medicine) BII-CN-B" userId="b1418259-1f57-45cc-b305-eee398dc224e" providerId="ADAL" clId="{D7096943-8C6B-443F-898E-FCDBDD7E3800}" dt="2026-04-21T03:28:48.109" v="5044" actId="20577"/>
        <pc:sldMkLst>
          <pc:docMk/>
          <pc:sldMk cId="0" sldId="16764440"/>
        </pc:sldMkLst>
        <pc:spChg chg="mod ord">
          <ac:chgData name="Feng,Guoze (HP Medicine) BII-CN-B" userId="b1418259-1f57-45cc-b305-eee398dc224e" providerId="ADAL" clId="{D7096943-8C6B-443F-898E-FCDBDD7E3800}" dt="2026-03-23T08:04:32.350" v="3645" actId="255"/>
          <ac:spMkLst>
            <pc:docMk/>
            <pc:sldMk cId="0" sldId="16764440"/>
            <ac:spMk id="3" creationId="{00000000-0000-0000-0000-000000000000}"/>
          </ac:spMkLst>
        </pc:spChg>
        <pc:spChg chg="add mod ord">
          <ac:chgData name="Feng,Guoze (HP Medicine) BII-CN-B" userId="b1418259-1f57-45cc-b305-eee398dc224e" providerId="ADAL" clId="{D7096943-8C6B-443F-898E-FCDBDD7E3800}" dt="2026-04-21T03:28:48.109" v="5044" actId="20577"/>
          <ac:spMkLst>
            <pc:docMk/>
            <pc:sldMk cId="0" sldId="16764440"/>
            <ac:spMk id="18" creationId="{00000000-0000-0000-0000-000000000000}"/>
          </ac:spMkLst>
        </pc:spChg>
        <pc:spChg chg="add del mod ord">
          <ac:chgData name="Feng,Guoze (HP Medicine) BII-CN-B" userId="b1418259-1f57-45cc-b305-eee398dc224e" providerId="ADAL" clId="{D7096943-8C6B-443F-898E-FCDBDD7E3800}" dt="2026-04-08T08:01:32.561" v="3992" actId="20577"/>
          <ac:spMkLst>
            <pc:docMk/>
            <pc:sldMk cId="0" sldId="16764440"/>
            <ac:spMk id="26" creationId="{2C8955C8-CF0B-2B4D-3A7F-17E928EC7A26}"/>
          </ac:spMkLst>
        </pc:spChg>
      </pc:sldChg>
      <pc:sldChg chg="addSp delSp modSp mod modTransition modClrScheme modCm chgLayout">
        <pc:chgData name="Feng,Guoze (HP Medicine) BII-CN-B" userId="b1418259-1f57-45cc-b305-eee398dc224e" providerId="ADAL" clId="{D7096943-8C6B-443F-898E-FCDBDD7E3800}" dt="2026-04-21T03:13:48.272" v="4980" actId="6549"/>
        <pc:sldMkLst>
          <pc:docMk/>
          <pc:sldMk cId="0" sldId="16764444"/>
        </pc:sldMkLst>
        <pc:spChg chg="add del mod ord">
          <ac:chgData name="Feng,Guoze (HP Medicine) BII-CN-B" userId="b1418259-1f57-45cc-b305-eee398dc224e" providerId="ADAL" clId="{D7096943-8C6B-443F-898E-FCDBDD7E3800}" dt="2026-04-21T03:13:48.272" v="4980" actId="6549"/>
          <ac:spMkLst>
            <pc:docMk/>
            <pc:sldMk cId="0" sldId="16764444"/>
            <ac:spMk id="2"/>
          </ac:spMkLst>
        </pc:spChg>
        <pc:spChg chg="mod">
          <ac:chgData name="Feng,Guoze (HP Medicine) BII-CN-B" userId="b1418259-1f57-45cc-b305-eee398dc224e" providerId="ADAL" clId="{D7096943-8C6B-443F-898E-FCDBDD7E3800}" dt="2026-03-23T08:04:26.328" v="3644" actId="255"/>
          <ac:spMkLst>
            <pc:docMk/>
            <pc:sldMk cId="0" sldId="16764444"/>
            <ac:spMk id="3" creationId="{00000000-0000-0000-0000-000000000000}"/>
          </ac:spMkLst>
        </pc:spChg>
        <pc:extLst>
          <p:ext xmlns:p="http://schemas.openxmlformats.org/presentationml/2006/main" uri="{D6D511B9-2390-475A-947B-AFAB55BFBCF1}">
            <pc226:cmChg xmlns:pc226="http://schemas.microsoft.com/office/powerpoint/2022/06/main/command" chg="mod">
              <pc226:chgData name="Feng,Guoze (HP Medicine) BII-CN-B" userId="b1418259-1f57-45cc-b305-eee398dc224e" providerId="ADAL" clId="{D7096943-8C6B-443F-898E-FCDBDD7E3800}" dt="2026-03-12T14:45:49.594" v="256" actId="478"/>
              <pc2:cmMkLst xmlns:pc2="http://schemas.microsoft.com/office/powerpoint/2019/9/main/command">
                <pc:docMk/>
                <pc:sldMk cId="0" sldId="16764444"/>
                <pc2:cmMk id="{668448EC-94FC-4F2D-A3ED-314472086C92}"/>
              </pc2:cmMkLst>
            </pc226:cmChg>
          </p:ext>
        </pc:extLst>
      </pc:sldChg>
      <pc:sldChg chg="addSp delSp modSp del mod ord modTransition modClrScheme chgLayout">
        <pc:chgData name="Feng,Guoze (HP Medicine) BII-CN-B" userId="b1418259-1f57-45cc-b305-eee398dc224e" providerId="ADAL" clId="{D7096943-8C6B-443F-898E-FCDBDD7E3800}" dt="2026-04-20T03:03:29.735" v="4671" actId="47"/>
        <pc:sldMkLst>
          <pc:docMk/>
          <pc:sldMk cId="0" sldId="16764447"/>
        </pc:sldMkLst>
        <pc:spChg chg="add del mod">
          <ac:chgData name="Feng,Guoze (HP Medicine) BII-CN-B" userId="b1418259-1f57-45cc-b305-eee398dc224e" providerId="ADAL" clId="{D7096943-8C6B-443F-898E-FCDBDD7E3800}" dt="2026-04-20T02:56:09.599" v="4632" actId="478"/>
          <ac:spMkLst>
            <pc:docMk/>
            <pc:sldMk cId="0" sldId="16764447"/>
            <ac:spMk id="2" creationId="{C1EC77A7-2D4E-A3DD-5DED-E0E6A2BCBEDD}"/>
          </ac:spMkLst>
        </pc:spChg>
        <pc:spChg chg="mod ord">
          <ac:chgData name="Feng,Guoze (HP Medicine) BII-CN-B" userId="b1418259-1f57-45cc-b305-eee398dc224e" providerId="ADAL" clId="{D7096943-8C6B-443F-898E-FCDBDD7E3800}" dt="2026-04-20T03:03:22.084" v="4669" actId="21"/>
          <ac:spMkLst>
            <pc:docMk/>
            <pc:sldMk cId="0" sldId="16764447"/>
            <ac:spMk id="3" creationId="{00000000-0000-0000-0000-000000000000}"/>
          </ac:spMkLst>
        </pc:spChg>
        <pc:spChg chg="add mod">
          <ac:chgData name="Feng,Guoze (HP Medicine) BII-CN-B" userId="b1418259-1f57-45cc-b305-eee398dc224e" providerId="ADAL" clId="{D7096943-8C6B-443F-898E-FCDBDD7E3800}" dt="2026-04-20T03:02:54.832" v="4666" actId="21"/>
          <ac:spMkLst>
            <pc:docMk/>
            <pc:sldMk cId="0" sldId="16764447"/>
            <ac:spMk id="5" creationId="{956C15B7-72D1-DEF3-27AC-F1AA76A3E67C}"/>
          </ac:spMkLst>
        </pc:spChg>
        <pc:spChg chg="add del mod ord">
          <ac:chgData name="Feng,Guoze (HP Medicine) BII-CN-B" userId="b1418259-1f57-45cc-b305-eee398dc224e" providerId="ADAL" clId="{D7096943-8C6B-443F-898E-FCDBDD7E3800}" dt="2026-04-20T02:59:44.058" v="4657" actId="21"/>
          <ac:spMkLst>
            <pc:docMk/>
            <pc:sldMk cId="0" sldId="16764447"/>
            <ac:spMk id="21" creationId="{253E0927-5BFF-66A9-EA3E-3118AFE16F32}"/>
          </ac:spMkLst>
        </pc:spChg>
        <pc:spChg chg="add del">
          <ac:chgData name="Feng,Guoze (HP Medicine) BII-CN-B" userId="b1418259-1f57-45cc-b305-eee398dc224e" providerId="ADAL" clId="{D7096943-8C6B-443F-898E-FCDBDD7E3800}" dt="2026-04-20T02:56:45.117" v="4635" actId="478"/>
          <ac:spMkLst>
            <pc:docMk/>
            <pc:sldMk cId="0" sldId="16764447"/>
            <ac:spMk id="22" creationId="{9131E945-2956-570D-B3B8-B7E67B92FD30}"/>
          </ac:spMkLst>
        </pc:spChg>
        <pc:spChg chg="add del mod">
          <ac:chgData name="Feng,Guoze (HP Medicine) BII-CN-B" userId="b1418259-1f57-45cc-b305-eee398dc224e" providerId="ADAL" clId="{D7096943-8C6B-443F-898E-FCDBDD7E3800}" dt="2026-04-20T02:55:48.188" v="4627" actId="26606"/>
          <ac:spMkLst>
            <pc:docMk/>
            <pc:sldMk cId="0" sldId="16764447"/>
            <ac:spMk id="28" creationId="{D4B81DB8-3F60-1DD1-4DF1-B97388BB16B5}"/>
          </ac:spMkLst>
        </pc:spChg>
        <pc:graphicFrameChg chg="del mod ord modGraphic">
          <ac:chgData name="Feng,Guoze (HP Medicine) BII-CN-B" userId="b1418259-1f57-45cc-b305-eee398dc224e" providerId="ADAL" clId="{D7096943-8C6B-443F-898E-FCDBDD7E3800}" dt="2026-04-20T03:02:54.832" v="4666" actId="21"/>
          <ac:graphicFrameMkLst>
            <pc:docMk/>
            <pc:sldMk cId="0" sldId="16764447"/>
            <ac:graphicFrameMk id="23" creationId="{9A8FCEC1-762B-67FC-B75F-2B0833126D29}"/>
          </ac:graphicFrameMkLst>
        </pc:graphicFrameChg>
        <pc:picChg chg="del mod">
          <ac:chgData name="Feng,Guoze (HP Medicine) BII-CN-B" userId="b1418259-1f57-45cc-b305-eee398dc224e" providerId="ADAL" clId="{D7096943-8C6B-443F-898E-FCDBDD7E3800}" dt="2026-04-20T02:54:59.135" v="4621" actId="21"/>
          <ac:picMkLst>
            <pc:docMk/>
            <pc:sldMk cId="0" sldId="16764447"/>
            <ac:picMk id="14" creationId="{234AC8FF-9AFB-C33C-6347-A504B58E56B4}"/>
          </ac:picMkLst>
        </pc:picChg>
      </pc:sldChg>
      <pc:sldChg chg="delSp modSp add del mod ord">
        <pc:chgData name="Feng,Guoze (HP Medicine) BII-CN-B" userId="b1418259-1f57-45cc-b305-eee398dc224e" providerId="ADAL" clId="{D7096943-8C6B-443F-898E-FCDBDD7E3800}" dt="2026-03-24T02:39:20.659" v="3731" actId="6549"/>
        <pc:sldMkLst>
          <pc:docMk/>
          <pc:sldMk cId="1711760408" sldId="16764727"/>
        </pc:sldMkLst>
        <pc:spChg chg="mod">
          <ac:chgData name="Feng,Guoze (HP Medicine) BII-CN-B" userId="b1418259-1f57-45cc-b305-eee398dc224e" providerId="ADAL" clId="{D7096943-8C6B-443F-898E-FCDBDD7E3800}" dt="2026-03-23T06:19:46.048" v="3536" actId="113"/>
          <ac:spMkLst>
            <pc:docMk/>
            <pc:sldMk cId="1711760408" sldId="16764727"/>
            <ac:spMk id="17" creationId="{E73B32F3-AC14-9E22-44B7-DB3923385F95}"/>
          </ac:spMkLst>
        </pc:spChg>
        <pc:spChg chg="mod">
          <ac:chgData name="Feng,Guoze (HP Medicine) BII-CN-B" userId="b1418259-1f57-45cc-b305-eee398dc224e" providerId="ADAL" clId="{D7096943-8C6B-443F-898E-FCDBDD7E3800}" dt="2026-03-24T02:39:20.659" v="3731" actId="6549"/>
          <ac:spMkLst>
            <pc:docMk/>
            <pc:sldMk cId="1711760408" sldId="16764727"/>
            <ac:spMk id="18" creationId="{6ED50A18-3838-03D7-5A45-6DC1C65987F7}"/>
          </ac:spMkLst>
        </pc:spChg>
      </pc:sldChg>
      <pc:sldChg chg="addSp delSp modSp new mod modClrScheme chgLayout">
        <pc:chgData name="Feng,Guoze (HP Medicine) BII-CN-B" userId="b1418259-1f57-45cc-b305-eee398dc224e" providerId="ADAL" clId="{D7096943-8C6B-443F-898E-FCDBDD7E3800}" dt="2026-03-23T06:31:59.573" v="3637" actId="20577"/>
        <pc:sldMkLst>
          <pc:docMk/>
          <pc:sldMk cId="3919571955" sldId="16764728"/>
        </pc:sldMkLst>
        <pc:spChg chg="add mod ord">
          <ac:chgData name="Feng,Guoze (HP Medicine) BII-CN-B" userId="b1418259-1f57-45cc-b305-eee398dc224e" providerId="ADAL" clId="{D7096943-8C6B-443F-898E-FCDBDD7E3800}" dt="2026-03-23T06:31:59.573" v="3637" actId="20577"/>
          <ac:spMkLst>
            <pc:docMk/>
            <pc:sldMk cId="3919571955" sldId="16764728"/>
            <ac:spMk id="4" creationId="{81CD4376-270D-45C7-4A0B-B364C974F93F}"/>
          </ac:spMkLst>
        </pc:spChg>
        <pc:spChg chg="add mod ord">
          <ac:chgData name="Feng,Guoze (HP Medicine) BII-CN-B" userId="b1418259-1f57-45cc-b305-eee398dc224e" providerId="ADAL" clId="{D7096943-8C6B-443F-898E-FCDBDD7E3800}" dt="2026-03-23T06:21:08.156" v="3537" actId="700"/>
          <ac:spMkLst>
            <pc:docMk/>
            <pc:sldMk cId="3919571955" sldId="16764728"/>
            <ac:spMk id="5" creationId="{9735FECD-B008-DA2F-7F4D-00F8D6C5E09A}"/>
          </ac:spMkLst>
        </pc:spChg>
      </pc:sldChg>
      <pc:sldChg chg="addSp delSp modSp new mod ord modClrScheme chgLayout">
        <pc:chgData name="Feng,Guoze (HP Medicine) BII-CN-B" userId="b1418259-1f57-45cc-b305-eee398dc224e" providerId="ADAL" clId="{D7096943-8C6B-443F-898E-FCDBDD7E3800}" dt="2026-04-21T02:18:28.716" v="4978" actId="207"/>
        <pc:sldMkLst>
          <pc:docMk/>
          <pc:sldMk cId="1772567078" sldId="16764730"/>
        </pc:sldMkLst>
        <pc:spChg chg="add mod">
          <ac:chgData name="Feng,Guoze (HP Medicine) BII-CN-B" userId="b1418259-1f57-45cc-b305-eee398dc224e" providerId="ADAL" clId="{D7096943-8C6B-443F-898E-FCDBDD7E3800}" dt="2026-04-21T01:52:36.277" v="4849" actId="207"/>
          <ac:spMkLst>
            <pc:docMk/>
            <pc:sldMk cId="1772567078" sldId="16764730"/>
            <ac:spMk id="2" creationId="{FA98920F-1CAB-1E31-50C3-5B2F24AA8770}"/>
          </ac:spMkLst>
        </pc:spChg>
        <pc:spChg chg="add mod">
          <ac:chgData name="Feng,Guoze (HP Medicine) BII-CN-B" userId="b1418259-1f57-45cc-b305-eee398dc224e" providerId="ADAL" clId="{D7096943-8C6B-443F-898E-FCDBDD7E3800}" dt="2026-04-16T06:56:13.066" v="4452" actId="1076"/>
          <ac:spMkLst>
            <pc:docMk/>
            <pc:sldMk cId="1772567078" sldId="16764730"/>
            <ac:spMk id="3" creationId="{ACB08996-5EFA-1F28-7DCB-B7F0E5C4CAEE}"/>
          </ac:spMkLst>
        </pc:spChg>
        <pc:spChg chg="add mod">
          <ac:chgData name="Feng,Guoze (HP Medicine) BII-CN-B" userId="b1418259-1f57-45cc-b305-eee398dc224e" providerId="ADAL" clId="{D7096943-8C6B-443F-898E-FCDBDD7E3800}" dt="2026-04-20T01:26:17.486" v="4611" actId="14100"/>
          <ac:spMkLst>
            <pc:docMk/>
            <pc:sldMk cId="1772567078" sldId="16764730"/>
            <ac:spMk id="5" creationId="{8100A1F1-1232-8ADC-E76E-F83228264860}"/>
          </ac:spMkLst>
        </pc:spChg>
        <pc:spChg chg="add mod">
          <ac:chgData name="Feng,Guoze (HP Medicine) BII-CN-B" userId="b1418259-1f57-45cc-b305-eee398dc224e" providerId="ADAL" clId="{D7096943-8C6B-443F-898E-FCDBDD7E3800}" dt="2026-04-16T06:50:40.027" v="4367" actId="20577"/>
          <ac:spMkLst>
            <pc:docMk/>
            <pc:sldMk cId="1772567078" sldId="16764730"/>
            <ac:spMk id="7" creationId="{5BEC6380-AD43-F499-B81D-563A29EB90FB}"/>
          </ac:spMkLst>
        </pc:spChg>
        <pc:spChg chg="add mod">
          <ac:chgData name="Feng,Guoze (HP Medicine) BII-CN-B" userId="b1418259-1f57-45cc-b305-eee398dc224e" providerId="ADAL" clId="{D7096943-8C6B-443F-898E-FCDBDD7E3800}" dt="2026-04-16T06:51:15.106" v="4438" actId="20577"/>
          <ac:spMkLst>
            <pc:docMk/>
            <pc:sldMk cId="1772567078" sldId="16764730"/>
            <ac:spMk id="8" creationId="{88C38BE2-542B-C7C6-5235-44514946DDB3}"/>
          </ac:spMkLst>
        </pc:spChg>
        <pc:spChg chg="add mod ord">
          <ac:chgData name="Feng,Guoze (HP Medicine) BII-CN-B" userId="b1418259-1f57-45cc-b305-eee398dc224e" providerId="ADAL" clId="{D7096943-8C6B-443F-898E-FCDBDD7E3800}" dt="2026-04-21T02:18:28.716" v="4978" actId="207"/>
          <ac:spMkLst>
            <pc:docMk/>
            <pc:sldMk cId="1772567078" sldId="16764730"/>
            <ac:spMk id="9" creationId="{ABDD4BC7-E0F1-4B17-D2F9-4A92A3249840}"/>
          </ac:spMkLst>
        </pc:spChg>
        <pc:spChg chg="add mod ord">
          <ac:chgData name="Feng,Guoze (HP Medicine) BII-CN-B" userId="b1418259-1f57-45cc-b305-eee398dc224e" providerId="ADAL" clId="{D7096943-8C6B-443F-898E-FCDBDD7E3800}" dt="2026-03-23T08:04:19.142" v="3643" actId="255"/>
          <ac:spMkLst>
            <pc:docMk/>
            <pc:sldMk cId="1772567078" sldId="16764730"/>
            <ac:spMk id="33" creationId="{7690E902-C241-7B64-2DEC-C3B7254BF070}"/>
          </ac:spMkLst>
        </pc:spChg>
        <pc:spChg chg="mod">
          <ac:chgData name="Feng,Guoze (HP Medicine) BII-CN-B" userId="b1418259-1f57-45cc-b305-eee398dc224e" providerId="ADAL" clId="{D7096943-8C6B-443F-898E-FCDBDD7E3800}" dt="2026-04-16T06:38:03.548" v="4334" actId="2711"/>
          <ac:spMkLst>
            <pc:docMk/>
            <pc:sldMk cId="1772567078" sldId="16764730"/>
            <ac:spMk id="35" creationId="{5D4A7BC9-8933-65E7-C253-0C9E8CC17D33}"/>
          </ac:spMkLst>
        </pc:spChg>
        <pc:spChg chg="add mod">
          <ac:chgData name="Feng,Guoze (HP Medicine) BII-CN-B" userId="b1418259-1f57-45cc-b305-eee398dc224e" providerId="ADAL" clId="{D7096943-8C6B-443F-898E-FCDBDD7E3800}" dt="2026-04-16T06:52:02.745" v="4440" actId="14100"/>
          <ac:spMkLst>
            <pc:docMk/>
            <pc:sldMk cId="1772567078" sldId="16764730"/>
            <ac:spMk id="36" creationId="{D0994BB8-861D-7084-95FA-4B5DD778E8B9}"/>
          </ac:spMkLst>
        </pc:spChg>
        <pc:spChg chg="mod">
          <ac:chgData name="Feng,Guoze (HP Medicine) BII-CN-B" userId="b1418259-1f57-45cc-b305-eee398dc224e" providerId="ADAL" clId="{D7096943-8C6B-443F-898E-FCDBDD7E3800}" dt="2026-04-16T06:51:58.558" v="4439" actId="14100"/>
          <ac:spMkLst>
            <pc:docMk/>
            <pc:sldMk cId="1772567078" sldId="16764730"/>
            <ac:spMk id="37" creationId="{1EA7746E-923E-C9A3-2C54-0448E1E66FA0}"/>
          </ac:spMkLst>
        </pc:spChg>
        <pc:spChg chg="mod">
          <ac:chgData name="Feng,Guoze (HP Medicine) BII-CN-B" userId="b1418259-1f57-45cc-b305-eee398dc224e" providerId="ADAL" clId="{D7096943-8C6B-443F-898E-FCDBDD7E3800}" dt="2026-04-16T06:38:03.548" v="4334" actId="2711"/>
          <ac:spMkLst>
            <pc:docMk/>
            <pc:sldMk cId="1772567078" sldId="16764730"/>
            <ac:spMk id="40" creationId="{D437F7F7-B6C3-69F9-E375-5F6FD59F6938}"/>
          </ac:spMkLst>
        </pc:spChg>
        <pc:spChg chg="mod">
          <ac:chgData name="Feng,Guoze (HP Medicine) BII-CN-B" userId="b1418259-1f57-45cc-b305-eee398dc224e" providerId="ADAL" clId="{D7096943-8C6B-443F-898E-FCDBDD7E3800}" dt="2026-04-16T06:38:03.548" v="4334" actId="2711"/>
          <ac:spMkLst>
            <pc:docMk/>
            <pc:sldMk cId="1772567078" sldId="16764730"/>
            <ac:spMk id="47" creationId="{25821B48-5BDD-D637-B5D5-8FC9C8C85488}"/>
          </ac:spMkLst>
        </pc:spChg>
        <pc:spChg chg="add mod">
          <ac:chgData name="Feng,Guoze (HP Medicine) BII-CN-B" userId="b1418259-1f57-45cc-b305-eee398dc224e" providerId="ADAL" clId="{D7096943-8C6B-443F-898E-FCDBDD7E3800}" dt="2026-04-16T06:38:03.548" v="4334" actId="2711"/>
          <ac:spMkLst>
            <pc:docMk/>
            <pc:sldMk cId="1772567078" sldId="16764730"/>
            <ac:spMk id="48" creationId="{55E28214-CE52-67FE-6D88-FBC9DE199363}"/>
          </ac:spMkLst>
        </pc:spChg>
        <pc:spChg chg="add mod">
          <ac:chgData name="Feng,Guoze (HP Medicine) BII-CN-B" userId="b1418259-1f57-45cc-b305-eee398dc224e" providerId="ADAL" clId="{D7096943-8C6B-443F-898E-FCDBDD7E3800}" dt="2026-04-16T06:38:03.548" v="4334" actId="2711"/>
          <ac:spMkLst>
            <pc:docMk/>
            <pc:sldMk cId="1772567078" sldId="16764730"/>
            <ac:spMk id="49" creationId="{C9FE5ACA-0785-3DC4-FA29-DD8A83235662}"/>
          </ac:spMkLst>
        </pc:spChg>
        <pc:spChg chg="mod">
          <ac:chgData name="Feng,Guoze (HP Medicine) BII-CN-B" userId="b1418259-1f57-45cc-b305-eee398dc224e" providerId="ADAL" clId="{D7096943-8C6B-443F-898E-FCDBDD7E3800}" dt="2026-04-16T06:51:03.694" v="4435" actId="1036"/>
          <ac:spMkLst>
            <pc:docMk/>
            <pc:sldMk cId="1772567078" sldId="16764730"/>
            <ac:spMk id="50" creationId="{BB4401C3-1326-BBC1-3390-840C6E51BA35}"/>
          </ac:spMkLst>
        </pc:spChg>
        <pc:spChg chg="mod">
          <ac:chgData name="Feng,Guoze (HP Medicine) BII-CN-B" userId="b1418259-1f57-45cc-b305-eee398dc224e" providerId="ADAL" clId="{D7096943-8C6B-443F-898E-FCDBDD7E3800}" dt="2026-04-20T01:26:09.203" v="4609" actId="1076"/>
          <ac:spMkLst>
            <pc:docMk/>
            <pc:sldMk cId="1772567078" sldId="16764730"/>
            <ac:spMk id="53" creationId="{1FF7E461-7396-E37C-F51D-75F386FBBB09}"/>
          </ac:spMkLst>
        </pc:spChg>
        <pc:spChg chg="add mod">
          <ac:chgData name="Feng,Guoze (HP Medicine) BII-CN-B" userId="b1418259-1f57-45cc-b305-eee398dc224e" providerId="ADAL" clId="{D7096943-8C6B-443F-898E-FCDBDD7E3800}" dt="2026-04-16T06:38:03.548" v="4334" actId="2711"/>
          <ac:spMkLst>
            <pc:docMk/>
            <pc:sldMk cId="1772567078" sldId="16764730"/>
            <ac:spMk id="55" creationId="{1B838702-C365-880D-25ED-B0801C605D62}"/>
          </ac:spMkLst>
        </pc:spChg>
        <pc:spChg chg="add mod">
          <ac:chgData name="Feng,Guoze (HP Medicine) BII-CN-B" userId="b1418259-1f57-45cc-b305-eee398dc224e" providerId="ADAL" clId="{D7096943-8C6B-443F-898E-FCDBDD7E3800}" dt="2026-04-16T06:38:03.548" v="4334" actId="2711"/>
          <ac:spMkLst>
            <pc:docMk/>
            <pc:sldMk cId="1772567078" sldId="16764730"/>
            <ac:spMk id="56" creationId="{D4EA3601-7A5F-45A1-FE3D-BE84A2AE1584}"/>
          </ac:spMkLst>
        </pc:spChg>
        <pc:spChg chg="add mod">
          <ac:chgData name="Feng,Guoze (HP Medicine) BII-CN-B" userId="b1418259-1f57-45cc-b305-eee398dc224e" providerId="ADAL" clId="{D7096943-8C6B-443F-898E-FCDBDD7E3800}" dt="2026-04-16T06:38:03.548" v="4334" actId="2711"/>
          <ac:spMkLst>
            <pc:docMk/>
            <pc:sldMk cId="1772567078" sldId="16764730"/>
            <ac:spMk id="58" creationId="{FCA3EFD2-8137-6345-60F6-9788680C9510}"/>
          </ac:spMkLst>
        </pc:spChg>
        <pc:spChg chg="mod">
          <ac:chgData name="Feng,Guoze (HP Medicine) BII-CN-B" userId="b1418259-1f57-45cc-b305-eee398dc224e" providerId="ADAL" clId="{D7096943-8C6B-443F-898E-FCDBDD7E3800}" dt="2026-04-14T06:20:29.855" v="4315" actId="113"/>
          <ac:spMkLst>
            <pc:docMk/>
            <pc:sldMk cId="1772567078" sldId="16764730"/>
            <ac:spMk id="59" creationId="{6C4DCFA4-C266-0BE1-763A-5DF728678685}"/>
          </ac:spMkLst>
        </pc:spChg>
        <pc:spChg chg="add mod">
          <ac:chgData name="Feng,Guoze (HP Medicine) BII-CN-B" userId="b1418259-1f57-45cc-b305-eee398dc224e" providerId="ADAL" clId="{D7096943-8C6B-443F-898E-FCDBDD7E3800}" dt="2026-04-16T06:49:00.617" v="4359" actId="1076"/>
          <ac:spMkLst>
            <pc:docMk/>
            <pc:sldMk cId="1772567078" sldId="16764730"/>
            <ac:spMk id="67" creationId="{A39BC7B5-DB6C-4418-1FF3-69037C4554D5}"/>
          </ac:spMkLst>
        </pc:spChg>
        <pc:spChg chg="add mod">
          <ac:chgData name="Feng,Guoze (HP Medicine) BII-CN-B" userId="b1418259-1f57-45cc-b305-eee398dc224e" providerId="ADAL" clId="{D7096943-8C6B-443F-898E-FCDBDD7E3800}" dt="2026-04-20T03:14:26.020" v="4677" actId="120"/>
          <ac:spMkLst>
            <pc:docMk/>
            <pc:sldMk cId="1772567078" sldId="16764730"/>
            <ac:spMk id="76" creationId="{2770A86D-3AA6-13E0-19D0-E690DD3C6311}"/>
          </ac:spMkLst>
        </pc:spChg>
        <pc:graphicFrameChg chg="add mod">
          <ac:chgData name="Feng,Guoze (HP Medicine) BII-CN-B" userId="b1418259-1f57-45cc-b305-eee398dc224e" providerId="ADAL" clId="{D7096943-8C6B-443F-898E-FCDBDD7E3800}" dt="2026-04-16T06:55:52.372" v="4451" actId="12269"/>
          <ac:graphicFrameMkLst>
            <pc:docMk/>
            <pc:sldMk cId="1772567078" sldId="16764730"/>
            <ac:graphicFrameMk id="85" creationId="{0E3A44FD-109D-FB0F-4DC9-1C1D4A8157FC}"/>
          </ac:graphicFrameMkLst>
        </pc:graphicFrameChg>
        <pc:picChg chg="add mod">
          <ac:chgData name="Feng,Guoze (HP Medicine) BII-CN-B" userId="b1418259-1f57-45cc-b305-eee398dc224e" providerId="ADAL" clId="{D7096943-8C6B-443F-898E-FCDBDD7E3800}" dt="2026-04-16T06:48:55.362" v="4358" actId="1076"/>
          <ac:picMkLst>
            <pc:docMk/>
            <pc:sldMk cId="1772567078" sldId="16764730"/>
            <ac:picMk id="78" creationId="{E1253818-62F1-C70B-46ED-9522352EEC20}"/>
          </ac:picMkLst>
        </pc:picChg>
        <pc:cxnChg chg="add mod">
          <ac:chgData name="Feng,Guoze (HP Medicine) BII-CN-B" userId="b1418259-1f57-45cc-b305-eee398dc224e" providerId="ADAL" clId="{D7096943-8C6B-443F-898E-FCDBDD7E3800}" dt="2026-04-16T06:46:14.655" v="4351" actId="17032"/>
          <ac:cxnSpMkLst>
            <pc:docMk/>
            <pc:sldMk cId="1772567078" sldId="16764730"/>
            <ac:cxnSpMk id="4" creationId="{016167E5-46A6-B8A0-03FA-BF0514DD4239}"/>
          </ac:cxnSpMkLst>
        </pc:cxnChg>
        <pc:cxnChg chg="add mod">
          <ac:chgData name="Feng,Guoze (HP Medicine) BII-CN-B" userId="b1418259-1f57-45cc-b305-eee398dc224e" providerId="ADAL" clId="{D7096943-8C6B-443F-898E-FCDBDD7E3800}" dt="2026-04-16T06:50:06.356" v="4363" actId="1036"/>
          <ac:cxnSpMkLst>
            <pc:docMk/>
            <pc:sldMk cId="1772567078" sldId="16764730"/>
            <ac:cxnSpMk id="6" creationId="{3CA623CC-1B43-D969-D056-54F36D13CA89}"/>
          </ac:cxnSpMkLst>
        </pc:cxnChg>
        <pc:cxnChg chg="mod">
          <ac:chgData name="Feng,Guoze (HP Medicine) BII-CN-B" userId="b1418259-1f57-45cc-b305-eee398dc224e" providerId="ADAL" clId="{D7096943-8C6B-443F-898E-FCDBDD7E3800}" dt="2026-04-20T01:26:34.870" v="4615" actId="1037"/>
          <ac:cxnSpMkLst>
            <pc:docMk/>
            <pc:sldMk cId="1772567078" sldId="16764730"/>
            <ac:cxnSpMk id="52" creationId="{C4A9891E-2822-B6B4-1358-9F43BAC9A7CE}"/>
          </ac:cxnSpMkLst>
        </pc:cxnChg>
        <pc:cxnChg chg="mod">
          <ac:chgData name="Feng,Guoze (HP Medicine) BII-CN-B" userId="b1418259-1f57-45cc-b305-eee398dc224e" providerId="ADAL" clId="{D7096943-8C6B-443F-898E-FCDBDD7E3800}" dt="2026-04-16T06:47:45.008" v="4355" actId="1035"/>
          <ac:cxnSpMkLst>
            <pc:docMk/>
            <pc:sldMk cId="1772567078" sldId="16764730"/>
            <ac:cxnSpMk id="57" creationId="{25D43323-4D62-A7C9-B72B-129217B07C4D}"/>
          </ac:cxnSpMkLst>
        </pc:cxnChg>
      </pc:sldChg>
      <pc:sldChg chg="delSp modSp add mod">
        <pc:chgData name="Feng,Guoze (HP Medicine) BII-CN-B" userId="b1418259-1f57-45cc-b305-eee398dc224e" providerId="ADAL" clId="{D7096943-8C6B-443F-898E-FCDBDD7E3800}" dt="2026-04-21T02:02:45.492" v="4953" actId="255"/>
        <pc:sldMkLst>
          <pc:docMk/>
          <pc:sldMk cId="3751139697" sldId="2147483613"/>
        </pc:sldMkLst>
        <pc:spChg chg="mod">
          <ac:chgData name="Feng,Guoze (HP Medicine) BII-CN-B" userId="b1418259-1f57-45cc-b305-eee398dc224e" providerId="ADAL" clId="{D7096943-8C6B-443F-898E-FCDBDD7E3800}" dt="2026-04-20T15:11:42.961" v="4822" actId="20577"/>
          <ac:spMkLst>
            <pc:docMk/>
            <pc:sldMk cId="3751139697" sldId="2147483613"/>
            <ac:spMk id="13" creationId="{535D8A5C-58A9-7337-F4D3-7D1BA51C2CD8}"/>
          </ac:spMkLst>
        </pc:spChg>
        <pc:spChg chg="mod">
          <ac:chgData name="Feng,Guoze (HP Medicine) BII-CN-B" userId="b1418259-1f57-45cc-b305-eee398dc224e" providerId="ADAL" clId="{D7096943-8C6B-443F-898E-FCDBDD7E3800}" dt="2026-04-21T02:02:45.492" v="4953" actId="255"/>
          <ac:spMkLst>
            <pc:docMk/>
            <pc:sldMk cId="3751139697" sldId="2147483613"/>
            <ac:spMk id="15" creationId="{9CAEB505-8AA3-BF33-A06A-63027225206B}"/>
          </ac:spMkLst>
        </pc:spChg>
        <pc:spChg chg="mod">
          <ac:chgData name="Feng,Guoze (HP Medicine) BII-CN-B" userId="b1418259-1f57-45cc-b305-eee398dc224e" providerId="ADAL" clId="{D7096943-8C6B-443F-898E-FCDBDD7E3800}" dt="2026-04-21T01:49:02.753" v="4846" actId="255"/>
          <ac:spMkLst>
            <pc:docMk/>
            <pc:sldMk cId="3751139697" sldId="2147483613"/>
            <ac:spMk id="111" creationId="{4ACF4F76-8080-4F4E-8B1D-D9FEA8474FCC}"/>
          </ac:spMkLst>
        </pc:spChg>
        <pc:spChg chg="mod">
          <ac:chgData name="Feng,Guoze (HP Medicine) BII-CN-B" userId="b1418259-1f57-45cc-b305-eee398dc224e" providerId="ADAL" clId="{D7096943-8C6B-443F-898E-FCDBDD7E3800}" dt="2026-04-20T15:12:59.584" v="4827" actId="255"/>
          <ac:spMkLst>
            <pc:docMk/>
            <pc:sldMk cId="3751139697" sldId="2147483613"/>
            <ac:spMk id="112" creationId="{2D66FB3C-8C6F-1465-0B30-4BE8612D2899}"/>
          </ac:spMkLst>
        </pc:spChg>
        <pc:spChg chg="del">
          <ac:chgData name="Feng,Guoze (HP Medicine) BII-CN-B" userId="b1418259-1f57-45cc-b305-eee398dc224e" providerId="ADAL" clId="{D7096943-8C6B-443F-898E-FCDBDD7E3800}" dt="2026-04-20T15:12:48.185" v="4826" actId="478"/>
          <ac:spMkLst>
            <pc:docMk/>
            <pc:sldMk cId="3751139697" sldId="2147483613"/>
            <ac:spMk id="114" creationId="{D7F6F8AA-6110-7A97-0042-9B96AF97CD4A}"/>
          </ac:spMkLst>
        </pc:spChg>
      </pc:sldChg>
      <pc:sldChg chg="addSp delSp modSp add mod">
        <pc:chgData name="Feng,Guoze (HP Medicine) BII-CN-B" userId="b1418259-1f57-45cc-b305-eee398dc224e" providerId="ADAL" clId="{D7096943-8C6B-443F-898E-FCDBDD7E3800}" dt="2026-04-10T01:20:50.786" v="4060" actId="1076"/>
        <pc:sldMkLst>
          <pc:docMk/>
          <pc:sldMk cId="0" sldId="2147483614"/>
        </pc:sldMkLst>
        <pc:spChg chg="mod">
          <ac:chgData name="Feng,Guoze (HP Medicine) BII-CN-B" userId="b1418259-1f57-45cc-b305-eee398dc224e" providerId="ADAL" clId="{D7096943-8C6B-443F-898E-FCDBDD7E3800}" dt="2026-04-10T01:17:21.674" v="4031" actId="255"/>
          <ac:spMkLst>
            <pc:docMk/>
            <pc:sldMk cId="0" sldId="2147483614"/>
            <ac:spMk id="3" creationId="{00000000-0000-0000-0000-000000000000}"/>
          </ac:spMkLst>
        </pc:spChg>
        <pc:spChg chg="mod">
          <ac:chgData name="Feng,Guoze (HP Medicine) BII-CN-B" userId="b1418259-1f57-45cc-b305-eee398dc224e" providerId="ADAL" clId="{D7096943-8C6B-443F-898E-FCDBDD7E3800}" dt="2026-04-10T01:14:28.160" v="4018" actId="14100"/>
          <ac:spMkLst>
            <pc:docMk/>
            <pc:sldMk cId="0" sldId="2147483614"/>
            <ac:spMk id="55" creationId="{00000000-0000-0000-0000-000000000000}"/>
          </ac:spMkLst>
        </pc:spChg>
        <pc:graphicFrameChg chg="mod modGraphic">
          <ac:chgData name="Feng,Guoze (HP Medicine) BII-CN-B" userId="b1418259-1f57-45cc-b305-eee398dc224e" providerId="ADAL" clId="{D7096943-8C6B-443F-898E-FCDBDD7E3800}" dt="2026-04-10T01:20:50.786" v="4060" actId="1076"/>
          <ac:graphicFrameMkLst>
            <pc:docMk/>
            <pc:sldMk cId="0" sldId="2147483614"/>
            <ac:graphicFrameMk id="7" creationId="{00000000-0000-0000-0000-000000000000}"/>
          </ac:graphicFrameMkLst>
        </pc:graphicFrameChg>
        <pc:picChg chg="mod">
          <ac:chgData name="Feng,Guoze (HP Medicine) BII-CN-B" userId="b1418259-1f57-45cc-b305-eee398dc224e" providerId="ADAL" clId="{D7096943-8C6B-443F-898E-FCDBDD7E3800}" dt="2026-04-10T01:14:43.354" v="4019" actId="1076"/>
          <ac:picMkLst>
            <pc:docMk/>
            <pc:sldMk cId="0" sldId="2147483614"/>
            <ac:picMk id="53" creationId="{00000000-0000-0000-0000-000000000000}"/>
          </ac:picMkLst>
        </pc:picChg>
      </pc:sldChg>
      <pc:sldChg chg="addSp delSp modSp add mod">
        <pc:chgData name="Feng,Guoze (HP Medicine) BII-CN-B" userId="b1418259-1f57-45cc-b305-eee398dc224e" providerId="ADAL" clId="{D7096943-8C6B-443F-898E-FCDBDD7E3800}" dt="2026-04-21T02:01:03.401" v="4950"/>
        <pc:sldMkLst>
          <pc:docMk/>
          <pc:sldMk cId="3748344211" sldId="2147483615"/>
        </pc:sldMkLst>
        <pc:spChg chg="mod">
          <ac:chgData name="Feng,Guoze (HP Medicine) BII-CN-B" userId="b1418259-1f57-45cc-b305-eee398dc224e" providerId="ADAL" clId="{D7096943-8C6B-443F-898E-FCDBDD7E3800}" dt="2026-04-02T06:50:55.711" v="3938" actId="20577"/>
          <ac:spMkLst>
            <pc:docMk/>
            <pc:sldMk cId="3748344211" sldId="2147483615"/>
            <ac:spMk id="3" creationId="{C365D701-D8C2-5F40-445F-B628A39C05E1}"/>
          </ac:spMkLst>
        </pc:spChg>
        <pc:spChg chg="add mod">
          <ac:chgData name="Feng,Guoze (HP Medicine) BII-CN-B" userId="b1418259-1f57-45cc-b305-eee398dc224e" providerId="ADAL" clId="{D7096943-8C6B-443F-898E-FCDBDD7E3800}" dt="2026-04-02T06:52:28.883" v="3948" actId="1076"/>
          <ac:spMkLst>
            <pc:docMk/>
            <pc:sldMk cId="3748344211" sldId="2147483615"/>
            <ac:spMk id="5" creationId="{A68728BF-6CE8-0D58-12AD-0E421971B1A5}"/>
          </ac:spMkLst>
        </pc:spChg>
        <pc:spChg chg="mod">
          <ac:chgData name="Feng,Guoze (HP Medicine) BII-CN-B" userId="b1418259-1f57-45cc-b305-eee398dc224e" providerId="ADAL" clId="{D7096943-8C6B-443F-898E-FCDBDD7E3800}" dt="2026-04-02T06:52:39.998" v="3950" actId="1076"/>
          <ac:spMkLst>
            <pc:docMk/>
            <pc:sldMk cId="3748344211" sldId="2147483615"/>
            <ac:spMk id="7" creationId="{692E2934-3790-9E69-4707-5E8A43355371}"/>
          </ac:spMkLst>
        </pc:spChg>
        <pc:spChg chg="add mod">
          <ac:chgData name="Feng,Guoze (HP Medicine) BII-CN-B" userId="b1418259-1f57-45cc-b305-eee398dc224e" providerId="ADAL" clId="{D7096943-8C6B-443F-898E-FCDBDD7E3800}" dt="2026-04-21T01:58:52.334" v="4940" actId="1076"/>
          <ac:spMkLst>
            <pc:docMk/>
            <pc:sldMk cId="3748344211" sldId="2147483615"/>
            <ac:spMk id="9" creationId="{CB6C4AB6-50B9-1D52-AF2C-BD91BB719FFC}"/>
          </ac:spMkLst>
        </pc:spChg>
        <pc:graphicFrameChg chg="add mod">
          <ac:chgData name="Feng,Guoze (HP Medicine) BII-CN-B" userId="b1418259-1f57-45cc-b305-eee398dc224e" providerId="ADAL" clId="{D7096943-8C6B-443F-898E-FCDBDD7E3800}" dt="2026-04-21T02:01:03.401" v="4950"/>
          <ac:graphicFrameMkLst>
            <pc:docMk/>
            <pc:sldMk cId="3748344211" sldId="2147483615"/>
            <ac:graphicFrameMk id="2" creationId="{1BED37B8-ACF8-F0DC-E842-AEA7DBFCFD11}"/>
          </ac:graphicFrameMkLst>
        </pc:graphicFrameChg>
        <pc:graphicFrameChg chg="mod modGraphic">
          <ac:chgData name="Feng,Guoze (HP Medicine) BII-CN-B" userId="b1418259-1f57-45cc-b305-eee398dc224e" providerId="ADAL" clId="{D7096943-8C6B-443F-898E-FCDBDD7E3800}" dt="2026-04-20T13:45:14.567" v="4742" actId="20577"/>
          <ac:graphicFrameMkLst>
            <pc:docMk/>
            <pc:sldMk cId="3748344211" sldId="2147483615"/>
            <ac:graphicFrameMk id="4" creationId="{F4207E9B-91D6-0120-137A-7D71A23BE327}"/>
          </ac:graphicFrameMkLst>
        </pc:graphicFrameChg>
        <pc:graphicFrameChg chg="add mod modGraphic">
          <ac:chgData name="Feng,Guoze (HP Medicine) BII-CN-B" userId="b1418259-1f57-45cc-b305-eee398dc224e" providerId="ADAL" clId="{D7096943-8C6B-443F-898E-FCDBDD7E3800}" dt="2026-04-21T01:58:29.643" v="4936" actId="14100"/>
          <ac:graphicFrameMkLst>
            <pc:docMk/>
            <pc:sldMk cId="3748344211" sldId="2147483615"/>
            <ac:graphicFrameMk id="8" creationId="{A1A1D1CE-9A53-E5D7-057D-A33592009FB1}"/>
          </ac:graphicFrameMkLst>
        </pc:graphicFrameChg>
      </pc:sldChg>
      <pc:sldChg chg="add del">
        <pc:chgData name="Feng,Guoze (HP Medicine) BII-CN-B" userId="b1418259-1f57-45cc-b305-eee398dc224e" providerId="ADAL" clId="{D7096943-8C6B-443F-898E-FCDBDD7E3800}" dt="2026-04-20T02:55:12.291" v="4623" actId="47"/>
        <pc:sldMkLst>
          <pc:docMk/>
          <pc:sldMk cId="3864913228" sldId="2147483616"/>
        </pc:sldMkLst>
      </pc:sldChg>
      <pc:sldChg chg="addSp new del mod">
        <pc:chgData name="Feng,Guoze (HP Medicine) BII-CN-B" userId="b1418259-1f57-45cc-b305-eee398dc224e" providerId="ADAL" clId="{D7096943-8C6B-443F-898E-FCDBDD7E3800}" dt="2026-04-20T14:24:40.793" v="4744" actId="47"/>
        <pc:sldMkLst>
          <pc:docMk/>
          <pc:sldMk cId="2157366848" sldId="2147483617"/>
        </pc:sldMkLst>
        <pc:picChg chg="add">
          <ac:chgData name="Feng,Guoze (HP Medicine) BII-CN-B" userId="b1418259-1f57-45cc-b305-eee398dc224e" providerId="ADAL" clId="{D7096943-8C6B-443F-898E-FCDBDD7E3800}" dt="2026-04-20T02:55:03.241" v="4622" actId="22"/>
          <ac:picMkLst>
            <pc:docMk/>
            <pc:sldMk cId="2157366848" sldId="2147483617"/>
            <ac:picMk id="5" creationId="{DE8DF5F2-246D-41DE-C8A5-40BBDE7828A1}"/>
          </ac:picMkLst>
        </pc:picChg>
      </pc:sldChg>
      <pc:sldChg chg="addSp delSp modSp new mod ord">
        <pc:chgData name="Feng,Guoze (HP Medicine) BII-CN-B" userId="b1418259-1f57-45cc-b305-eee398dc224e" providerId="ADAL" clId="{D7096943-8C6B-443F-898E-FCDBDD7E3800}" dt="2026-04-21T03:16:56.216" v="5017" actId="20577"/>
        <pc:sldMkLst>
          <pc:docMk/>
          <pc:sldMk cId="3719320273" sldId="2147483618"/>
        </pc:sldMkLst>
        <pc:spChg chg="mod">
          <ac:chgData name="Feng,Guoze (HP Medicine) BII-CN-B" userId="b1418259-1f57-45cc-b305-eee398dc224e" providerId="ADAL" clId="{D7096943-8C6B-443F-898E-FCDBDD7E3800}" dt="2026-04-20T03:03:24.995" v="4670"/>
          <ac:spMkLst>
            <pc:docMk/>
            <pc:sldMk cId="3719320273" sldId="2147483618"/>
            <ac:spMk id="2" creationId="{03C5200C-10CC-9F65-26BC-A1019FE7CFEF}"/>
          </ac:spMkLst>
        </pc:spChg>
        <pc:spChg chg="del">
          <ac:chgData name="Feng,Guoze (HP Medicine) BII-CN-B" userId="b1418259-1f57-45cc-b305-eee398dc224e" providerId="ADAL" clId="{D7096943-8C6B-443F-898E-FCDBDD7E3800}" dt="2026-04-20T03:02:59.904" v="4667" actId="478"/>
          <ac:spMkLst>
            <pc:docMk/>
            <pc:sldMk cId="3719320273" sldId="2147483618"/>
            <ac:spMk id="3" creationId="{3BD151DF-EA91-92CB-C2A8-8DE38937757B}"/>
          </ac:spMkLst>
        </pc:spChg>
        <pc:spChg chg="mod">
          <ac:chgData name="Feng,Guoze (HP Medicine) BII-CN-B" userId="b1418259-1f57-45cc-b305-eee398dc224e" providerId="ADAL" clId="{D7096943-8C6B-443F-898E-FCDBDD7E3800}" dt="2026-04-21T03:16:56.216" v="5017" actId="20577"/>
          <ac:spMkLst>
            <pc:docMk/>
            <pc:sldMk cId="3719320273" sldId="2147483618"/>
            <ac:spMk id="5" creationId="{7B8D52F4-6C6C-F5C0-A2B5-D7EDC741BE5B}"/>
          </ac:spMkLst>
        </pc:spChg>
        <pc:graphicFrameChg chg="add mod">
          <ac:chgData name="Feng,Guoze (HP Medicine) BII-CN-B" userId="b1418259-1f57-45cc-b305-eee398dc224e" providerId="ADAL" clId="{D7096943-8C6B-443F-898E-FCDBDD7E3800}" dt="2026-04-21T02:03:58.787" v="4954" actId="255"/>
          <ac:graphicFrameMkLst>
            <pc:docMk/>
            <pc:sldMk cId="3719320273" sldId="2147483618"/>
            <ac:graphicFrameMk id="23" creationId="{9A8FCEC1-762B-67FC-B75F-2B0833126D29}"/>
          </ac:graphicFrameMkLst>
        </pc:graphicFrameChg>
      </pc:sldChg>
      <pc:sldChg chg="addSp delSp modSp new del mod">
        <pc:chgData name="Feng,Guoze (HP Medicine) BII-CN-B" userId="b1418259-1f57-45cc-b305-eee398dc224e" providerId="ADAL" clId="{D7096943-8C6B-443F-898E-FCDBDD7E3800}" dt="2026-04-21T02:00:28.921" v="4947" actId="47"/>
        <pc:sldMkLst>
          <pc:docMk/>
          <pc:sldMk cId="3534907249" sldId="2147483619"/>
        </pc:sldMkLst>
        <pc:spChg chg="del">
          <ac:chgData name="Feng,Guoze (HP Medicine) BII-CN-B" userId="b1418259-1f57-45cc-b305-eee398dc224e" providerId="ADAL" clId="{D7096943-8C6B-443F-898E-FCDBDD7E3800}" dt="2026-04-21T01:59:57.037" v="4942"/>
          <ac:spMkLst>
            <pc:docMk/>
            <pc:sldMk cId="3534907249" sldId="2147483619"/>
            <ac:spMk id="2" creationId="{2DB3B084-E499-203F-16DF-AEF1C3A2D9A3}"/>
          </ac:spMkLst>
        </pc:spChg>
        <pc:graphicFrameChg chg="add mod modGraphic">
          <ac:chgData name="Feng,Guoze (HP Medicine) BII-CN-B" userId="b1418259-1f57-45cc-b305-eee398dc224e" providerId="ADAL" clId="{D7096943-8C6B-443F-898E-FCDBDD7E3800}" dt="2026-04-21T02:00:23.225" v="4946" actId="255"/>
          <ac:graphicFrameMkLst>
            <pc:docMk/>
            <pc:sldMk cId="3534907249" sldId="2147483619"/>
            <ac:graphicFrameMk id="4" creationId="{7DEFED82-E149-4BAB-4C24-4FD605B6709F}"/>
          </ac:graphicFrameMkLst>
        </pc:graphicFrameChg>
      </pc:sldChg>
      <pc:sldMasterChg chg="delSldLayout">
        <pc:chgData name="Feng,Guoze (HP Medicine) BII-CN-B" userId="b1418259-1f57-45cc-b305-eee398dc224e" providerId="ADAL" clId="{D7096943-8C6B-443F-898E-FCDBDD7E3800}" dt="2026-04-10T01:22:56.968" v="4061" actId="47"/>
        <pc:sldMasterMkLst>
          <pc:docMk/>
          <pc:sldMasterMk cId="0" sldId="2147483648"/>
        </pc:sldMasterMkLst>
      </pc:sldMasterChg>
    </pc:docChg>
  </pc:docChgLst>
  <pc:docChgLst>
    <pc:chgData name="Wang,Dr.,Bo (HP Medicine) BII-CN-S" userId="950b8564-41e4-4a68-9f11-e3d2e116a359" providerId="ADAL" clId="{A0D9DB44-A0AF-4A5F-8A8D-1CAF10B8DF49}"/>
    <pc:docChg chg="modSld sldOrd">
      <pc:chgData name="Wang,Dr.,Bo (HP Medicine) BII-CN-S" userId="950b8564-41e4-4a68-9f11-e3d2e116a359" providerId="ADAL" clId="{A0D9DB44-A0AF-4A5F-8A8D-1CAF10B8DF49}" dt="2026-04-02T05:53:49.371" v="6" actId="478"/>
      <pc:docMkLst>
        <pc:docMk/>
      </pc:docMkLst>
      <pc:sldChg chg="addSp delSp modSp">
        <pc:chgData name="Wang,Dr.,Bo (HP Medicine) BII-CN-S" userId="950b8564-41e4-4a68-9f11-e3d2e116a359" providerId="ADAL" clId="{A0D9DB44-A0AF-4A5F-8A8D-1CAF10B8DF49}" dt="2026-04-02T05:53:49.371" v="6" actId="478"/>
        <pc:sldMkLst>
          <pc:docMk/>
          <pc:sldMk cId="0" sldId="14999391"/>
        </pc:sldMkLst>
        <pc:spChg chg="add mod">
          <ac:chgData name="Wang,Dr.,Bo (HP Medicine) BII-CN-S" userId="950b8564-41e4-4a68-9f11-e3d2e116a359" providerId="ADAL" clId="{A0D9DB44-A0AF-4A5F-8A8D-1CAF10B8DF49}" dt="2026-04-02T05:53:07.046" v="2"/>
          <ac:spMkLst>
            <pc:docMk/>
            <pc:sldMk cId="0" sldId="14999391"/>
            <ac:spMk id="8" creationId="{B0B883E4-9B61-6F3D-B704-E14DCA33F5C1}"/>
          </ac:spMkLst>
        </pc:spChg>
      </pc:sldChg>
      <pc:sldChg chg="ord">
        <pc:chgData name="Wang,Dr.,Bo (HP Medicine) BII-CN-S" userId="950b8564-41e4-4a68-9f11-e3d2e116a359" providerId="ADAL" clId="{A0D9DB44-A0AF-4A5F-8A8D-1CAF10B8DF49}" dt="2026-04-02T05:48:29.957" v="1"/>
        <pc:sldMkLst>
          <pc:docMk/>
          <pc:sldMk cId="0" sldId="16764444"/>
        </pc:sldMkLst>
      </pc:sldChg>
    </pc:docChg>
  </pc:docChgLst>
  <pc:docChgLst>
    <pc:chgData name="Shi,Cherry (HP Medicine) BII-CN-S" userId="S::cherry.shi@boehringer-ingelheim.com::d1fa847a-fc45-456f-9c70-a123cc9ed61e" providerId="AD" clId="Web-{DAF9C061-73AC-6CA8-B16E-4A93B180CC0F}"/>
    <pc:docChg chg="modSld">
      <pc:chgData name="Shi,Cherry (HP Medicine) BII-CN-S" userId="S::cherry.shi@boehringer-ingelheim.com::d1fa847a-fc45-456f-9c70-a123cc9ed61e" providerId="AD" clId="Web-{DAF9C061-73AC-6CA8-B16E-4A93B180CC0F}" dt="2026-04-01T06:52:01.858" v="41" actId="20577"/>
      <pc:docMkLst>
        <pc:docMk/>
      </pc:docMkLst>
    </pc:docChg>
  </pc:docChgLst>
  <pc:docChgLst>
    <pc:chgData name="Shi,Henry (HP Medicine) BII-CN-S" userId="S::henry.shi@boehringer-ingelheim.com::a829987e-fa81-4d5f-a3de-09e3e033d955" providerId="AD" clId="Web-{668F6ECF-A5F3-1961-1957-F257A47CBDCD}"/>
    <pc:docChg chg="modSld">
      <pc:chgData name="Shi,Henry (HP Medicine) BII-CN-S" userId="S::henry.shi@boehringer-ingelheim.com::a829987e-fa81-4d5f-a3de-09e3e033d955" providerId="AD" clId="Web-{668F6ECF-A5F3-1961-1957-F257A47CBDCD}" dt="2026-03-31T09:21:04.752" v="2" actId="20577"/>
      <pc:docMkLst>
        <pc:docMk/>
      </pc:docMkLst>
      <pc:sldChg chg="modSp">
        <pc:chgData name="Shi,Henry (HP Medicine) BII-CN-S" userId="S::henry.shi@boehringer-ingelheim.com::a829987e-fa81-4d5f-a3de-09e3e033d955" providerId="AD" clId="Web-{668F6ECF-A5F3-1961-1957-F257A47CBDCD}" dt="2026-03-31T09:21:04.752" v="2" actId="20577"/>
        <pc:sldMkLst>
          <pc:docMk/>
          <pc:sldMk cId="1711760408" sldId="16764727"/>
        </pc:sldMkLst>
        <pc:spChg chg="mod">
          <ac:chgData name="Shi,Henry (HP Medicine) BII-CN-S" userId="S::henry.shi@boehringer-ingelheim.com::a829987e-fa81-4d5f-a3de-09e3e033d955" providerId="AD" clId="Web-{668F6ECF-A5F3-1961-1957-F257A47CBDCD}" dt="2026-03-31T09:21:04.752" v="2" actId="20577"/>
          <ac:spMkLst>
            <pc:docMk/>
            <pc:sldMk cId="1711760408" sldId="16764727"/>
            <ac:spMk id="18" creationId="{6ED50A18-3838-03D7-5A45-6DC1C65987F7}"/>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A4C9860-F3A3-4781-90C3-91F60B7B8BF7}" type="doc">
      <dgm:prSet loTypeId="urn:microsoft.com/office/officeart/2005/8/layout/vList2" loCatId="list" qsTypeId="urn:microsoft.com/office/officeart/2005/8/quickstyle/simple4" qsCatId="simple" csTypeId="urn:microsoft.com/office/officeart/2005/8/colors/accent1_1" csCatId="accent1"/>
      <dgm:spPr/>
      <dgm:t>
        <a:bodyPr/>
        <a:lstStyle/>
        <a:p>
          <a:endParaRPr lang="zh-CN" altLang="en-US"/>
        </a:p>
      </dgm:t>
    </dgm:pt>
    <dgm:pt modelId="{FC4206EF-469E-4E1E-A5A2-B19A4CC76609}">
      <dgm:prSet custT="1"/>
      <dgm:spPr/>
      <dgm:t>
        <a:bodyPr/>
        <a:lstStyle/>
        <a:p>
          <a:r>
            <a:rPr lang="en-US" sz="1400" dirty="0"/>
            <a:t>One round of in‑depth interview in the later stage of the study with physicians who have experience using </a:t>
          </a:r>
          <a:r>
            <a:rPr lang="en-US" sz="1400" dirty="0" err="1"/>
            <a:t>nerandomilast</a:t>
          </a:r>
          <a:endParaRPr lang="zh-CN" sz="1400" dirty="0"/>
        </a:p>
      </dgm:t>
    </dgm:pt>
    <dgm:pt modelId="{D2F6AFE9-0935-494E-95BC-A78FE4E31C71}" type="parTrans" cxnId="{F16AA657-07F8-40FC-89C4-A8B287B0C203}">
      <dgm:prSet/>
      <dgm:spPr/>
      <dgm:t>
        <a:bodyPr/>
        <a:lstStyle/>
        <a:p>
          <a:endParaRPr lang="zh-CN" altLang="en-US"/>
        </a:p>
      </dgm:t>
    </dgm:pt>
    <dgm:pt modelId="{500FBF52-2EFA-43C4-AD17-CBAAF20F2BBE}" type="sibTrans" cxnId="{F16AA657-07F8-40FC-89C4-A8B287B0C203}">
      <dgm:prSet/>
      <dgm:spPr/>
      <dgm:t>
        <a:bodyPr/>
        <a:lstStyle/>
        <a:p>
          <a:endParaRPr lang="zh-CN" altLang="en-US"/>
        </a:p>
      </dgm:t>
    </dgm:pt>
    <dgm:pt modelId="{ADBF231C-5E84-47EC-A818-F6A6339E39A1}" type="pres">
      <dgm:prSet presAssocID="{4A4C9860-F3A3-4781-90C3-91F60B7B8BF7}" presName="linear" presStyleCnt="0">
        <dgm:presLayoutVars>
          <dgm:animLvl val="lvl"/>
          <dgm:resizeHandles val="exact"/>
        </dgm:presLayoutVars>
      </dgm:prSet>
      <dgm:spPr/>
    </dgm:pt>
    <dgm:pt modelId="{2F0CBD08-9B9E-4245-A117-4F68D684FB60}" type="pres">
      <dgm:prSet presAssocID="{FC4206EF-469E-4E1E-A5A2-B19A4CC76609}" presName="parentText" presStyleLbl="node1" presStyleIdx="0" presStyleCnt="1">
        <dgm:presLayoutVars>
          <dgm:chMax val="0"/>
          <dgm:bulletEnabled val="1"/>
        </dgm:presLayoutVars>
      </dgm:prSet>
      <dgm:spPr/>
    </dgm:pt>
  </dgm:ptLst>
  <dgm:cxnLst>
    <dgm:cxn modelId="{E0DD0E69-93EE-42C2-9850-95623479C901}" type="presOf" srcId="{4A4C9860-F3A3-4781-90C3-91F60B7B8BF7}" destId="{ADBF231C-5E84-47EC-A818-F6A6339E39A1}" srcOrd="0" destOrd="0" presId="urn:microsoft.com/office/officeart/2005/8/layout/vList2"/>
    <dgm:cxn modelId="{F16AA657-07F8-40FC-89C4-A8B287B0C203}" srcId="{4A4C9860-F3A3-4781-90C3-91F60B7B8BF7}" destId="{FC4206EF-469E-4E1E-A5A2-B19A4CC76609}" srcOrd="0" destOrd="0" parTransId="{D2F6AFE9-0935-494E-95BC-A78FE4E31C71}" sibTransId="{500FBF52-2EFA-43C4-AD17-CBAAF20F2BBE}"/>
    <dgm:cxn modelId="{6D04157D-6484-4062-AB5F-8CEB3013843C}" type="presOf" srcId="{FC4206EF-469E-4E1E-A5A2-B19A4CC76609}" destId="{2F0CBD08-9B9E-4245-A117-4F68D684FB60}" srcOrd="0" destOrd="0" presId="urn:microsoft.com/office/officeart/2005/8/layout/vList2"/>
    <dgm:cxn modelId="{159D6587-7064-4EA9-9AAB-7F3B95EC84FA}" type="presParOf" srcId="{ADBF231C-5E84-47EC-A818-F6A6339E39A1}" destId="{2F0CBD08-9B9E-4245-A117-4F68D684FB60}"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C1D4CF4-2138-4CD6-A059-CFEB898CA75F}" type="doc">
      <dgm:prSet loTypeId="urn:microsoft.com/office/officeart/2005/8/layout/process5" loCatId="process" qsTypeId="urn:microsoft.com/office/officeart/2005/8/quickstyle/simple1" qsCatId="simple" csTypeId="urn:microsoft.com/office/officeart/2005/8/colors/accent1_3" csCatId="accent1"/>
      <dgm:spPr/>
      <dgm:t>
        <a:bodyPr/>
        <a:lstStyle/>
        <a:p>
          <a:endParaRPr lang="zh-CN" altLang="en-US"/>
        </a:p>
      </dgm:t>
    </dgm:pt>
    <dgm:pt modelId="{B7CD6712-BB7C-4B55-A99A-A1378028E952}">
      <dgm:prSet custT="1"/>
      <dgm:spPr/>
      <dgm:t>
        <a:bodyPr/>
        <a:lstStyle/>
        <a:p>
          <a:r>
            <a:rPr lang="en-US" sz="1400" b="0" dirty="0"/>
            <a:t>Eligible patients will be enrolled by physicians </a:t>
          </a:r>
          <a:endParaRPr lang="zh-CN" sz="1400" dirty="0"/>
        </a:p>
      </dgm:t>
    </dgm:pt>
    <dgm:pt modelId="{1F8188FE-CA53-4265-BBEC-5D87F1915A5B}" type="parTrans" cxnId="{32C083A0-DB04-4EC7-9ED8-E4042B3AF7CA}">
      <dgm:prSet/>
      <dgm:spPr/>
      <dgm:t>
        <a:bodyPr/>
        <a:lstStyle/>
        <a:p>
          <a:endParaRPr lang="zh-CN" altLang="en-US" sz="1400"/>
        </a:p>
      </dgm:t>
    </dgm:pt>
    <dgm:pt modelId="{19CBA52E-68AD-4877-AB9D-DAECA08C9E34}" type="sibTrans" cxnId="{32C083A0-DB04-4EC7-9ED8-E4042B3AF7CA}">
      <dgm:prSet custT="1"/>
      <dgm:spPr/>
      <dgm:t>
        <a:bodyPr/>
        <a:lstStyle/>
        <a:p>
          <a:endParaRPr lang="zh-CN" altLang="en-US" sz="1400"/>
        </a:p>
      </dgm:t>
    </dgm:pt>
    <dgm:pt modelId="{718B7B1F-F26D-4A93-A3B3-AA178A01336D}">
      <dgm:prSet custT="1"/>
      <dgm:spPr/>
      <dgm:t>
        <a:bodyPr/>
        <a:lstStyle/>
        <a:p>
          <a:r>
            <a:rPr lang="en-US" sz="1400" b="0" dirty="0"/>
            <a:t>Trained qualitative researchers will conduct face-to face interview</a:t>
          </a:r>
          <a:endParaRPr lang="zh-CN" sz="1400" dirty="0"/>
        </a:p>
      </dgm:t>
    </dgm:pt>
    <dgm:pt modelId="{C4176FC4-60DE-41B3-8664-2E8C180F3F7D}" type="parTrans" cxnId="{F35580C0-5148-41D1-93E5-E0F27808BFF8}">
      <dgm:prSet/>
      <dgm:spPr/>
      <dgm:t>
        <a:bodyPr/>
        <a:lstStyle/>
        <a:p>
          <a:endParaRPr lang="zh-CN" altLang="en-US" sz="1400"/>
        </a:p>
      </dgm:t>
    </dgm:pt>
    <dgm:pt modelId="{0CAABB8A-795D-465E-90DE-7490E3D6F52B}" type="sibTrans" cxnId="{F35580C0-5148-41D1-93E5-E0F27808BFF8}">
      <dgm:prSet custT="1"/>
      <dgm:spPr/>
      <dgm:t>
        <a:bodyPr/>
        <a:lstStyle/>
        <a:p>
          <a:endParaRPr lang="zh-CN" altLang="en-US" sz="1400"/>
        </a:p>
      </dgm:t>
    </dgm:pt>
    <dgm:pt modelId="{E273CA00-53E4-4F87-9483-985923C86C8B}">
      <dgm:prSet custT="1"/>
      <dgm:spPr/>
      <dgm:t>
        <a:bodyPr/>
        <a:lstStyle/>
        <a:p>
          <a:r>
            <a:rPr lang="en-US" sz="1400" b="0"/>
            <a:t>All interviews will be audio‑recorded and transcribed verbatim into text format</a:t>
          </a:r>
          <a:endParaRPr lang="zh-CN" sz="1400"/>
        </a:p>
      </dgm:t>
    </dgm:pt>
    <dgm:pt modelId="{6B01BAE3-C2E2-430C-9165-CB0D684CD07E}" type="parTrans" cxnId="{D59019DA-3152-4FB9-89E7-D2006822879D}">
      <dgm:prSet/>
      <dgm:spPr/>
      <dgm:t>
        <a:bodyPr/>
        <a:lstStyle/>
        <a:p>
          <a:endParaRPr lang="zh-CN" altLang="en-US" sz="1400"/>
        </a:p>
      </dgm:t>
    </dgm:pt>
    <dgm:pt modelId="{A9C7B2A1-3C00-4468-B587-BD2BD6EB6F55}" type="sibTrans" cxnId="{D59019DA-3152-4FB9-89E7-D2006822879D}">
      <dgm:prSet custT="1"/>
      <dgm:spPr/>
      <dgm:t>
        <a:bodyPr/>
        <a:lstStyle/>
        <a:p>
          <a:endParaRPr lang="zh-CN" altLang="en-US" sz="1400"/>
        </a:p>
      </dgm:t>
    </dgm:pt>
    <dgm:pt modelId="{979AB1F5-0571-41EC-9661-FDEEC137AAD0}">
      <dgm:prSet custT="1"/>
      <dgm:spPr/>
      <dgm:t>
        <a:bodyPr/>
        <a:lstStyle/>
        <a:p>
          <a:r>
            <a:rPr lang="en-US" sz="1400" b="0" dirty="0"/>
            <a:t>Data will be analyzed using a systematic thematic analysis approach, with software NVivo 15.0</a:t>
          </a:r>
          <a:endParaRPr lang="zh-CN" sz="1400" dirty="0"/>
        </a:p>
      </dgm:t>
    </dgm:pt>
    <dgm:pt modelId="{32AC1222-C671-45C6-88DF-7D3A35D86A55}" type="parTrans" cxnId="{0365D544-7E1A-4D82-BBF2-45F51381115C}">
      <dgm:prSet/>
      <dgm:spPr/>
      <dgm:t>
        <a:bodyPr/>
        <a:lstStyle/>
        <a:p>
          <a:endParaRPr lang="zh-CN" altLang="en-US" sz="1400"/>
        </a:p>
      </dgm:t>
    </dgm:pt>
    <dgm:pt modelId="{D97EF3B4-2B1A-45B1-AA1D-02D1CAE83C32}" type="sibTrans" cxnId="{0365D544-7E1A-4D82-BBF2-45F51381115C}">
      <dgm:prSet/>
      <dgm:spPr/>
      <dgm:t>
        <a:bodyPr/>
        <a:lstStyle/>
        <a:p>
          <a:endParaRPr lang="zh-CN" altLang="en-US" sz="1400"/>
        </a:p>
      </dgm:t>
    </dgm:pt>
    <dgm:pt modelId="{787A5CC6-E67F-473E-9F3B-EA89B764DBFD}" type="pres">
      <dgm:prSet presAssocID="{8C1D4CF4-2138-4CD6-A059-CFEB898CA75F}" presName="diagram" presStyleCnt="0">
        <dgm:presLayoutVars>
          <dgm:dir/>
          <dgm:resizeHandles val="exact"/>
        </dgm:presLayoutVars>
      </dgm:prSet>
      <dgm:spPr/>
    </dgm:pt>
    <dgm:pt modelId="{12D761F3-E892-46A8-9304-FA464056FC0A}" type="pres">
      <dgm:prSet presAssocID="{B7CD6712-BB7C-4B55-A99A-A1378028E952}" presName="node" presStyleLbl="node1" presStyleIdx="0" presStyleCnt="4">
        <dgm:presLayoutVars>
          <dgm:bulletEnabled val="1"/>
        </dgm:presLayoutVars>
      </dgm:prSet>
      <dgm:spPr/>
    </dgm:pt>
    <dgm:pt modelId="{3B3F6AE3-F1D7-4D5B-AD3F-3C3644561656}" type="pres">
      <dgm:prSet presAssocID="{19CBA52E-68AD-4877-AB9D-DAECA08C9E34}" presName="sibTrans" presStyleLbl="sibTrans2D1" presStyleIdx="0" presStyleCnt="3"/>
      <dgm:spPr/>
    </dgm:pt>
    <dgm:pt modelId="{98E50EF6-9FC7-41C7-8577-EDDA6B34CC14}" type="pres">
      <dgm:prSet presAssocID="{19CBA52E-68AD-4877-AB9D-DAECA08C9E34}" presName="connectorText" presStyleLbl="sibTrans2D1" presStyleIdx="0" presStyleCnt="3"/>
      <dgm:spPr/>
    </dgm:pt>
    <dgm:pt modelId="{8BF3915B-E518-44ED-976D-8C2C0435AA6C}" type="pres">
      <dgm:prSet presAssocID="{718B7B1F-F26D-4A93-A3B3-AA178A01336D}" presName="node" presStyleLbl="node1" presStyleIdx="1" presStyleCnt="4">
        <dgm:presLayoutVars>
          <dgm:bulletEnabled val="1"/>
        </dgm:presLayoutVars>
      </dgm:prSet>
      <dgm:spPr/>
    </dgm:pt>
    <dgm:pt modelId="{C9A0B18A-10EA-4C8D-973C-D11BB187E70B}" type="pres">
      <dgm:prSet presAssocID="{0CAABB8A-795D-465E-90DE-7490E3D6F52B}" presName="sibTrans" presStyleLbl="sibTrans2D1" presStyleIdx="1" presStyleCnt="3"/>
      <dgm:spPr/>
    </dgm:pt>
    <dgm:pt modelId="{E0E4AA1C-9AB3-4257-8A90-2C77E8B55D38}" type="pres">
      <dgm:prSet presAssocID="{0CAABB8A-795D-465E-90DE-7490E3D6F52B}" presName="connectorText" presStyleLbl="sibTrans2D1" presStyleIdx="1" presStyleCnt="3"/>
      <dgm:spPr/>
    </dgm:pt>
    <dgm:pt modelId="{BBA1FD3A-7FF3-4868-97BF-272CACB97B61}" type="pres">
      <dgm:prSet presAssocID="{E273CA00-53E4-4F87-9483-985923C86C8B}" presName="node" presStyleLbl="node1" presStyleIdx="2" presStyleCnt="4">
        <dgm:presLayoutVars>
          <dgm:bulletEnabled val="1"/>
        </dgm:presLayoutVars>
      </dgm:prSet>
      <dgm:spPr/>
    </dgm:pt>
    <dgm:pt modelId="{3C384E89-06F8-402A-8770-28BFBB9FFB1F}" type="pres">
      <dgm:prSet presAssocID="{A9C7B2A1-3C00-4468-B587-BD2BD6EB6F55}" presName="sibTrans" presStyleLbl="sibTrans2D1" presStyleIdx="2" presStyleCnt="3"/>
      <dgm:spPr/>
    </dgm:pt>
    <dgm:pt modelId="{17567588-6146-4AB7-A41C-D5531E81D107}" type="pres">
      <dgm:prSet presAssocID="{A9C7B2A1-3C00-4468-B587-BD2BD6EB6F55}" presName="connectorText" presStyleLbl="sibTrans2D1" presStyleIdx="2" presStyleCnt="3"/>
      <dgm:spPr/>
    </dgm:pt>
    <dgm:pt modelId="{EB404219-FE74-4B60-A46A-C7D245EBF21A}" type="pres">
      <dgm:prSet presAssocID="{979AB1F5-0571-41EC-9661-FDEEC137AAD0}" presName="node" presStyleLbl="node1" presStyleIdx="3" presStyleCnt="4">
        <dgm:presLayoutVars>
          <dgm:bulletEnabled val="1"/>
        </dgm:presLayoutVars>
      </dgm:prSet>
      <dgm:spPr/>
    </dgm:pt>
  </dgm:ptLst>
  <dgm:cxnLst>
    <dgm:cxn modelId="{F262B40B-027A-4266-9329-36302D7793B4}" type="presOf" srcId="{A9C7B2A1-3C00-4468-B587-BD2BD6EB6F55}" destId="{17567588-6146-4AB7-A41C-D5531E81D107}" srcOrd="1" destOrd="0" presId="urn:microsoft.com/office/officeart/2005/8/layout/process5"/>
    <dgm:cxn modelId="{7754E037-B6AF-4E9F-9D91-A420B2DA3D0D}" type="presOf" srcId="{979AB1F5-0571-41EC-9661-FDEEC137AAD0}" destId="{EB404219-FE74-4B60-A46A-C7D245EBF21A}" srcOrd="0" destOrd="0" presId="urn:microsoft.com/office/officeart/2005/8/layout/process5"/>
    <dgm:cxn modelId="{F8FF9D3D-3024-491B-BFD4-0758182A4F88}" type="presOf" srcId="{19CBA52E-68AD-4877-AB9D-DAECA08C9E34}" destId="{98E50EF6-9FC7-41C7-8577-EDDA6B34CC14}" srcOrd="1" destOrd="0" presId="urn:microsoft.com/office/officeart/2005/8/layout/process5"/>
    <dgm:cxn modelId="{0365D544-7E1A-4D82-BBF2-45F51381115C}" srcId="{8C1D4CF4-2138-4CD6-A059-CFEB898CA75F}" destId="{979AB1F5-0571-41EC-9661-FDEEC137AAD0}" srcOrd="3" destOrd="0" parTransId="{32AC1222-C671-45C6-88DF-7D3A35D86A55}" sibTransId="{D97EF3B4-2B1A-45B1-AA1D-02D1CAE83C32}"/>
    <dgm:cxn modelId="{F4D8736B-6B81-49D7-94C3-AE22066C8A5D}" type="presOf" srcId="{E273CA00-53E4-4F87-9483-985923C86C8B}" destId="{BBA1FD3A-7FF3-4868-97BF-272CACB97B61}" srcOrd="0" destOrd="0" presId="urn:microsoft.com/office/officeart/2005/8/layout/process5"/>
    <dgm:cxn modelId="{4142104F-E4B3-4035-AAFE-952760AD3C39}" type="presOf" srcId="{B7CD6712-BB7C-4B55-A99A-A1378028E952}" destId="{12D761F3-E892-46A8-9304-FA464056FC0A}" srcOrd="0" destOrd="0" presId="urn:microsoft.com/office/officeart/2005/8/layout/process5"/>
    <dgm:cxn modelId="{0D16CA7E-03BB-4EAA-8102-CBB916D16C1F}" type="presOf" srcId="{A9C7B2A1-3C00-4468-B587-BD2BD6EB6F55}" destId="{3C384E89-06F8-402A-8770-28BFBB9FFB1F}" srcOrd="0" destOrd="0" presId="urn:microsoft.com/office/officeart/2005/8/layout/process5"/>
    <dgm:cxn modelId="{B32C0791-0645-46E3-AB0B-F212D712ACAD}" type="presOf" srcId="{8C1D4CF4-2138-4CD6-A059-CFEB898CA75F}" destId="{787A5CC6-E67F-473E-9F3B-EA89B764DBFD}" srcOrd="0" destOrd="0" presId="urn:microsoft.com/office/officeart/2005/8/layout/process5"/>
    <dgm:cxn modelId="{D1ABAD92-4489-49C1-A8F6-25AC7447A2A0}" type="presOf" srcId="{718B7B1F-F26D-4A93-A3B3-AA178A01336D}" destId="{8BF3915B-E518-44ED-976D-8C2C0435AA6C}" srcOrd="0" destOrd="0" presId="urn:microsoft.com/office/officeart/2005/8/layout/process5"/>
    <dgm:cxn modelId="{32C083A0-DB04-4EC7-9ED8-E4042B3AF7CA}" srcId="{8C1D4CF4-2138-4CD6-A059-CFEB898CA75F}" destId="{B7CD6712-BB7C-4B55-A99A-A1378028E952}" srcOrd="0" destOrd="0" parTransId="{1F8188FE-CA53-4265-BBEC-5D87F1915A5B}" sibTransId="{19CBA52E-68AD-4877-AB9D-DAECA08C9E34}"/>
    <dgm:cxn modelId="{EB2ED4BD-6DC2-47E9-9598-EB86AA85B15E}" type="presOf" srcId="{19CBA52E-68AD-4877-AB9D-DAECA08C9E34}" destId="{3B3F6AE3-F1D7-4D5B-AD3F-3C3644561656}" srcOrd="0" destOrd="0" presId="urn:microsoft.com/office/officeart/2005/8/layout/process5"/>
    <dgm:cxn modelId="{F35580C0-5148-41D1-93E5-E0F27808BFF8}" srcId="{8C1D4CF4-2138-4CD6-A059-CFEB898CA75F}" destId="{718B7B1F-F26D-4A93-A3B3-AA178A01336D}" srcOrd="1" destOrd="0" parTransId="{C4176FC4-60DE-41B3-8664-2E8C180F3F7D}" sibTransId="{0CAABB8A-795D-465E-90DE-7490E3D6F52B}"/>
    <dgm:cxn modelId="{D59019DA-3152-4FB9-89E7-D2006822879D}" srcId="{8C1D4CF4-2138-4CD6-A059-CFEB898CA75F}" destId="{E273CA00-53E4-4F87-9483-985923C86C8B}" srcOrd="2" destOrd="0" parTransId="{6B01BAE3-C2E2-430C-9165-CB0D684CD07E}" sibTransId="{A9C7B2A1-3C00-4468-B587-BD2BD6EB6F55}"/>
    <dgm:cxn modelId="{716A62DF-3E70-4F67-A229-3322F9EF52AC}" type="presOf" srcId="{0CAABB8A-795D-465E-90DE-7490E3D6F52B}" destId="{C9A0B18A-10EA-4C8D-973C-D11BB187E70B}" srcOrd="0" destOrd="0" presId="urn:microsoft.com/office/officeart/2005/8/layout/process5"/>
    <dgm:cxn modelId="{4A79E9E8-D986-4238-AA72-0EE264747BF9}" type="presOf" srcId="{0CAABB8A-795D-465E-90DE-7490E3D6F52B}" destId="{E0E4AA1C-9AB3-4257-8A90-2C77E8B55D38}" srcOrd="1" destOrd="0" presId="urn:microsoft.com/office/officeart/2005/8/layout/process5"/>
    <dgm:cxn modelId="{D58FDB5E-5073-4602-9161-247368673141}" type="presParOf" srcId="{787A5CC6-E67F-473E-9F3B-EA89B764DBFD}" destId="{12D761F3-E892-46A8-9304-FA464056FC0A}" srcOrd="0" destOrd="0" presId="urn:microsoft.com/office/officeart/2005/8/layout/process5"/>
    <dgm:cxn modelId="{BB3DA02F-5959-4C36-ACA1-451A88D8FB00}" type="presParOf" srcId="{787A5CC6-E67F-473E-9F3B-EA89B764DBFD}" destId="{3B3F6AE3-F1D7-4D5B-AD3F-3C3644561656}" srcOrd="1" destOrd="0" presId="urn:microsoft.com/office/officeart/2005/8/layout/process5"/>
    <dgm:cxn modelId="{4C0AAA33-416D-4361-9D2C-E50A11A2091E}" type="presParOf" srcId="{3B3F6AE3-F1D7-4D5B-AD3F-3C3644561656}" destId="{98E50EF6-9FC7-41C7-8577-EDDA6B34CC14}" srcOrd="0" destOrd="0" presId="urn:microsoft.com/office/officeart/2005/8/layout/process5"/>
    <dgm:cxn modelId="{8AC6FA4D-531C-49FC-B51C-ADD84D7CB74C}" type="presParOf" srcId="{787A5CC6-E67F-473E-9F3B-EA89B764DBFD}" destId="{8BF3915B-E518-44ED-976D-8C2C0435AA6C}" srcOrd="2" destOrd="0" presId="urn:microsoft.com/office/officeart/2005/8/layout/process5"/>
    <dgm:cxn modelId="{1665A2C2-EB58-48AB-9BB4-BED5172A3C41}" type="presParOf" srcId="{787A5CC6-E67F-473E-9F3B-EA89B764DBFD}" destId="{C9A0B18A-10EA-4C8D-973C-D11BB187E70B}" srcOrd="3" destOrd="0" presId="urn:microsoft.com/office/officeart/2005/8/layout/process5"/>
    <dgm:cxn modelId="{ECA7A5C8-285B-4DDF-868D-21F4F2E6E0FD}" type="presParOf" srcId="{C9A0B18A-10EA-4C8D-973C-D11BB187E70B}" destId="{E0E4AA1C-9AB3-4257-8A90-2C77E8B55D38}" srcOrd="0" destOrd="0" presId="urn:microsoft.com/office/officeart/2005/8/layout/process5"/>
    <dgm:cxn modelId="{14855CF6-CA0C-4E2A-A61B-A5F9CA05EA11}" type="presParOf" srcId="{787A5CC6-E67F-473E-9F3B-EA89B764DBFD}" destId="{BBA1FD3A-7FF3-4868-97BF-272CACB97B61}" srcOrd="4" destOrd="0" presId="urn:microsoft.com/office/officeart/2005/8/layout/process5"/>
    <dgm:cxn modelId="{6FEC78DC-C396-4EF9-8DD6-923F67D15CBC}" type="presParOf" srcId="{787A5CC6-E67F-473E-9F3B-EA89B764DBFD}" destId="{3C384E89-06F8-402A-8770-28BFBB9FFB1F}" srcOrd="5" destOrd="0" presId="urn:microsoft.com/office/officeart/2005/8/layout/process5"/>
    <dgm:cxn modelId="{6C8F557B-C695-4A50-91C9-D539037A4B6F}" type="presParOf" srcId="{3C384E89-06F8-402A-8770-28BFBB9FFB1F}" destId="{17567588-6146-4AB7-A41C-D5531E81D107}" srcOrd="0" destOrd="0" presId="urn:microsoft.com/office/officeart/2005/8/layout/process5"/>
    <dgm:cxn modelId="{68336889-A764-49A2-A325-F05181334929}" type="presParOf" srcId="{787A5CC6-E67F-473E-9F3B-EA89B764DBFD}" destId="{EB404219-FE74-4B60-A46A-C7D245EBF21A}" srcOrd="6"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73CA234-027D-4741-B4A9-936DB96D3628}" type="doc">
      <dgm:prSet loTypeId="urn:microsoft.com/office/officeart/2005/8/layout/process4" loCatId="list" qsTypeId="urn:microsoft.com/office/officeart/2005/8/quickstyle/simple1" qsCatId="simple" csTypeId="urn:microsoft.com/office/officeart/2005/8/colors/accent2_1" csCatId="accent2" phldr="1"/>
      <dgm:spPr/>
      <dgm:t>
        <a:bodyPr/>
        <a:lstStyle/>
        <a:p>
          <a:endParaRPr lang="zh-CN" altLang="en-US"/>
        </a:p>
      </dgm:t>
    </dgm:pt>
    <dgm:pt modelId="{24B92276-7F43-4281-81BE-70D598643AC5}">
      <dgm:prSet custT="1"/>
      <dgm:spPr/>
      <dgm:t>
        <a:bodyPr/>
        <a:lstStyle/>
        <a:p>
          <a:pPr algn="l"/>
          <a:r>
            <a:rPr lang="zh-CN" altLang="en-US" sz="1800" b="1" dirty="0"/>
            <a:t>研究发表</a:t>
          </a:r>
          <a:endParaRPr lang="en-US" altLang="zh-CN" sz="1800" b="1" dirty="0"/>
        </a:p>
        <a:p>
          <a:pPr algn="l"/>
          <a:r>
            <a:rPr lang="zh-CN" sz="1200" dirty="0"/>
            <a:t>研究方案</a:t>
          </a:r>
          <a:r>
            <a:rPr lang="zh-CN" altLang="en-US" sz="1200" dirty="0"/>
            <a:t>：</a:t>
          </a:r>
          <a:r>
            <a:rPr lang="zh-CN" sz="1200" dirty="0"/>
            <a:t>BMJ Open已发表 </a:t>
          </a:r>
          <a:endParaRPr lang="en-US" altLang="zh-CN" sz="1200" dirty="0"/>
        </a:p>
        <a:p>
          <a:pPr algn="l"/>
          <a:r>
            <a:rPr lang="zh-CN" altLang="en-US" sz="1200" dirty="0"/>
            <a:t>研究</a:t>
          </a:r>
          <a:r>
            <a:rPr lang="zh-CN" sz="1200" dirty="0"/>
            <a:t>结果</a:t>
          </a:r>
          <a:r>
            <a:rPr lang="zh-CN" altLang="en-US" sz="1200" dirty="0"/>
            <a:t>：</a:t>
          </a:r>
          <a:r>
            <a:rPr lang="zh-CN" sz="1200" dirty="0"/>
            <a:t>文章发表1篇，投稿中</a:t>
          </a:r>
          <a:r>
            <a:rPr lang="en-US" sz="1200" dirty="0"/>
            <a:t>2</a:t>
          </a:r>
          <a:r>
            <a:rPr lang="zh-CN" sz="1200" dirty="0"/>
            <a:t>篇</a:t>
          </a:r>
          <a:endParaRPr lang="en-US" altLang="zh-CN" sz="1200" dirty="0"/>
        </a:p>
        <a:p>
          <a:pPr algn="l"/>
          <a:r>
            <a:rPr lang="zh-CN" altLang="en-US" sz="1200" dirty="0"/>
            <a:t>多次国内外会议汇报和交流</a:t>
          </a:r>
        </a:p>
      </dgm:t>
    </dgm:pt>
    <dgm:pt modelId="{E1CEC6FC-0B63-4417-9A1F-8C0663603584}" type="parTrans" cxnId="{EE50AFD2-5A68-494A-8D36-D665FBA2D90E}">
      <dgm:prSet/>
      <dgm:spPr/>
      <dgm:t>
        <a:bodyPr/>
        <a:lstStyle/>
        <a:p>
          <a:endParaRPr lang="zh-CN" altLang="en-US"/>
        </a:p>
      </dgm:t>
    </dgm:pt>
    <dgm:pt modelId="{BCEA2AD7-5DCF-4310-86FA-540232ED6188}" type="sibTrans" cxnId="{EE50AFD2-5A68-494A-8D36-D665FBA2D90E}">
      <dgm:prSet/>
      <dgm:spPr/>
      <dgm:t>
        <a:bodyPr/>
        <a:lstStyle/>
        <a:p>
          <a:endParaRPr lang="zh-CN" altLang="en-US"/>
        </a:p>
      </dgm:t>
    </dgm:pt>
    <dgm:pt modelId="{1FF2CA3D-260A-40FD-ABE4-1589F794CEE3}" type="pres">
      <dgm:prSet presAssocID="{D73CA234-027D-4741-B4A9-936DB96D3628}" presName="Name0" presStyleCnt="0">
        <dgm:presLayoutVars>
          <dgm:dir/>
          <dgm:animLvl val="lvl"/>
          <dgm:resizeHandles val="exact"/>
        </dgm:presLayoutVars>
      </dgm:prSet>
      <dgm:spPr/>
    </dgm:pt>
    <dgm:pt modelId="{0444314C-681D-4C7C-A08D-DFA3EEAB0864}" type="pres">
      <dgm:prSet presAssocID="{24B92276-7F43-4281-81BE-70D598643AC5}" presName="boxAndChildren" presStyleCnt="0"/>
      <dgm:spPr/>
    </dgm:pt>
    <dgm:pt modelId="{F625D179-FDFF-4E41-ABA3-3A4041364824}" type="pres">
      <dgm:prSet presAssocID="{24B92276-7F43-4281-81BE-70D598643AC5}" presName="parentTextBox" presStyleLbl="node1" presStyleIdx="0" presStyleCnt="1" custLinFactNeighborX="4720" custLinFactNeighborY="-4173"/>
      <dgm:spPr/>
    </dgm:pt>
  </dgm:ptLst>
  <dgm:cxnLst>
    <dgm:cxn modelId="{3CCB1819-D90A-4921-B47F-4C6B9674ADA9}" type="presOf" srcId="{24B92276-7F43-4281-81BE-70D598643AC5}" destId="{F625D179-FDFF-4E41-ABA3-3A4041364824}" srcOrd="0" destOrd="0" presId="urn:microsoft.com/office/officeart/2005/8/layout/process4"/>
    <dgm:cxn modelId="{CFC5588C-5FA0-4EC5-AF7D-9C86C66CF23E}" type="presOf" srcId="{D73CA234-027D-4741-B4A9-936DB96D3628}" destId="{1FF2CA3D-260A-40FD-ABE4-1589F794CEE3}" srcOrd="0" destOrd="0" presId="urn:microsoft.com/office/officeart/2005/8/layout/process4"/>
    <dgm:cxn modelId="{EE50AFD2-5A68-494A-8D36-D665FBA2D90E}" srcId="{D73CA234-027D-4741-B4A9-936DB96D3628}" destId="{24B92276-7F43-4281-81BE-70D598643AC5}" srcOrd="0" destOrd="0" parTransId="{E1CEC6FC-0B63-4417-9A1F-8C0663603584}" sibTransId="{BCEA2AD7-5DCF-4310-86FA-540232ED6188}"/>
    <dgm:cxn modelId="{2FB3CDE3-49B0-4E88-84CF-5BD41DFB1E60}" type="presParOf" srcId="{1FF2CA3D-260A-40FD-ABE4-1589F794CEE3}" destId="{0444314C-681D-4C7C-A08D-DFA3EEAB0864}" srcOrd="0" destOrd="0" presId="urn:microsoft.com/office/officeart/2005/8/layout/process4"/>
    <dgm:cxn modelId="{E9B67B3F-00AD-43B8-9CF5-8D608CD9A117}" type="presParOf" srcId="{0444314C-681D-4C7C-A08D-DFA3EEAB0864}" destId="{F625D179-FDFF-4E41-ABA3-3A4041364824}" srcOrd="0" destOrd="0" presId="urn:microsoft.com/office/officeart/2005/8/layout/process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0CBD08-9B9E-4245-A117-4F68D684FB60}">
      <dsp:nvSpPr>
        <dsp:cNvPr id="0" name=""/>
        <dsp:cNvSpPr/>
      </dsp:nvSpPr>
      <dsp:spPr>
        <a:xfrm>
          <a:off x="0" y="191"/>
          <a:ext cx="6645491" cy="406152"/>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One round of in‑depth interview in the later stage of the study with physicians who have experience using </a:t>
          </a:r>
          <a:r>
            <a:rPr lang="en-US" sz="1400" kern="1200" dirty="0" err="1"/>
            <a:t>nerandomilast</a:t>
          </a:r>
          <a:endParaRPr lang="zh-CN" sz="1400" kern="1200" dirty="0"/>
        </a:p>
      </dsp:txBody>
      <dsp:txXfrm>
        <a:off x="19827" y="20018"/>
        <a:ext cx="6605837" cy="3664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D761F3-E892-46A8-9304-FA464056FC0A}">
      <dsp:nvSpPr>
        <dsp:cNvPr id="0" name=""/>
        <dsp:cNvSpPr/>
      </dsp:nvSpPr>
      <dsp:spPr>
        <a:xfrm>
          <a:off x="353273" y="2470"/>
          <a:ext cx="2397212" cy="1438327"/>
        </a:xfrm>
        <a:prstGeom prst="roundRect">
          <a:avLst>
            <a:gd name="adj" fmla="val 10000"/>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kern="1200" dirty="0"/>
            <a:t>Eligible patients will be enrolled by physicians </a:t>
          </a:r>
          <a:endParaRPr lang="zh-CN" sz="1400" kern="1200" dirty="0"/>
        </a:p>
      </dsp:txBody>
      <dsp:txXfrm>
        <a:off x="395400" y="44597"/>
        <a:ext cx="2312958" cy="1354073"/>
      </dsp:txXfrm>
    </dsp:sp>
    <dsp:sp modelId="{3B3F6AE3-F1D7-4D5B-AD3F-3C3644561656}">
      <dsp:nvSpPr>
        <dsp:cNvPr id="0" name=""/>
        <dsp:cNvSpPr/>
      </dsp:nvSpPr>
      <dsp:spPr>
        <a:xfrm>
          <a:off x="2961440" y="424379"/>
          <a:ext cx="508208" cy="594508"/>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p>
      </dsp:txBody>
      <dsp:txXfrm>
        <a:off x="2961440" y="543281"/>
        <a:ext cx="355746" cy="356704"/>
      </dsp:txXfrm>
    </dsp:sp>
    <dsp:sp modelId="{8BF3915B-E518-44ED-976D-8C2C0435AA6C}">
      <dsp:nvSpPr>
        <dsp:cNvPr id="0" name=""/>
        <dsp:cNvSpPr/>
      </dsp:nvSpPr>
      <dsp:spPr>
        <a:xfrm>
          <a:off x="3709370" y="2470"/>
          <a:ext cx="2397212" cy="1438327"/>
        </a:xfrm>
        <a:prstGeom prst="roundRect">
          <a:avLst>
            <a:gd name="adj" fmla="val 10000"/>
          </a:avLst>
        </a:prstGeom>
        <a:solidFill>
          <a:schemeClr val="accent1">
            <a:shade val="80000"/>
            <a:hueOff val="-109408"/>
            <a:satOff val="-24071"/>
            <a:lumOff val="165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kern="1200" dirty="0"/>
            <a:t>Trained qualitative researchers will conduct face-to face interview</a:t>
          </a:r>
          <a:endParaRPr lang="zh-CN" sz="1400" kern="1200" dirty="0"/>
        </a:p>
      </dsp:txBody>
      <dsp:txXfrm>
        <a:off x="3751497" y="44597"/>
        <a:ext cx="2312958" cy="1354073"/>
      </dsp:txXfrm>
    </dsp:sp>
    <dsp:sp modelId="{C9A0B18A-10EA-4C8D-973C-D11BB187E70B}">
      <dsp:nvSpPr>
        <dsp:cNvPr id="0" name=""/>
        <dsp:cNvSpPr/>
      </dsp:nvSpPr>
      <dsp:spPr>
        <a:xfrm rot="5400000">
          <a:off x="4653872" y="1608602"/>
          <a:ext cx="508208" cy="594508"/>
        </a:xfrm>
        <a:prstGeom prst="rightArrow">
          <a:avLst>
            <a:gd name="adj1" fmla="val 60000"/>
            <a:gd name="adj2" fmla="val 50000"/>
          </a:avLst>
        </a:prstGeom>
        <a:solidFill>
          <a:schemeClr val="accent1">
            <a:shade val="90000"/>
            <a:hueOff val="-166017"/>
            <a:satOff val="-35458"/>
            <a:lumOff val="2445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p>
      </dsp:txBody>
      <dsp:txXfrm rot="-5400000">
        <a:off x="4729624" y="1651752"/>
        <a:ext cx="356704" cy="355746"/>
      </dsp:txXfrm>
    </dsp:sp>
    <dsp:sp modelId="{BBA1FD3A-7FF3-4868-97BF-272CACB97B61}">
      <dsp:nvSpPr>
        <dsp:cNvPr id="0" name=""/>
        <dsp:cNvSpPr/>
      </dsp:nvSpPr>
      <dsp:spPr>
        <a:xfrm>
          <a:off x="3709370" y="2399682"/>
          <a:ext cx="2397212" cy="1438327"/>
        </a:xfrm>
        <a:prstGeom prst="roundRect">
          <a:avLst>
            <a:gd name="adj" fmla="val 10000"/>
          </a:avLst>
        </a:prstGeom>
        <a:solidFill>
          <a:schemeClr val="accent1">
            <a:shade val="80000"/>
            <a:hueOff val="-218816"/>
            <a:satOff val="-48142"/>
            <a:lumOff val="3308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kern="1200"/>
            <a:t>All interviews will be audio‑recorded and transcribed verbatim into text format</a:t>
          </a:r>
          <a:endParaRPr lang="zh-CN" sz="1400" kern="1200"/>
        </a:p>
      </dsp:txBody>
      <dsp:txXfrm>
        <a:off x="3751497" y="2441809"/>
        <a:ext cx="2312958" cy="1354073"/>
      </dsp:txXfrm>
    </dsp:sp>
    <dsp:sp modelId="{3C384E89-06F8-402A-8770-28BFBB9FFB1F}">
      <dsp:nvSpPr>
        <dsp:cNvPr id="0" name=""/>
        <dsp:cNvSpPr/>
      </dsp:nvSpPr>
      <dsp:spPr>
        <a:xfrm rot="10800000">
          <a:off x="2990206" y="2821591"/>
          <a:ext cx="508208" cy="594508"/>
        </a:xfrm>
        <a:prstGeom prst="rightArrow">
          <a:avLst>
            <a:gd name="adj1" fmla="val 60000"/>
            <a:gd name="adj2" fmla="val 50000"/>
          </a:avLst>
        </a:prstGeom>
        <a:solidFill>
          <a:schemeClr val="accent1">
            <a:shade val="90000"/>
            <a:hueOff val="-332033"/>
            <a:satOff val="-70915"/>
            <a:lumOff val="48902"/>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p>
      </dsp:txBody>
      <dsp:txXfrm rot="10800000">
        <a:off x="3142668" y="2940493"/>
        <a:ext cx="355746" cy="356704"/>
      </dsp:txXfrm>
    </dsp:sp>
    <dsp:sp modelId="{EB404219-FE74-4B60-A46A-C7D245EBF21A}">
      <dsp:nvSpPr>
        <dsp:cNvPr id="0" name=""/>
        <dsp:cNvSpPr/>
      </dsp:nvSpPr>
      <dsp:spPr>
        <a:xfrm>
          <a:off x="353273" y="2399682"/>
          <a:ext cx="2397212" cy="1438327"/>
        </a:xfrm>
        <a:prstGeom prst="roundRect">
          <a:avLst>
            <a:gd name="adj" fmla="val 10000"/>
          </a:avLst>
        </a:prstGeom>
        <a:solidFill>
          <a:schemeClr val="accent1">
            <a:shade val="80000"/>
            <a:hueOff val="-328224"/>
            <a:satOff val="-72213"/>
            <a:lumOff val="496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kern="1200" dirty="0"/>
            <a:t>Data will be analyzed using a systematic thematic analysis approach, with software NVivo 15.0</a:t>
          </a:r>
          <a:endParaRPr lang="zh-CN" sz="1400" kern="1200" dirty="0"/>
        </a:p>
      </dsp:txBody>
      <dsp:txXfrm>
        <a:off x="395400" y="2441809"/>
        <a:ext cx="2312958" cy="135407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25D179-FDFF-4E41-ABA3-3A4041364824}">
      <dsp:nvSpPr>
        <dsp:cNvPr id="0" name=""/>
        <dsp:cNvSpPr/>
      </dsp:nvSpPr>
      <dsp:spPr>
        <a:xfrm>
          <a:off x="0" y="0"/>
          <a:ext cx="5066612" cy="1504126"/>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t>研究发表</a:t>
          </a:r>
          <a:endParaRPr lang="en-US" altLang="zh-CN" sz="1800" b="1" kern="1200" dirty="0"/>
        </a:p>
        <a:p>
          <a:pPr marL="0" lvl="0" indent="0" algn="l" defTabSz="800100">
            <a:lnSpc>
              <a:spcPct val="90000"/>
            </a:lnSpc>
            <a:spcBef>
              <a:spcPct val="0"/>
            </a:spcBef>
            <a:spcAft>
              <a:spcPct val="35000"/>
            </a:spcAft>
            <a:buNone/>
          </a:pPr>
          <a:r>
            <a:rPr lang="zh-CN" sz="1200" kern="1200" dirty="0"/>
            <a:t>研究方案</a:t>
          </a:r>
          <a:r>
            <a:rPr lang="zh-CN" altLang="en-US" sz="1200" kern="1200" dirty="0"/>
            <a:t>：</a:t>
          </a:r>
          <a:r>
            <a:rPr lang="zh-CN" sz="1200" kern="1200" dirty="0"/>
            <a:t>BMJ Open已发表 </a:t>
          </a:r>
          <a:endParaRPr lang="en-US" altLang="zh-CN" sz="1200" kern="1200" dirty="0"/>
        </a:p>
        <a:p>
          <a:pPr marL="0" lvl="0" indent="0" algn="l" defTabSz="800100">
            <a:lnSpc>
              <a:spcPct val="90000"/>
            </a:lnSpc>
            <a:spcBef>
              <a:spcPct val="0"/>
            </a:spcBef>
            <a:spcAft>
              <a:spcPct val="35000"/>
            </a:spcAft>
            <a:buNone/>
          </a:pPr>
          <a:r>
            <a:rPr lang="zh-CN" altLang="en-US" sz="1200" kern="1200" dirty="0"/>
            <a:t>研究</a:t>
          </a:r>
          <a:r>
            <a:rPr lang="zh-CN" sz="1200" kern="1200" dirty="0"/>
            <a:t>结果</a:t>
          </a:r>
          <a:r>
            <a:rPr lang="zh-CN" altLang="en-US" sz="1200" kern="1200" dirty="0"/>
            <a:t>：</a:t>
          </a:r>
          <a:r>
            <a:rPr lang="zh-CN" sz="1200" kern="1200" dirty="0"/>
            <a:t>文章发表1篇，投稿中</a:t>
          </a:r>
          <a:r>
            <a:rPr lang="en-US" sz="1200" kern="1200" dirty="0"/>
            <a:t>2</a:t>
          </a:r>
          <a:r>
            <a:rPr lang="zh-CN" sz="1200" kern="1200" dirty="0"/>
            <a:t>篇</a:t>
          </a:r>
          <a:endParaRPr lang="en-US" altLang="zh-CN" sz="1200" kern="1200" dirty="0"/>
        </a:p>
        <a:p>
          <a:pPr marL="0" lvl="0" indent="0" algn="l" defTabSz="800100">
            <a:lnSpc>
              <a:spcPct val="90000"/>
            </a:lnSpc>
            <a:spcBef>
              <a:spcPct val="0"/>
            </a:spcBef>
            <a:spcAft>
              <a:spcPct val="35000"/>
            </a:spcAft>
            <a:buNone/>
          </a:pPr>
          <a:r>
            <a:rPr lang="zh-CN" altLang="en-US" sz="1200" kern="1200" dirty="0"/>
            <a:t>多次国内外会议汇报和交流</a:t>
          </a:r>
        </a:p>
      </dsp:txBody>
      <dsp:txXfrm>
        <a:off x="0" y="0"/>
        <a:ext cx="5066612" cy="150412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00B33E-EB22-4265-B8F2-0FF7B2917728}" type="datetimeFigureOut">
              <a:rPr lang="zh-CN" altLang="en-US" smtClean="0"/>
              <a:t>2026/4/21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E1ADE7-70DC-493C-A69B-33DED0B8DE6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77D3B-2A68-0D79-95B1-E393E56F9A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5327A8-671B-89B9-D943-E1C30B22DF8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A9829C1-FD4C-923C-1BCA-52730CE5810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5F32E4D-65CB-99DF-2B10-AD5FF6340BC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807B83-C6EF-4820-B29B-23163268F2B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OPPOSans M" panose="00020600040101010101"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OPPOSans M" panose="00020600040101010101" pitchFamily="18" charset="-122"/>
              <a:cs typeface="+mn-cs"/>
            </a:endParaRPr>
          </a:p>
        </p:txBody>
      </p:sp>
    </p:spTree>
    <p:extLst>
      <p:ext uri="{BB962C8B-B14F-4D97-AF65-F5344CB8AC3E}">
        <p14:creationId xmlns:p14="http://schemas.microsoft.com/office/powerpoint/2010/main" val="1790206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6E1ADE7-70DC-493C-A69B-33DED0B8DE60}" type="slidenum">
              <a:rPr lang="zh-CN" altLang="en-US" smtClean="0"/>
              <a:t>3</a:t>
            </a:fld>
            <a:endParaRPr lang="zh-CN" altLang="en-US"/>
          </a:p>
        </p:txBody>
      </p:sp>
    </p:spTree>
    <p:extLst>
      <p:ext uri="{BB962C8B-B14F-4D97-AF65-F5344CB8AC3E}">
        <p14:creationId xmlns:p14="http://schemas.microsoft.com/office/powerpoint/2010/main" val="1709988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5D5DA-42B0-964F-AE16-C4579C2DF5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3C9B6F-9225-C58F-3B90-0DD590BB91D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D2447C0-3A5D-DAA6-50C9-BBCA9EB947D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F6F7650-F6F0-ECDA-09AD-6816BB140B9E}"/>
              </a:ext>
            </a:extLst>
          </p:cNvPr>
          <p:cNvSpPr>
            <a:spLocks noGrp="1"/>
          </p:cNvSpPr>
          <p:nvPr>
            <p:ph type="sldNum" sz="quarter" idx="5"/>
          </p:nvPr>
        </p:nvSpPr>
        <p:spPr/>
        <p:txBody>
          <a:bodyPr/>
          <a:lstStyle/>
          <a:p>
            <a:fld id="{16E1ADE7-70DC-493C-A69B-33DED0B8DE60}" type="slidenum">
              <a:rPr lang="zh-CN" altLang="en-US" smtClean="0"/>
              <a:t>7</a:t>
            </a:fld>
            <a:endParaRPr lang="zh-CN" altLang="en-US"/>
          </a:p>
        </p:txBody>
      </p:sp>
    </p:spTree>
    <p:extLst>
      <p:ext uri="{BB962C8B-B14F-4D97-AF65-F5344CB8AC3E}">
        <p14:creationId xmlns:p14="http://schemas.microsoft.com/office/powerpoint/2010/main" val="34388615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
        <p:nvSpPr>
          <p:cNvPr id="4" name="页脚占位符 3"/>
          <p:cNvSpPr>
            <a:spLocks noGrp="1"/>
          </p:cNvSpPr>
          <p:nvPr>
            <p:ph type="ftr" sz="quarter" idx="4"/>
          </p:nvPr>
        </p:nvSpPr>
        <p:spPr/>
        <p:txBody>
          <a:bodyPr/>
          <a:lstStyle/>
          <a:p>
            <a:r>
              <a:rPr lang="en-US" sz="800">
                <a:solidFill>
                  <a:schemeClr val="bg2"/>
                </a:solidFill>
              </a:rPr>
              <a:t>Presentation title    |    ONLY FOR INTERNAL USE</a:t>
            </a:r>
          </a:p>
        </p:txBody>
      </p:sp>
      <p:sp>
        <p:nvSpPr>
          <p:cNvPr id="5" name="灯片编号占位符 4"/>
          <p:cNvSpPr>
            <a:spLocks noGrp="1"/>
          </p:cNvSpPr>
          <p:nvPr>
            <p:ph type="sldNum" sz="quarter" idx="5"/>
          </p:nvPr>
        </p:nvSpPr>
        <p:spPr/>
        <p:txBody>
          <a:bodyPr/>
          <a:lstStyle/>
          <a:p>
            <a:fld id="{D388EF01-4040-4B6C-80FD-9D313BD6F632}" type="slidenum">
              <a:rPr lang="en-US" sz="800" smtClean="0">
                <a:solidFill>
                  <a:schemeClr val="bg2"/>
                </a:solidFill>
              </a:rPr>
              <a:t>10</a:t>
            </a:fld>
            <a:endParaRPr lang="en-US" sz="800">
              <a:solidFill>
                <a:schemeClr val="bg2"/>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sz="2000" b="1">
              <a:latin typeface="微软雅黑" charset="-122"/>
              <a:ea typeface="微软雅黑" charset="-122"/>
              <a:sym typeface="+mn-ea"/>
            </a:endParaRPr>
          </a:p>
        </p:txBody>
      </p:sp>
      <p:sp>
        <p:nvSpPr>
          <p:cNvPr id="4" name="页脚占位符 3"/>
          <p:cNvSpPr>
            <a:spLocks noGrp="1"/>
          </p:cNvSpPr>
          <p:nvPr>
            <p:ph type="ftr" sz="quarter" idx="4"/>
          </p:nvPr>
        </p:nvSpPr>
        <p:spPr/>
        <p:txBody>
          <a:bodyPr/>
          <a:lstStyle/>
          <a:p>
            <a:r>
              <a:rPr lang="en-US" sz="800">
                <a:solidFill>
                  <a:schemeClr val="bg2"/>
                </a:solidFill>
              </a:rPr>
              <a:t>Presentation title    |    ONLY FOR INTERNAL USE</a:t>
            </a:r>
          </a:p>
        </p:txBody>
      </p:sp>
      <p:sp>
        <p:nvSpPr>
          <p:cNvPr id="5" name="灯片编号占位符 4"/>
          <p:cNvSpPr>
            <a:spLocks noGrp="1"/>
          </p:cNvSpPr>
          <p:nvPr>
            <p:ph type="sldNum" sz="quarter" idx="5"/>
          </p:nvPr>
        </p:nvSpPr>
        <p:spPr/>
        <p:txBody>
          <a:bodyPr/>
          <a:lstStyle/>
          <a:p>
            <a:fld id="{D388EF01-4040-4B6C-80FD-9D313BD6F632}" type="slidenum">
              <a:rPr lang="en-US" sz="800" smtClean="0">
                <a:solidFill>
                  <a:schemeClr val="bg2"/>
                </a:solidFill>
              </a:rPr>
              <a:t>11</a:t>
            </a:fld>
            <a:endParaRPr lang="en-US" sz="800">
              <a:solidFill>
                <a:schemeClr val="bg2"/>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9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90204" pitchFamily="34" charset="0"/>
              <a:buNone/>
              <a:defRPr sz="1600" b="0">
                <a:solidFill>
                  <a:schemeClr val="bg2"/>
                </a:solidFill>
              </a:defRPr>
            </a:lvl2pPr>
            <a:lvl3pPr marL="0" indent="0" algn="l">
              <a:lnSpc>
                <a:spcPct val="100000"/>
              </a:lnSpc>
              <a:spcBef>
                <a:spcPts val="0"/>
              </a:spcBef>
              <a:spcAft>
                <a:spcPts val="0"/>
              </a:spcAft>
              <a:buFont typeface="Arial" panose="020B0604020202090204" pitchFamily="34" charset="0"/>
              <a:buNone/>
              <a:defRPr sz="1600" b="0">
                <a:solidFill>
                  <a:schemeClr val="bg2"/>
                </a:solidFill>
              </a:defRPr>
            </a:lvl3pPr>
            <a:lvl4pPr marL="0" indent="0" algn="l">
              <a:lnSpc>
                <a:spcPct val="100000"/>
              </a:lnSpc>
              <a:spcBef>
                <a:spcPts val="0"/>
              </a:spcBef>
              <a:spcAft>
                <a:spcPts val="0"/>
              </a:spcAft>
              <a:buFont typeface="Arial" panose="020B0604020202090204" pitchFamily="34" charset="0"/>
              <a:buNone/>
              <a:defRPr sz="1600" b="0">
                <a:solidFill>
                  <a:schemeClr val="bg2"/>
                </a:solidFill>
              </a:defRPr>
            </a:lvl4pPr>
            <a:lvl5pPr marL="0" indent="0" algn="l">
              <a:lnSpc>
                <a:spcPct val="100000"/>
              </a:lnSpc>
              <a:spcBef>
                <a:spcPts val="0"/>
              </a:spcBef>
              <a:spcAft>
                <a:spcPts val="0"/>
              </a:spcAft>
              <a:buFont typeface="Arial" panose="020B0604020202090204" pitchFamily="34" charset="0"/>
              <a:buNone/>
              <a:defRPr sz="1600" b="0">
                <a:solidFill>
                  <a:schemeClr val="bg2"/>
                </a:solidFill>
              </a:defRPr>
            </a:lvl5pPr>
            <a:lvl6pPr marL="0" indent="0" algn="l">
              <a:lnSpc>
                <a:spcPct val="100000"/>
              </a:lnSpc>
              <a:spcBef>
                <a:spcPts val="0"/>
              </a:spcBef>
              <a:spcAft>
                <a:spcPts val="0"/>
              </a:spcAft>
              <a:buFont typeface="Arial" panose="020B0604020202090204" pitchFamily="34" charset="0"/>
              <a:buNone/>
              <a:defRPr sz="1600" b="0">
                <a:solidFill>
                  <a:schemeClr val="bg2"/>
                </a:solidFill>
              </a:defRPr>
            </a:lvl6pPr>
            <a:lvl7pPr marL="0" indent="0" algn="l">
              <a:lnSpc>
                <a:spcPct val="100000"/>
              </a:lnSpc>
              <a:spcBef>
                <a:spcPts val="0"/>
              </a:spcBef>
              <a:spcAft>
                <a:spcPts val="0"/>
              </a:spcAft>
              <a:buFont typeface="Arial" panose="020B0604020202090204" pitchFamily="34" charset="0"/>
              <a:buNone/>
              <a:defRPr sz="1600" b="0">
                <a:solidFill>
                  <a:schemeClr val="bg2"/>
                </a:solidFill>
              </a:defRPr>
            </a:lvl7pPr>
            <a:lvl8pPr marL="0" indent="0" algn="l">
              <a:lnSpc>
                <a:spcPct val="100000"/>
              </a:lnSpc>
              <a:spcBef>
                <a:spcPts val="0"/>
              </a:spcBef>
              <a:spcAft>
                <a:spcPts val="0"/>
              </a:spcAft>
              <a:buFont typeface="Arial" panose="020B0604020202090204" pitchFamily="34" charset="0"/>
              <a:buNone/>
              <a:defRPr sz="1600" b="0">
                <a:solidFill>
                  <a:schemeClr val="bg2"/>
                </a:solidFill>
              </a:defRPr>
            </a:lvl8pPr>
            <a:lvl9pPr marL="0" indent="0" algn="l">
              <a:lnSpc>
                <a:spcPct val="100000"/>
              </a:lnSpc>
              <a:spcBef>
                <a:spcPts val="0"/>
              </a:spcBef>
              <a:spcAft>
                <a:spcPts val="0"/>
              </a:spcAft>
              <a:buFont typeface="Arial" panose="020B060402020209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p:cNvSpPr/>
          <p:nvPr/>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p:cNvPicPr>
            <a:picLocks noChangeAspect="1"/>
          </p:cNvPicPr>
          <p:nvPr/>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p:cNvPicPr>
            <a:picLocks noChangeAspect="1"/>
          </p:cNvPicPr>
          <p:nvPr/>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p:cNvSpPr>
            <a:spLocks noGrp="1"/>
          </p:cNvSpPr>
          <p:nvPr>
            <p:ph type="ftr" sz="quarter" idx="19"/>
          </p:nvPr>
        </p:nvSpPr>
        <p:spPr bwMode="gray">
          <a:xfrm>
            <a:off x="479936" y="6165328"/>
            <a:ext cx="5040000" cy="216000"/>
          </a:xfrm>
        </p:spPr>
        <p:txBody>
          <a:bodyPr/>
          <a:lstStyle>
            <a:lvl1pPr algn="l">
              <a:defRPr/>
            </a:lvl1pPr>
          </a:lstStyle>
          <a:p>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9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90204" pitchFamily="34" charset="0"/>
              <a:buNone/>
              <a:defRPr sz="1600" b="0">
                <a:solidFill>
                  <a:schemeClr val="bg1"/>
                </a:solidFill>
              </a:defRPr>
            </a:lvl2pPr>
            <a:lvl3pPr marL="0" indent="0" algn="l">
              <a:lnSpc>
                <a:spcPct val="100000"/>
              </a:lnSpc>
              <a:spcBef>
                <a:spcPts val="0"/>
              </a:spcBef>
              <a:spcAft>
                <a:spcPts val="0"/>
              </a:spcAft>
              <a:buFont typeface="Arial" panose="020B0604020202090204" pitchFamily="34" charset="0"/>
              <a:buNone/>
              <a:defRPr sz="1600" b="0">
                <a:solidFill>
                  <a:schemeClr val="bg1"/>
                </a:solidFill>
              </a:defRPr>
            </a:lvl3pPr>
            <a:lvl4pPr marL="0" indent="0" algn="l">
              <a:lnSpc>
                <a:spcPct val="100000"/>
              </a:lnSpc>
              <a:spcBef>
                <a:spcPts val="0"/>
              </a:spcBef>
              <a:spcAft>
                <a:spcPts val="0"/>
              </a:spcAft>
              <a:buFont typeface="Arial" panose="020B0604020202090204" pitchFamily="34" charset="0"/>
              <a:buNone/>
              <a:defRPr sz="1600" b="0">
                <a:solidFill>
                  <a:schemeClr val="bg1"/>
                </a:solidFill>
              </a:defRPr>
            </a:lvl4pPr>
            <a:lvl5pPr marL="0" indent="0" algn="l">
              <a:lnSpc>
                <a:spcPct val="100000"/>
              </a:lnSpc>
              <a:spcBef>
                <a:spcPts val="0"/>
              </a:spcBef>
              <a:spcAft>
                <a:spcPts val="0"/>
              </a:spcAft>
              <a:buFont typeface="Arial" panose="020B0604020202090204" pitchFamily="34" charset="0"/>
              <a:buNone/>
              <a:defRPr sz="1600" b="0">
                <a:solidFill>
                  <a:schemeClr val="bg1"/>
                </a:solidFill>
              </a:defRPr>
            </a:lvl5pPr>
            <a:lvl6pPr marL="0" indent="0" algn="l">
              <a:lnSpc>
                <a:spcPct val="100000"/>
              </a:lnSpc>
              <a:spcBef>
                <a:spcPts val="0"/>
              </a:spcBef>
              <a:spcAft>
                <a:spcPts val="0"/>
              </a:spcAft>
              <a:buFont typeface="Arial" panose="020B0604020202090204" pitchFamily="34" charset="0"/>
              <a:buNone/>
              <a:defRPr sz="1600" b="0">
                <a:solidFill>
                  <a:schemeClr val="bg1"/>
                </a:solidFill>
              </a:defRPr>
            </a:lvl6pPr>
            <a:lvl7pPr marL="0" indent="0" algn="l">
              <a:lnSpc>
                <a:spcPct val="100000"/>
              </a:lnSpc>
              <a:spcBef>
                <a:spcPts val="0"/>
              </a:spcBef>
              <a:spcAft>
                <a:spcPts val="0"/>
              </a:spcAft>
              <a:buFont typeface="Arial" panose="020B0604020202090204" pitchFamily="34" charset="0"/>
              <a:buNone/>
              <a:defRPr sz="1600" b="0">
                <a:solidFill>
                  <a:schemeClr val="bg1"/>
                </a:solidFill>
              </a:defRPr>
            </a:lvl7pPr>
            <a:lvl8pPr marL="0" indent="0" algn="l">
              <a:lnSpc>
                <a:spcPct val="100000"/>
              </a:lnSpc>
              <a:spcBef>
                <a:spcPts val="0"/>
              </a:spcBef>
              <a:spcAft>
                <a:spcPts val="0"/>
              </a:spcAft>
              <a:buFont typeface="Arial" panose="020B0604020202090204" pitchFamily="34" charset="0"/>
              <a:buNone/>
              <a:defRPr sz="1600" b="0">
                <a:solidFill>
                  <a:schemeClr val="bg1"/>
                </a:solidFill>
              </a:defRPr>
            </a:lvl8pPr>
            <a:lvl9pPr marL="0" indent="0" algn="l">
              <a:lnSpc>
                <a:spcPct val="100000"/>
              </a:lnSpc>
              <a:spcBef>
                <a:spcPts val="0"/>
              </a:spcBef>
              <a:spcAft>
                <a:spcPts val="0"/>
              </a:spcAft>
              <a:buFont typeface="Arial" panose="020B060402020209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p:cNvSpPr/>
          <p:nvPr/>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p:cNvPicPr>
            <a:picLocks noChangeAspect="1"/>
          </p:cNvPicPr>
          <p:nvPr/>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p:cNvPicPr>
            <a:picLocks noChangeAspect="1"/>
          </p:cNvPicPr>
          <p:nvPr/>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solidFill>
                  <a:schemeClr val="bg1"/>
                </a:solidFill>
              </a:defRPr>
            </a:lvl2pPr>
            <a:lvl3pPr marL="0" indent="0" algn="ctr">
              <a:spcBef>
                <a:spcPts val="0"/>
              </a:spcBef>
              <a:spcAft>
                <a:spcPts val="0"/>
              </a:spcAft>
              <a:buFontTx/>
              <a:buNone/>
              <a:defRPr sz="1200" b="0">
                <a:solidFill>
                  <a:schemeClr val="bg1"/>
                </a:solidFill>
              </a:defRPr>
            </a:lvl3pPr>
            <a:lvl4pPr marL="0" indent="0" algn="ctr">
              <a:spcBef>
                <a:spcPts val="0"/>
              </a:spcBef>
              <a:spcAft>
                <a:spcPts val="0"/>
              </a:spcAft>
              <a:buFontTx/>
              <a:buNone/>
              <a:defRPr sz="1200" b="0">
                <a:solidFill>
                  <a:schemeClr val="bg1"/>
                </a:solidFill>
              </a:defRPr>
            </a:lvl4pPr>
            <a:lvl5pPr marL="0" indent="0" algn="ctr">
              <a:spcBef>
                <a:spcPts val="0"/>
              </a:spcBef>
              <a:spcAft>
                <a:spcPts val="0"/>
              </a:spcAft>
              <a:buFontTx/>
              <a:buNone/>
              <a:defRPr sz="1200" b="0">
                <a:solidFill>
                  <a:schemeClr val="bg1"/>
                </a:solidFill>
              </a:defRPr>
            </a:lvl5pPr>
            <a:lvl6pPr marL="0" indent="0" algn="ctr">
              <a:spcBef>
                <a:spcPts val="0"/>
              </a:spcBef>
              <a:spcAft>
                <a:spcPts val="0"/>
              </a:spcAft>
              <a:buFontTx/>
              <a:buNone/>
              <a:defRPr sz="1200" b="0">
                <a:solidFill>
                  <a:schemeClr val="bg1"/>
                </a:solidFill>
              </a:defRPr>
            </a:lvl6pPr>
            <a:lvl7pPr marL="0" indent="0" algn="ctr">
              <a:spcBef>
                <a:spcPts val="0"/>
              </a:spcBef>
              <a:spcAft>
                <a:spcPts val="0"/>
              </a:spcAft>
              <a:buFontTx/>
              <a:buNone/>
              <a:defRPr sz="1200" b="0">
                <a:solidFill>
                  <a:schemeClr val="bg1"/>
                </a:solidFill>
              </a:defRPr>
            </a:lvl7pPr>
            <a:lvl8pPr marL="0" indent="0" algn="ctr">
              <a:spcBef>
                <a:spcPts val="0"/>
              </a:spcBef>
              <a:spcAft>
                <a:spcPts val="0"/>
              </a:spcAft>
              <a:buFontTx/>
              <a:buNone/>
              <a:defRPr sz="1200" b="0">
                <a:solidFill>
                  <a:schemeClr val="bg1"/>
                </a:solidFill>
              </a:defRPr>
            </a:lvl8pPr>
            <a:lvl9pPr marL="0" indent="0" algn="ctr">
              <a:spcBef>
                <a:spcPts val="0"/>
              </a:spcBef>
              <a:spcAft>
                <a:spcPts val="0"/>
              </a:spcAft>
              <a:buFontTx/>
              <a:buNone/>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9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90204" pitchFamily="34" charset="0"/>
              <a:buNone/>
              <a:defRPr sz="1600" b="0">
                <a:solidFill>
                  <a:schemeClr val="bg1"/>
                </a:solidFill>
              </a:defRPr>
            </a:lvl2pPr>
            <a:lvl3pPr marL="0" indent="0" algn="l">
              <a:lnSpc>
                <a:spcPct val="100000"/>
              </a:lnSpc>
              <a:spcBef>
                <a:spcPts val="0"/>
              </a:spcBef>
              <a:spcAft>
                <a:spcPts val="0"/>
              </a:spcAft>
              <a:buFont typeface="Arial" panose="020B0604020202090204" pitchFamily="34" charset="0"/>
              <a:buNone/>
              <a:defRPr sz="1600" b="0">
                <a:solidFill>
                  <a:schemeClr val="bg1"/>
                </a:solidFill>
              </a:defRPr>
            </a:lvl3pPr>
            <a:lvl4pPr marL="0" indent="0" algn="l">
              <a:lnSpc>
                <a:spcPct val="100000"/>
              </a:lnSpc>
              <a:spcBef>
                <a:spcPts val="0"/>
              </a:spcBef>
              <a:spcAft>
                <a:spcPts val="0"/>
              </a:spcAft>
              <a:buFont typeface="Arial" panose="020B0604020202090204" pitchFamily="34" charset="0"/>
              <a:buNone/>
              <a:defRPr sz="1600" b="0">
                <a:solidFill>
                  <a:schemeClr val="bg1"/>
                </a:solidFill>
              </a:defRPr>
            </a:lvl4pPr>
            <a:lvl5pPr marL="0" indent="0" algn="l">
              <a:lnSpc>
                <a:spcPct val="100000"/>
              </a:lnSpc>
              <a:spcBef>
                <a:spcPts val="0"/>
              </a:spcBef>
              <a:spcAft>
                <a:spcPts val="0"/>
              </a:spcAft>
              <a:buFont typeface="Arial" panose="020B0604020202090204" pitchFamily="34" charset="0"/>
              <a:buNone/>
              <a:defRPr sz="1600" b="0">
                <a:solidFill>
                  <a:schemeClr val="bg1"/>
                </a:solidFill>
              </a:defRPr>
            </a:lvl5pPr>
            <a:lvl6pPr marL="0" indent="0" algn="l">
              <a:lnSpc>
                <a:spcPct val="100000"/>
              </a:lnSpc>
              <a:spcBef>
                <a:spcPts val="0"/>
              </a:spcBef>
              <a:spcAft>
                <a:spcPts val="0"/>
              </a:spcAft>
              <a:buFont typeface="Arial" panose="020B0604020202090204" pitchFamily="34" charset="0"/>
              <a:buNone/>
              <a:defRPr sz="1600" b="0">
                <a:solidFill>
                  <a:schemeClr val="bg1"/>
                </a:solidFill>
              </a:defRPr>
            </a:lvl6pPr>
            <a:lvl7pPr marL="0" indent="0" algn="l">
              <a:lnSpc>
                <a:spcPct val="100000"/>
              </a:lnSpc>
              <a:spcBef>
                <a:spcPts val="0"/>
              </a:spcBef>
              <a:spcAft>
                <a:spcPts val="0"/>
              </a:spcAft>
              <a:buFont typeface="Arial" panose="020B0604020202090204" pitchFamily="34" charset="0"/>
              <a:buNone/>
              <a:defRPr sz="1600" b="0">
                <a:solidFill>
                  <a:schemeClr val="bg1"/>
                </a:solidFill>
              </a:defRPr>
            </a:lvl7pPr>
            <a:lvl8pPr marL="0" indent="0" algn="l">
              <a:lnSpc>
                <a:spcPct val="100000"/>
              </a:lnSpc>
              <a:spcBef>
                <a:spcPts val="0"/>
              </a:spcBef>
              <a:spcAft>
                <a:spcPts val="0"/>
              </a:spcAft>
              <a:buFont typeface="Arial" panose="020B0604020202090204" pitchFamily="34" charset="0"/>
              <a:buNone/>
              <a:defRPr sz="1600" b="0">
                <a:solidFill>
                  <a:schemeClr val="bg1"/>
                </a:solidFill>
              </a:defRPr>
            </a:lvl8pPr>
            <a:lvl9pPr marL="0" indent="0" algn="l">
              <a:lnSpc>
                <a:spcPct val="100000"/>
              </a:lnSpc>
              <a:spcBef>
                <a:spcPts val="0"/>
              </a:spcBef>
              <a:spcAft>
                <a:spcPts val="0"/>
              </a:spcAft>
              <a:buFont typeface="Arial" panose="020B060402020209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endParaRPr lang="zh-CN" altLang="en-US"/>
          </a:p>
        </p:txBody>
      </p:sp>
      <p:sp>
        <p:nvSpPr>
          <p:cNvPr id="5" name="Text Placeholder 8"/>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sp>
        <p:nvSpPr>
          <p:cNvPr id="6" name="Text Placeholder 8"/>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7" name="Group 6"/>
          <p:cNvGrpSpPr/>
          <p:nvPr/>
        </p:nvGrpSpPr>
        <p:grpSpPr bwMode="gray">
          <a:xfrm>
            <a:off x="-1896888" y="0"/>
            <a:ext cx="1715078" cy="3744416"/>
            <a:chOff x="-1824880" y="2708920"/>
            <a:chExt cx="1715078" cy="3744416"/>
          </a:xfrm>
        </p:grpSpPr>
        <p:sp>
          <p:nvSpPr>
            <p:cNvPr id="8" name="TextBox 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10" name="TextBox 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p:cNvSpPr/>
          <p:nvPr/>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9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90204" pitchFamily="34" charset="0"/>
              <a:buNone/>
              <a:defRPr sz="1600" b="0">
                <a:solidFill>
                  <a:schemeClr val="bg2"/>
                </a:solidFill>
              </a:defRPr>
            </a:lvl2pPr>
            <a:lvl3pPr marL="0" indent="0" algn="l">
              <a:lnSpc>
                <a:spcPct val="100000"/>
              </a:lnSpc>
              <a:spcBef>
                <a:spcPts val="0"/>
              </a:spcBef>
              <a:spcAft>
                <a:spcPts val="0"/>
              </a:spcAft>
              <a:buFont typeface="Arial" panose="020B0604020202090204" pitchFamily="34" charset="0"/>
              <a:buNone/>
              <a:defRPr sz="1600" b="0">
                <a:solidFill>
                  <a:schemeClr val="bg2"/>
                </a:solidFill>
              </a:defRPr>
            </a:lvl3pPr>
            <a:lvl4pPr marL="0" indent="0" algn="l">
              <a:lnSpc>
                <a:spcPct val="100000"/>
              </a:lnSpc>
              <a:spcBef>
                <a:spcPts val="0"/>
              </a:spcBef>
              <a:spcAft>
                <a:spcPts val="0"/>
              </a:spcAft>
              <a:buFont typeface="Arial" panose="020B0604020202090204" pitchFamily="34" charset="0"/>
              <a:buNone/>
              <a:defRPr sz="1600" b="0">
                <a:solidFill>
                  <a:schemeClr val="bg2"/>
                </a:solidFill>
              </a:defRPr>
            </a:lvl4pPr>
            <a:lvl5pPr marL="0" indent="0" algn="l">
              <a:lnSpc>
                <a:spcPct val="100000"/>
              </a:lnSpc>
              <a:spcBef>
                <a:spcPts val="0"/>
              </a:spcBef>
              <a:spcAft>
                <a:spcPts val="0"/>
              </a:spcAft>
              <a:buFont typeface="Arial" panose="020B0604020202090204" pitchFamily="34" charset="0"/>
              <a:buNone/>
              <a:defRPr sz="1600" b="0">
                <a:solidFill>
                  <a:schemeClr val="bg2"/>
                </a:solidFill>
              </a:defRPr>
            </a:lvl5pPr>
            <a:lvl6pPr marL="0" indent="0" algn="l">
              <a:lnSpc>
                <a:spcPct val="100000"/>
              </a:lnSpc>
              <a:spcBef>
                <a:spcPts val="0"/>
              </a:spcBef>
              <a:spcAft>
                <a:spcPts val="0"/>
              </a:spcAft>
              <a:buFont typeface="Arial" panose="020B0604020202090204" pitchFamily="34" charset="0"/>
              <a:buNone/>
              <a:defRPr sz="1600" b="0">
                <a:solidFill>
                  <a:schemeClr val="bg2"/>
                </a:solidFill>
              </a:defRPr>
            </a:lvl6pPr>
            <a:lvl7pPr marL="0" indent="0" algn="l">
              <a:lnSpc>
                <a:spcPct val="100000"/>
              </a:lnSpc>
              <a:spcBef>
                <a:spcPts val="0"/>
              </a:spcBef>
              <a:spcAft>
                <a:spcPts val="0"/>
              </a:spcAft>
              <a:buFont typeface="Arial" panose="020B0604020202090204" pitchFamily="34" charset="0"/>
              <a:buNone/>
              <a:defRPr sz="1600" b="0">
                <a:solidFill>
                  <a:schemeClr val="bg2"/>
                </a:solidFill>
              </a:defRPr>
            </a:lvl7pPr>
            <a:lvl8pPr marL="0" indent="0" algn="l">
              <a:lnSpc>
                <a:spcPct val="100000"/>
              </a:lnSpc>
              <a:spcBef>
                <a:spcPts val="0"/>
              </a:spcBef>
              <a:spcAft>
                <a:spcPts val="0"/>
              </a:spcAft>
              <a:buFont typeface="Arial" panose="020B0604020202090204" pitchFamily="34" charset="0"/>
              <a:buNone/>
              <a:defRPr sz="1600" b="0">
                <a:solidFill>
                  <a:schemeClr val="bg2"/>
                </a:solidFill>
              </a:defRPr>
            </a:lvl8pPr>
            <a:lvl9pPr marL="0" indent="0" algn="l">
              <a:lnSpc>
                <a:spcPct val="100000"/>
              </a:lnSpc>
              <a:spcBef>
                <a:spcPts val="0"/>
              </a:spcBef>
              <a:spcAft>
                <a:spcPts val="0"/>
              </a:spcAft>
              <a:buFont typeface="Arial" panose="020B060402020209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p:cNvSpPr>
            <a:spLocks noGrp="1"/>
          </p:cNvSpPr>
          <p:nvPr>
            <p:ph type="ftr" sz="quarter" idx="19"/>
          </p:nvPr>
        </p:nvSpPr>
        <p:spPr bwMode="gray">
          <a:xfrm>
            <a:off x="479936" y="6165328"/>
            <a:ext cx="5040000" cy="216000"/>
          </a:xfrm>
        </p:spPr>
        <p:txBody>
          <a:bodyPr/>
          <a:lstStyle>
            <a:lvl1pPr algn="l">
              <a:defRPr/>
            </a:lvl1pPr>
          </a:lstStyle>
          <a:p>
            <a:endParaRPr lang="zh-CN" altLang="en-US"/>
          </a:p>
        </p:txBody>
      </p:sp>
      <p:sp>
        <p:nvSpPr>
          <p:cNvPr id="9" name="Text Placeholder 8"/>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sp>
        <p:nvSpPr>
          <p:cNvPr id="13" name="Text Placeholder 8"/>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2" name="Group 11"/>
          <p:cNvGrpSpPr/>
          <p:nvPr/>
        </p:nvGrpSpPr>
        <p:grpSpPr bwMode="gray">
          <a:xfrm>
            <a:off x="-1896888" y="0"/>
            <a:ext cx="1715078" cy="3744416"/>
            <a:chOff x="-1824880" y="2708920"/>
            <a:chExt cx="1715078" cy="3744416"/>
          </a:xfrm>
        </p:grpSpPr>
        <p:sp>
          <p:nvSpPr>
            <p:cNvPr id="14" name="TextBox 13"/>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16" name="TextBox 15"/>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9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90204" pitchFamily="34" charset="0"/>
              <a:buNone/>
              <a:defRPr sz="1600" b="0">
                <a:solidFill>
                  <a:schemeClr val="bg1"/>
                </a:solidFill>
              </a:defRPr>
            </a:lvl2pPr>
            <a:lvl3pPr marL="0" indent="0" algn="l">
              <a:lnSpc>
                <a:spcPct val="100000"/>
              </a:lnSpc>
              <a:spcBef>
                <a:spcPts val="0"/>
              </a:spcBef>
              <a:spcAft>
                <a:spcPts val="0"/>
              </a:spcAft>
              <a:buFont typeface="Arial" panose="020B0604020202090204" pitchFamily="34" charset="0"/>
              <a:buNone/>
              <a:defRPr sz="1600" b="0">
                <a:solidFill>
                  <a:schemeClr val="bg1"/>
                </a:solidFill>
              </a:defRPr>
            </a:lvl3pPr>
            <a:lvl4pPr marL="0" indent="0" algn="l">
              <a:lnSpc>
                <a:spcPct val="100000"/>
              </a:lnSpc>
              <a:spcBef>
                <a:spcPts val="0"/>
              </a:spcBef>
              <a:spcAft>
                <a:spcPts val="0"/>
              </a:spcAft>
              <a:buFont typeface="Arial" panose="020B0604020202090204" pitchFamily="34" charset="0"/>
              <a:buNone/>
              <a:defRPr sz="1600" b="0">
                <a:solidFill>
                  <a:schemeClr val="bg1"/>
                </a:solidFill>
              </a:defRPr>
            </a:lvl4pPr>
            <a:lvl5pPr marL="0" indent="0" algn="l">
              <a:lnSpc>
                <a:spcPct val="100000"/>
              </a:lnSpc>
              <a:spcBef>
                <a:spcPts val="0"/>
              </a:spcBef>
              <a:spcAft>
                <a:spcPts val="0"/>
              </a:spcAft>
              <a:buFont typeface="Arial" panose="020B0604020202090204" pitchFamily="34" charset="0"/>
              <a:buNone/>
              <a:defRPr sz="1600" b="0">
                <a:solidFill>
                  <a:schemeClr val="bg1"/>
                </a:solidFill>
              </a:defRPr>
            </a:lvl5pPr>
            <a:lvl6pPr marL="0" indent="0" algn="l">
              <a:lnSpc>
                <a:spcPct val="100000"/>
              </a:lnSpc>
              <a:spcBef>
                <a:spcPts val="0"/>
              </a:spcBef>
              <a:spcAft>
                <a:spcPts val="0"/>
              </a:spcAft>
              <a:buFont typeface="Arial" panose="020B0604020202090204" pitchFamily="34" charset="0"/>
              <a:buNone/>
              <a:defRPr sz="1600" b="0">
                <a:solidFill>
                  <a:schemeClr val="bg1"/>
                </a:solidFill>
              </a:defRPr>
            </a:lvl6pPr>
            <a:lvl7pPr marL="0" indent="0" algn="l">
              <a:lnSpc>
                <a:spcPct val="100000"/>
              </a:lnSpc>
              <a:spcBef>
                <a:spcPts val="0"/>
              </a:spcBef>
              <a:spcAft>
                <a:spcPts val="0"/>
              </a:spcAft>
              <a:buFont typeface="Arial" panose="020B0604020202090204" pitchFamily="34" charset="0"/>
              <a:buNone/>
              <a:defRPr sz="1600" b="0">
                <a:solidFill>
                  <a:schemeClr val="bg1"/>
                </a:solidFill>
              </a:defRPr>
            </a:lvl7pPr>
            <a:lvl8pPr marL="0" indent="0" algn="l">
              <a:lnSpc>
                <a:spcPct val="100000"/>
              </a:lnSpc>
              <a:spcBef>
                <a:spcPts val="0"/>
              </a:spcBef>
              <a:spcAft>
                <a:spcPts val="0"/>
              </a:spcAft>
              <a:buFont typeface="Arial" panose="020B0604020202090204" pitchFamily="34" charset="0"/>
              <a:buNone/>
              <a:defRPr sz="1600" b="0">
                <a:solidFill>
                  <a:schemeClr val="bg1"/>
                </a:solidFill>
              </a:defRPr>
            </a:lvl8pPr>
            <a:lvl9pPr marL="0" indent="0" algn="l">
              <a:lnSpc>
                <a:spcPct val="100000"/>
              </a:lnSpc>
              <a:spcBef>
                <a:spcPts val="0"/>
              </a:spcBef>
              <a:spcAft>
                <a:spcPts val="0"/>
              </a:spcAft>
              <a:buFont typeface="Arial" panose="020B060402020209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defRPr sz="1200" b="0"/>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r>
              <a:rPr lang="en-US"/>
              <a:t>Add picture</a:t>
            </a:r>
          </a:p>
        </p:txBody>
      </p:sp>
      <p:pic>
        <p:nvPicPr>
          <p:cNvPr id="14" name="Grafik 13"/>
          <p:cNvPicPr>
            <a:picLocks noChangeAspect="1"/>
          </p:cNvPicPr>
          <p:nvPr/>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endParaRPr lang="zh-CN" altLang="en-US"/>
          </a:p>
        </p:txBody>
      </p:sp>
      <p:sp>
        <p:nvSpPr>
          <p:cNvPr id="5" name="Text Placeholder 8"/>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6" name="Group 5"/>
          <p:cNvGrpSpPr/>
          <p:nvPr/>
        </p:nvGrpSpPr>
        <p:grpSpPr bwMode="gray">
          <a:xfrm>
            <a:off x="-1896888" y="0"/>
            <a:ext cx="1715078" cy="3744416"/>
            <a:chOff x="-1824880" y="2708920"/>
            <a:chExt cx="1715078" cy="3744416"/>
          </a:xfrm>
        </p:grpSpPr>
        <p:sp>
          <p:nvSpPr>
            <p:cNvPr id="12" name="TextBox 11"/>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p:cNvPicPr>
              <a:picLocks noChangeAspect="1"/>
            </p:cNvPicPr>
            <p:nvPr userDrawn="1"/>
          </p:nvPicPr>
          <p:blipFill rotWithShape="1">
            <a:blip r:embed="rId4"/>
            <a:srcRect l="8843" r="2395" b="2546"/>
            <a:stretch>
              <a:fillRect/>
            </a:stretch>
          </p:blipFill>
          <p:spPr bwMode="gray">
            <a:xfrm>
              <a:off x="-1589806" y="4475212"/>
              <a:ext cx="745332" cy="1122804"/>
            </a:xfrm>
            <a:prstGeom prst="roundRect">
              <a:avLst>
                <a:gd name="adj" fmla="val 3514"/>
              </a:avLst>
            </a:prstGeom>
          </p:spPr>
        </p:pic>
        <p:sp>
          <p:nvSpPr>
            <p:cNvPr id="15" name="TextBox 14"/>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45" indent="-360045">
              <a:spcBef>
                <a:spcPts val="1800"/>
              </a:spcBef>
              <a:buFont typeface="+mj-lt"/>
              <a:buAutoNum type="arabicPeriod"/>
              <a:defRPr sz="2000"/>
            </a:lvl1pPr>
            <a:lvl2pPr marL="539750" indent="-179705">
              <a:spcBef>
                <a:spcPts val="200"/>
              </a:spcBef>
              <a:spcAft>
                <a:spcPts val="200"/>
              </a:spcAft>
              <a:buFont typeface="Arial" panose="020B0604020202090204" pitchFamily="34" charset="0"/>
              <a:buChar char="•"/>
              <a:defRPr/>
            </a:lvl2pPr>
            <a:lvl3pPr marL="539750" indent="-179705">
              <a:spcBef>
                <a:spcPts val="200"/>
              </a:spcBef>
              <a:spcAft>
                <a:spcPts val="200"/>
              </a:spcAft>
              <a:buFont typeface="Arial" panose="020B0604020202090204" pitchFamily="34" charset="0"/>
              <a:buChar char="•"/>
              <a:defRPr/>
            </a:lvl3pPr>
            <a:lvl4pPr marL="539750" indent="-179705">
              <a:spcBef>
                <a:spcPts val="200"/>
              </a:spcBef>
              <a:spcAft>
                <a:spcPts val="200"/>
              </a:spcAft>
              <a:buFont typeface="Arial" panose="020B0604020202090204" pitchFamily="34" charset="0"/>
              <a:buChar char="•"/>
              <a:defRPr/>
            </a:lvl4pPr>
            <a:lvl5pPr marL="539750" indent="-179705">
              <a:spcBef>
                <a:spcPts val="200"/>
              </a:spcBef>
              <a:spcAft>
                <a:spcPts val="200"/>
              </a:spcAft>
              <a:buFont typeface="Arial" panose="020B0604020202090204" pitchFamily="34" charset="0"/>
              <a:buChar char="•"/>
              <a:defRPr sz="1600"/>
            </a:lvl5pPr>
            <a:lvl6pPr marL="539750" indent="-179705">
              <a:spcBef>
                <a:spcPts val="200"/>
              </a:spcBef>
              <a:spcAft>
                <a:spcPts val="200"/>
              </a:spcAft>
              <a:buFont typeface="Arial" panose="020B0604020202090204" pitchFamily="34" charset="0"/>
              <a:buChar char="•"/>
              <a:defRPr sz="1600"/>
            </a:lvl6pPr>
            <a:lvl7pPr marL="539750" indent="-179705">
              <a:spcBef>
                <a:spcPts val="200"/>
              </a:spcBef>
              <a:spcAft>
                <a:spcPts val="200"/>
              </a:spcAft>
              <a:buFont typeface="Arial" panose="020B0604020202090204" pitchFamily="34" charset="0"/>
              <a:buChar char="•"/>
              <a:defRPr sz="1600"/>
            </a:lvl7pPr>
            <a:lvl8pPr marL="539750" indent="-179705">
              <a:spcBef>
                <a:spcPts val="200"/>
              </a:spcBef>
              <a:spcAft>
                <a:spcPts val="200"/>
              </a:spcAft>
              <a:buFont typeface="Arial" panose="020B0604020202090204" pitchFamily="34" charset="0"/>
              <a:buChar char="•"/>
              <a:defRPr sz="1600"/>
            </a:lvl8pPr>
            <a:lvl9pPr marL="539750" indent="-179705">
              <a:spcBef>
                <a:spcPts val="200"/>
              </a:spcBef>
              <a:spcAft>
                <a:spcPts val="200"/>
              </a:spcAft>
              <a:buFont typeface="Arial" panose="020B060402020209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p:cNvSpPr>
            <a:spLocks noGrp="1"/>
          </p:cNvSpPr>
          <p:nvPr>
            <p:ph type="ftr" sz="quarter" idx="16"/>
          </p:nvPr>
        </p:nvSpPr>
        <p:spPr bwMode="gray"/>
        <p:txBody>
          <a:bodyPr/>
          <a:lstStyle/>
          <a:p>
            <a:endParaRPr lang="zh-CN" altLang="en-US"/>
          </a:p>
        </p:txBody>
      </p:sp>
      <p:sp>
        <p:nvSpPr>
          <p:cNvPr id="7" name="Foliennummernplatzhalter 6"/>
          <p:cNvSpPr>
            <a:spLocks noGrp="1"/>
          </p:cNvSpPr>
          <p:nvPr>
            <p:ph type="sldNum" sz="quarter" idx="17"/>
          </p:nvPr>
        </p:nvSpPr>
        <p:spPr bwMode="gray"/>
        <p:txBody>
          <a:bodyPr/>
          <a:lstStyle/>
          <a:p>
            <a:fld id="{1C046D74-684A-41CD-915E-09DB96BC3FEF}"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p:cNvSpPr>
            <a:spLocks noGrp="1"/>
          </p:cNvSpPr>
          <p:nvPr>
            <p:ph type="ftr" sz="quarter" idx="16"/>
          </p:nvPr>
        </p:nvSpPr>
        <p:spPr bwMode="gray"/>
        <p:txBody>
          <a:bodyPr/>
          <a:lstStyle>
            <a:lvl1pPr>
              <a:defRPr>
                <a:solidFill>
                  <a:schemeClr val="bg1"/>
                </a:solidFill>
              </a:defRPr>
            </a:lvl1pPr>
          </a:lstStyle>
          <a:p>
            <a:endParaRPr lang="zh-CN" altLang="en-US"/>
          </a:p>
        </p:txBody>
      </p:sp>
      <p:sp>
        <p:nvSpPr>
          <p:cNvPr id="7" name="Foliennummernplatzhalter 6"/>
          <p:cNvSpPr>
            <a:spLocks noGrp="1"/>
          </p:cNvSpPr>
          <p:nvPr>
            <p:ph type="sldNum" sz="quarter" idx="17"/>
          </p:nvPr>
        </p:nvSpPr>
        <p:spPr bwMode="gray"/>
        <p:txBody>
          <a:bodyPr/>
          <a:lstStyle>
            <a:lvl1pPr>
              <a:defRPr>
                <a:solidFill>
                  <a:schemeClr val="bg1"/>
                </a:solidFill>
              </a:defRPr>
            </a:lvl1pPr>
          </a:lstStyle>
          <a:p>
            <a:fld id="{1C046D74-684A-41CD-915E-09DB96BC3FEF}" type="slidenum">
              <a:rPr lang="zh-CN" altLang="en-US" smtClean="0"/>
              <a:t>‹#›</a:t>
            </a:fld>
            <a:endParaRPr lang="zh-CN" altLang="en-US"/>
          </a:p>
        </p:txBody>
      </p:sp>
      <p:sp>
        <p:nvSpPr>
          <p:cNvPr id="15" name="Textplatzhalter 8"/>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p:cNvPicPr>
            <a:picLocks noChangeAspect="1"/>
          </p:cNvPicPr>
          <p:nvPr/>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9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9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9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9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9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9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9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9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90204" pitchFamily="34" charset="0"/>
              <a:buNone/>
              <a:defRPr sz="1600" b="0">
                <a:solidFill>
                  <a:schemeClr val="bg2"/>
                </a:solidFill>
                <a:latin typeface="+mn-lt"/>
              </a:defRPr>
            </a:lvl9pPr>
          </a:lstStyle>
          <a:p>
            <a:r>
              <a:rPr lang="en-US"/>
              <a:t>Optional short description</a:t>
            </a:r>
          </a:p>
        </p:txBody>
      </p:sp>
      <p:sp>
        <p:nvSpPr>
          <p:cNvPr id="7" name="Foliennummernplatzhalter 6"/>
          <p:cNvSpPr>
            <a:spLocks noGrp="1"/>
          </p:cNvSpPr>
          <p:nvPr>
            <p:ph type="sldNum" sz="quarter" idx="16"/>
          </p:nvPr>
        </p:nvSpPr>
        <p:spPr bwMode="gray"/>
        <p:txBody>
          <a:bodyPr/>
          <a:lstStyle>
            <a:lvl1pPr>
              <a:defRPr>
                <a:solidFill>
                  <a:schemeClr val="bg2"/>
                </a:solidFill>
              </a:defRPr>
            </a:lvl1pPr>
          </a:lstStyle>
          <a:p>
            <a:fld id="{1C046D74-684A-41CD-915E-09DB96BC3FEF}" type="slidenum">
              <a:rPr lang="zh-CN" altLang="en-US" smtClean="0"/>
              <a:t>‹#›</a:t>
            </a:fld>
            <a:endParaRPr lang="zh-CN" altLang="en-US"/>
          </a:p>
        </p:txBody>
      </p:sp>
      <p:sp>
        <p:nvSpPr>
          <p:cNvPr id="6" name="Fußzeilenplatzhalter 5"/>
          <p:cNvSpPr>
            <a:spLocks noGrp="1"/>
          </p:cNvSpPr>
          <p:nvPr>
            <p:ph type="ftr" sz="quarter" idx="19"/>
          </p:nvPr>
        </p:nvSpPr>
        <p:spPr bwMode="gray"/>
        <p:txBody>
          <a:bodyPr/>
          <a:lstStyle/>
          <a:p>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9pPr>
          </a:lstStyle>
          <a:p>
            <a:r>
              <a:rPr lang="en-US"/>
              <a:t>Optional short description</a:t>
            </a:r>
          </a:p>
        </p:txBody>
      </p:sp>
      <p:sp>
        <p:nvSpPr>
          <p:cNvPr id="7" name="Foliennummernplatzhalter 6"/>
          <p:cNvSpPr>
            <a:spLocks noGrp="1"/>
          </p:cNvSpPr>
          <p:nvPr>
            <p:ph type="sldNum" sz="quarter" idx="16"/>
          </p:nvPr>
        </p:nvSpPr>
        <p:spPr bwMode="gray"/>
        <p:txBody>
          <a:bodyPr/>
          <a:lstStyle>
            <a:lvl1pPr>
              <a:defRPr>
                <a:solidFill>
                  <a:schemeClr val="bg1"/>
                </a:solidFill>
              </a:defRPr>
            </a:lvl1pPr>
          </a:lstStyle>
          <a:p>
            <a:fld id="{1C046D74-684A-41CD-915E-09DB96BC3FEF}" type="slidenum">
              <a:rPr lang="zh-CN" altLang="en-US" smtClean="0"/>
              <a:t>‹#›</a:t>
            </a:fld>
            <a:endParaRPr lang="zh-CN" altLang="en-US"/>
          </a:p>
        </p:txBody>
      </p:sp>
      <p:pic>
        <p:nvPicPr>
          <p:cNvPr id="4" name="Grafik 3"/>
          <p:cNvPicPr>
            <a:picLocks noChangeAspect="1"/>
          </p:cNvPicPr>
          <p:nvPr/>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8" name="Fußzeilenplatzhalter 7"/>
          <p:cNvSpPr>
            <a:spLocks noGrp="1"/>
          </p:cNvSpPr>
          <p:nvPr>
            <p:ph type="ftr" sz="quarter" idx="19"/>
          </p:nvPr>
        </p:nvSpPr>
        <p:spPr bwMode="gray"/>
        <p:txBody>
          <a:bodyPr/>
          <a:lstStyle>
            <a:lvl1pPr>
              <a:defRPr>
                <a:solidFill>
                  <a:schemeClr val="bg1"/>
                </a:solidFill>
              </a:defRPr>
            </a:lvl1pPr>
          </a:lstStyle>
          <a:p>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90204" pitchFamily="34" charset="0"/>
              <a:buNone/>
              <a:defRPr sz="1600" b="0">
                <a:solidFill>
                  <a:schemeClr val="bg1"/>
                </a:solidFill>
                <a:latin typeface="+mn-lt"/>
              </a:defRPr>
            </a:lvl9pPr>
          </a:lstStyle>
          <a:p>
            <a:r>
              <a:rPr lang="en-US"/>
              <a:t>Optional short description</a:t>
            </a:r>
          </a:p>
        </p:txBody>
      </p:sp>
      <p:sp>
        <p:nvSpPr>
          <p:cNvPr id="7" name="Foliennummernplatzhalter 6"/>
          <p:cNvSpPr>
            <a:spLocks noGrp="1"/>
          </p:cNvSpPr>
          <p:nvPr>
            <p:ph type="sldNum" sz="quarter" idx="16"/>
          </p:nvPr>
        </p:nvSpPr>
        <p:spPr bwMode="gray"/>
        <p:txBody>
          <a:bodyPr/>
          <a:lstStyle>
            <a:lvl1pPr>
              <a:defRPr>
                <a:solidFill>
                  <a:schemeClr val="bg1"/>
                </a:solidFill>
              </a:defRPr>
            </a:lvl1pPr>
          </a:lstStyle>
          <a:p>
            <a:fld id="{1C046D74-684A-41CD-915E-09DB96BC3FEF}" type="slidenum">
              <a:rPr lang="zh-CN" altLang="en-US" smtClean="0"/>
              <a:t>‹#›</a:t>
            </a:fld>
            <a:endParaRPr lang="zh-CN" altLang="en-US"/>
          </a:p>
        </p:txBody>
      </p:sp>
      <p:pic>
        <p:nvPicPr>
          <p:cNvPr id="5" name="Grafik 4"/>
          <p:cNvPicPr>
            <a:picLocks noChangeAspect="1"/>
          </p:cNvPicPr>
          <p:nvPr/>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12" name="Fußzeilenplatzhalter 11"/>
          <p:cNvSpPr>
            <a:spLocks noGrp="1"/>
          </p:cNvSpPr>
          <p:nvPr>
            <p:ph type="ftr" sz="quarter" idx="19"/>
          </p:nvPr>
        </p:nvSpPr>
        <p:spPr bwMode="gray"/>
        <p:txBody>
          <a:bodyPr/>
          <a:lstStyle>
            <a:lvl1pPr>
              <a:defRPr>
                <a:solidFill>
                  <a:schemeClr val="bg1"/>
                </a:solidFill>
              </a:defRPr>
            </a:lvl1pPr>
          </a:lstStyle>
          <a:p>
            <a:endParaRPr lang="zh-CN" altLang="en-US"/>
          </a:p>
        </p:txBody>
      </p:sp>
      <p:grpSp>
        <p:nvGrpSpPr>
          <p:cNvPr id="16" name="Group 15"/>
          <p:cNvGrpSpPr/>
          <p:nvPr/>
        </p:nvGrpSpPr>
        <p:grpSpPr bwMode="gray">
          <a:xfrm>
            <a:off x="-1896888" y="0"/>
            <a:ext cx="1715078" cy="3744416"/>
            <a:chOff x="-1824880" y="2708920"/>
            <a:chExt cx="1715078" cy="3744416"/>
          </a:xfrm>
        </p:grpSpPr>
        <p:sp>
          <p:nvSpPr>
            <p:cNvPr id="17" name="TextBox 16"/>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p:cNvPicPr>
              <a:picLocks noChangeAspect="1"/>
            </p:cNvPicPr>
            <p:nvPr userDrawn="1"/>
          </p:nvPicPr>
          <p:blipFill rotWithShape="1">
            <a:blip r:embed="rId3"/>
            <a:srcRect l="8843" r="2395" b="2546"/>
            <a:stretch>
              <a:fillRect/>
            </a:stretch>
          </p:blipFill>
          <p:spPr bwMode="gray">
            <a:xfrm>
              <a:off x="-1589806" y="4475212"/>
              <a:ext cx="745332" cy="1122804"/>
            </a:xfrm>
            <a:prstGeom prst="roundRect">
              <a:avLst>
                <a:gd name="adj" fmla="val 3514"/>
              </a:avLst>
            </a:prstGeom>
          </p:spPr>
        </p:pic>
        <p:sp>
          <p:nvSpPr>
            <p:cNvPr id="19" name="TextBox 18"/>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p:cNvSpPr>
            <a:spLocks noGrp="1"/>
          </p:cNvSpPr>
          <p:nvPr>
            <p:ph type="ftr" sz="quarter" idx="19"/>
          </p:nvPr>
        </p:nvSpPr>
        <p:spPr bwMode="gray"/>
        <p:txBody>
          <a:bodyPr/>
          <a:lstStyle/>
          <a:p>
            <a:r>
              <a:rPr lang="en-US" altLang="zh-CN"/>
              <a:t>TA-CEC Presentation Template</a:t>
            </a:r>
            <a:r>
              <a:rPr lang="en-US"/>
              <a:t>|    ONLY FOR INTERNAL USE</a:t>
            </a:r>
          </a:p>
        </p:txBody>
      </p:sp>
      <p:sp>
        <p:nvSpPr>
          <p:cNvPr id="5" name="Foliennummernplatzhalter 4"/>
          <p:cNvSpPr>
            <a:spLocks noGrp="1"/>
          </p:cNvSpPr>
          <p:nvPr>
            <p:ph type="sldNum" sz="quarter" idx="20"/>
          </p:nvPr>
        </p:nvSpPr>
        <p:spPr bwMode="gray"/>
        <p:txBody>
          <a:bodyPr/>
          <a:lstStyle/>
          <a:p>
            <a:fld id="{DF4E8F9F-5B1F-4F5B-BE49-3245D8C18D9F}"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90204" pitchFamily="34" charset="0"/>
              <a:buNone/>
              <a:defRPr sz="800" b="0">
                <a:solidFill>
                  <a:schemeClr val="bg1"/>
                </a:solidFill>
              </a:defRPr>
            </a:lvl1pPr>
            <a:lvl2pPr marL="0" indent="0">
              <a:lnSpc>
                <a:spcPct val="100000"/>
              </a:lnSpc>
              <a:spcBef>
                <a:spcPts val="0"/>
              </a:spcBef>
              <a:spcAft>
                <a:spcPts val="0"/>
              </a:spcAft>
              <a:buFont typeface="Arial" panose="020B060402020209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p:cNvSpPr>
            <a:spLocks noGrp="1"/>
          </p:cNvSpPr>
          <p:nvPr>
            <p:ph type="ftr" sz="quarter" idx="14"/>
          </p:nvPr>
        </p:nvSpPr>
        <p:spPr bwMode="gray"/>
        <p:txBody>
          <a:bodyPr/>
          <a:lstStyle>
            <a:lvl1pPr>
              <a:defRPr>
                <a:solidFill>
                  <a:schemeClr val="bg1"/>
                </a:solidFill>
              </a:defRPr>
            </a:lvl1pPr>
          </a:lstStyle>
          <a:p>
            <a:endParaRPr lang="zh-CN" altLang="en-US"/>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1C046D74-684A-41CD-915E-09DB96BC3FEF}" type="slidenum">
              <a:rPr lang="zh-CN" altLang="en-US" smtClean="0"/>
              <a:t>‹#›</a:t>
            </a:fld>
            <a:endParaRPr lang="zh-CN" altLang="en-US"/>
          </a:p>
        </p:txBody>
      </p:sp>
      <p:pic>
        <p:nvPicPr>
          <p:cNvPr id="6" name="Grafik 5"/>
          <p:cNvPicPr>
            <a:picLocks noChangeAspect="1"/>
          </p:cNvPicPr>
          <p:nvPr/>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p:cNvSpPr/>
          <p:nvPr/>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845" indent="-215900">
              <a:defRPr sz="1200">
                <a:solidFill>
                  <a:schemeClr val="bg2"/>
                </a:solidFill>
              </a:defRPr>
            </a:lvl5pPr>
            <a:lvl6pPr marL="791845" indent="-215900">
              <a:defRPr sz="1200">
                <a:solidFill>
                  <a:schemeClr val="bg2"/>
                </a:solidFill>
              </a:defRPr>
            </a:lvl6pPr>
            <a:lvl7pPr marL="791845" indent="-215900">
              <a:defRPr sz="1200">
                <a:solidFill>
                  <a:schemeClr val="bg2"/>
                </a:solidFill>
              </a:defRPr>
            </a:lvl7pPr>
            <a:lvl8pPr marL="791845" indent="-215900">
              <a:defRPr sz="1200">
                <a:solidFill>
                  <a:schemeClr val="bg2"/>
                </a:solidFill>
              </a:defRPr>
            </a:lvl8pPr>
            <a:lvl9pPr marL="791845" indent="-2159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p:cNvSpPr>
            <a:spLocks noGrp="1"/>
          </p:cNvSpPr>
          <p:nvPr>
            <p:ph type="ftr" sz="quarter" idx="21"/>
          </p:nvPr>
        </p:nvSpPr>
        <p:spPr bwMode="gray"/>
        <p:txBody>
          <a:bodyPr/>
          <a:lstStyle/>
          <a:p>
            <a:endParaRPr lang="zh-CN" altLang="en-US"/>
          </a:p>
        </p:txBody>
      </p:sp>
      <p:sp>
        <p:nvSpPr>
          <p:cNvPr id="8" name="Foliennummernplatzhalter 7"/>
          <p:cNvSpPr>
            <a:spLocks noGrp="1"/>
          </p:cNvSpPr>
          <p:nvPr>
            <p:ph type="sldNum" sz="quarter" idx="22"/>
          </p:nvPr>
        </p:nvSpPr>
        <p:spPr bwMode="gray"/>
        <p:txBody>
          <a:bodyPr/>
          <a:lstStyle/>
          <a:p>
            <a:fld id="{1C046D74-684A-41CD-915E-09DB96BC3FEF}" type="slidenum">
              <a:rPr lang="zh-CN" altLang="en-US" smtClean="0"/>
              <a:t>‹#›</a:t>
            </a:fld>
            <a:endParaRPr lang="zh-CN" altLang="en-US"/>
          </a:p>
        </p:txBody>
      </p:sp>
      <p:pic>
        <p:nvPicPr>
          <p:cNvPr id="9" name="Grafik 8"/>
          <p:cNvPicPr>
            <a:picLocks noChangeAspect="1"/>
          </p:cNvPicPr>
          <p:nvPr/>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p:cNvSpPr/>
          <p:nvPr/>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845" indent="-215900">
              <a:defRPr sz="1200">
                <a:solidFill>
                  <a:schemeClr val="bg2"/>
                </a:solidFill>
              </a:defRPr>
            </a:lvl5pPr>
            <a:lvl6pPr marL="791845" indent="-215900">
              <a:defRPr sz="1200">
                <a:solidFill>
                  <a:schemeClr val="bg2"/>
                </a:solidFill>
              </a:defRPr>
            </a:lvl6pPr>
            <a:lvl7pPr marL="791845" indent="-215900">
              <a:defRPr sz="1200">
                <a:solidFill>
                  <a:schemeClr val="bg2"/>
                </a:solidFill>
              </a:defRPr>
            </a:lvl7pPr>
            <a:lvl8pPr marL="791845" indent="-215900">
              <a:defRPr sz="1200">
                <a:solidFill>
                  <a:schemeClr val="bg2"/>
                </a:solidFill>
              </a:defRPr>
            </a:lvl8pPr>
            <a:lvl9pPr marL="791845" indent="-2159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p:cNvSpPr>
            <a:spLocks noGrp="1"/>
          </p:cNvSpPr>
          <p:nvPr>
            <p:ph type="sldNum" sz="quarter" idx="18"/>
          </p:nvPr>
        </p:nvSpPr>
        <p:spPr bwMode="gray">
          <a:xfrm>
            <a:off x="11424592" y="6246836"/>
            <a:ext cx="288000" cy="288000"/>
          </a:xfrm>
        </p:spPr>
        <p:txBody>
          <a:bodyPr/>
          <a:lstStyle/>
          <a:p>
            <a:fld id="{1C046D74-684A-41CD-915E-09DB96BC3FEF}" type="slidenum">
              <a:rPr lang="zh-CN" altLang="en-US" smtClean="0"/>
              <a:t>‹#›</a:t>
            </a:fld>
            <a:endParaRPr lang="zh-CN" altLang="en-US"/>
          </a:p>
        </p:txBody>
      </p:sp>
      <p:sp>
        <p:nvSpPr>
          <p:cNvPr id="7" name="Fußzeilenplatzhalter 6"/>
          <p:cNvSpPr>
            <a:spLocks noGrp="1"/>
          </p:cNvSpPr>
          <p:nvPr>
            <p:ph type="ftr" sz="quarter" idx="19"/>
          </p:nvPr>
        </p:nvSpPr>
        <p:spPr bwMode="gray">
          <a:xfrm>
            <a:off x="8904624" y="6246836"/>
            <a:ext cx="2447960" cy="288000"/>
          </a:xfrm>
        </p:spPr>
        <p:txBody>
          <a:bodyPr/>
          <a:lstStyle/>
          <a:p>
            <a:endParaRPr lang="zh-CN" altLang="en-US"/>
          </a:p>
        </p:txBody>
      </p:sp>
      <p:sp>
        <p:nvSpPr>
          <p:cNvPr id="6" name="Arrow: Pentagon 5"/>
          <p:cNvSpPr/>
          <p:nvPr/>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p:cNvSpPr/>
          <p:nvPr/>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845" indent="-215900">
              <a:defRPr sz="1200">
                <a:solidFill>
                  <a:schemeClr val="tx2"/>
                </a:solidFill>
              </a:defRPr>
            </a:lvl5pPr>
            <a:lvl6pPr marL="791845" indent="-215900">
              <a:defRPr sz="1200">
                <a:solidFill>
                  <a:schemeClr val="tx2"/>
                </a:solidFill>
              </a:defRPr>
            </a:lvl6pPr>
            <a:lvl7pPr marL="791845" indent="-215900">
              <a:defRPr sz="1200">
                <a:solidFill>
                  <a:schemeClr val="tx2"/>
                </a:solidFill>
              </a:defRPr>
            </a:lvl7pPr>
            <a:lvl8pPr marL="791845" indent="-215900">
              <a:defRPr sz="1200">
                <a:solidFill>
                  <a:schemeClr val="tx2"/>
                </a:solidFill>
              </a:defRPr>
            </a:lvl8pPr>
            <a:lvl9pPr marL="791845" indent="-2159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p:cNvSpPr>
            <a:spLocks noGrp="1"/>
          </p:cNvSpPr>
          <p:nvPr>
            <p:ph type="ftr" sz="quarter" idx="21"/>
          </p:nvPr>
        </p:nvSpPr>
        <p:spPr bwMode="gray"/>
        <p:txBody>
          <a:bodyPr/>
          <a:lstStyle/>
          <a:p>
            <a:r>
              <a:rPr lang="en-US"/>
              <a:t>Presentation title    |    ONLY FOR INTERNAL USE</a:t>
            </a:r>
          </a:p>
        </p:txBody>
      </p:sp>
      <p:sp>
        <p:nvSpPr>
          <p:cNvPr id="9" name="Foliennummernplatzhalter 8"/>
          <p:cNvSpPr>
            <a:spLocks noGrp="1"/>
          </p:cNvSpPr>
          <p:nvPr>
            <p:ph type="sldNum" sz="quarter" idx="22"/>
          </p:nvPr>
        </p:nvSpPr>
        <p:spPr bwMode="gray"/>
        <p:txBody>
          <a:bodyPr/>
          <a:lstStyle/>
          <a:p>
            <a:fld id="{DF4E8F9F-5B1F-4F5B-BE49-3245D8C18D9F}" type="slidenum">
              <a:rPr lang="en-US" smtClean="0"/>
              <a:t>‹#›</a:t>
            </a:fld>
            <a:endParaRPr lang="en-US"/>
          </a:p>
        </p:txBody>
      </p:sp>
      <p:pic>
        <p:nvPicPr>
          <p:cNvPr id="11" name="Grafik 10"/>
          <p:cNvPicPr>
            <a:picLocks noChangeAspect="1"/>
          </p:cNvPicPr>
          <p:nvPr/>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4" name="Rechteck 1"/>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6" name="Grafik 10"/>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p:cNvSpPr/>
          <p:nvPr/>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845" indent="-215900">
              <a:defRPr sz="1200">
                <a:solidFill>
                  <a:schemeClr val="tx2"/>
                </a:solidFill>
              </a:defRPr>
            </a:lvl5pPr>
            <a:lvl6pPr marL="791845" indent="-215900">
              <a:defRPr sz="1200">
                <a:solidFill>
                  <a:schemeClr val="tx2"/>
                </a:solidFill>
              </a:defRPr>
            </a:lvl6pPr>
            <a:lvl7pPr marL="791845" indent="-215900">
              <a:defRPr sz="1200">
                <a:solidFill>
                  <a:schemeClr val="tx2"/>
                </a:solidFill>
              </a:defRPr>
            </a:lvl7pPr>
            <a:lvl8pPr marL="791845" indent="-215900">
              <a:defRPr sz="1200">
                <a:solidFill>
                  <a:schemeClr val="tx2"/>
                </a:solidFill>
              </a:defRPr>
            </a:lvl8pPr>
            <a:lvl9pPr marL="791845" indent="-2159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1C046D74-684A-41CD-915E-09DB96BC3FEF}" type="slidenum">
              <a:rPr lang="zh-CN" altLang="en-US" smtClean="0"/>
              <a:t>‹#›</a:t>
            </a:fld>
            <a:endParaRPr lang="zh-CN" altLang="en-US"/>
          </a:p>
        </p:txBody>
      </p:sp>
      <p:sp>
        <p:nvSpPr>
          <p:cNvPr id="6" name="Fußzeilenplatzhalter 5"/>
          <p:cNvSpPr>
            <a:spLocks noGrp="1"/>
          </p:cNvSpPr>
          <p:nvPr>
            <p:ph type="ftr" sz="quarter" idx="19"/>
          </p:nvPr>
        </p:nvSpPr>
        <p:spPr bwMode="gray">
          <a:xfrm>
            <a:off x="8904624" y="6246836"/>
            <a:ext cx="2447960" cy="288000"/>
          </a:xfrm>
        </p:spPr>
        <p:txBody>
          <a:bodyPr/>
          <a:lstStyle>
            <a:lvl1pPr>
              <a:defRPr>
                <a:solidFill>
                  <a:schemeClr val="bg1"/>
                </a:solidFill>
              </a:defRPr>
            </a:lvl1pPr>
          </a:lstStyle>
          <a:p>
            <a:endParaRPr lang="zh-CN" altLang="en-US"/>
          </a:p>
        </p:txBody>
      </p:sp>
      <p:sp>
        <p:nvSpPr>
          <p:cNvPr id="7" name="Arrow: Pentagon 6"/>
          <p:cNvSpPr/>
          <p:nvPr/>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5" name="Titel 4"/>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p:cNvSpPr>
            <a:spLocks noGrp="1"/>
          </p:cNvSpPr>
          <p:nvPr>
            <p:ph type="sldNum" sz="quarter" idx="15"/>
          </p:nvPr>
        </p:nvSpPr>
        <p:spPr bwMode="gray"/>
        <p:txBody>
          <a:bodyPr/>
          <a:lstStyle/>
          <a:p>
            <a:fld id="{1C046D74-684A-41CD-915E-09DB96BC3FEF}" type="slidenum">
              <a:rPr lang="zh-CN" altLang="en-US" smtClean="0"/>
              <a:t>‹#›</a:t>
            </a:fld>
            <a:endParaRPr lang="zh-CN" altLang="en-US"/>
          </a:p>
        </p:txBody>
      </p:sp>
      <p:sp>
        <p:nvSpPr>
          <p:cNvPr id="7" name="Fußzeilenplatzhalter 6"/>
          <p:cNvSpPr>
            <a:spLocks noGrp="1"/>
          </p:cNvSpPr>
          <p:nvPr>
            <p:ph type="ftr" sz="quarter" idx="21"/>
          </p:nvPr>
        </p:nvSpPr>
        <p:spPr bwMode="gray"/>
        <p:txBody>
          <a:bodyPr/>
          <a:lstStyle/>
          <a:p>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p:cNvSpPr>
            <a:spLocks noGrp="1"/>
          </p:cNvSpPr>
          <p:nvPr>
            <p:ph type="sldNum" sz="quarter" idx="15"/>
          </p:nvPr>
        </p:nvSpPr>
        <p:spPr bwMode="gray"/>
        <p:txBody>
          <a:bodyPr/>
          <a:lstStyle/>
          <a:p>
            <a:fld id="{1C046D74-684A-41CD-915E-09DB96BC3FEF}" type="slidenum">
              <a:rPr lang="zh-CN" altLang="en-US" smtClean="0"/>
              <a:t>‹#›</a:t>
            </a:fld>
            <a:endParaRPr lang="zh-CN" alt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p:cNvSpPr>
            <a:spLocks noGrp="1"/>
          </p:cNvSpPr>
          <p:nvPr>
            <p:ph type="ftr" sz="quarter" idx="21"/>
          </p:nvPr>
        </p:nvSpPr>
        <p:spPr bwMode="gray"/>
        <p:txBody>
          <a:bodyPr/>
          <a:lstStyle/>
          <a:p>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a:t>Add picture</a:t>
            </a:r>
          </a:p>
        </p:txBody>
      </p:sp>
      <p:sp>
        <p:nvSpPr>
          <p:cNvPr id="10" name="Foliennummernplatzhalter 9"/>
          <p:cNvSpPr>
            <a:spLocks noGrp="1"/>
          </p:cNvSpPr>
          <p:nvPr>
            <p:ph type="sldNum" sz="quarter" idx="15"/>
          </p:nvPr>
        </p:nvSpPr>
        <p:spPr bwMode="gray"/>
        <p:txBody>
          <a:bodyPr/>
          <a:lstStyle/>
          <a:p>
            <a:fld id="{1C046D74-684A-41CD-915E-09DB96BC3FEF}" type="slidenum">
              <a:rPr lang="zh-CN" altLang="en-US" smtClean="0"/>
              <a:t>‹#›</a:t>
            </a:fld>
            <a:endParaRPr lang="zh-CN" altLang="en-US"/>
          </a:p>
        </p:txBody>
      </p:sp>
      <p:sp>
        <p:nvSpPr>
          <p:cNvPr id="7" name="Fußzeilenplatzhalter 6"/>
          <p:cNvSpPr>
            <a:spLocks noGrp="1"/>
          </p:cNvSpPr>
          <p:nvPr>
            <p:ph type="ftr" sz="quarter" idx="21"/>
          </p:nvPr>
        </p:nvSpPr>
        <p:spPr bwMode="gray"/>
        <p:txBody>
          <a:bodyPr/>
          <a:lstStyle/>
          <a:p>
            <a:endParaRPr lang="zh-CN" altLang="en-US"/>
          </a:p>
        </p:txBody>
      </p:sp>
      <p:grpSp>
        <p:nvGrpSpPr>
          <p:cNvPr id="16" name="Group 15"/>
          <p:cNvGrpSpPr/>
          <p:nvPr/>
        </p:nvGrpSpPr>
        <p:grpSpPr bwMode="gray">
          <a:xfrm>
            <a:off x="-1896888" y="0"/>
            <a:ext cx="1715078" cy="3744416"/>
            <a:chOff x="-1824880" y="2708920"/>
            <a:chExt cx="1715078" cy="3744416"/>
          </a:xfrm>
        </p:grpSpPr>
        <p:sp>
          <p:nvSpPr>
            <p:cNvPr id="17" name="TextBox 16"/>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p:cNvPicPr>
              <a:picLocks noChangeAspect="1"/>
            </p:cNvPicPr>
            <p:nvPr userDrawn="1"/>
          </p:nvPicPr>
          <p:blipFill rotWithShape="1">
            <a:blip r:embed="rId2"/>
            <a:srcRect l="8843" r="2395" b="2546"/>
            <a:stretch>
              <a:fillRect/>
            </a:stretch>
          </p:blipFill>
          <p:spPr bwMode="gray">
            <a:xfrm>
              <a:off x="-1589806" y="4475212"/>
              <a:ext cx="745332" cy="1122804"/>
            </a:xfrm>
            <a:prstGeom prst="roundRect">
              <a:avLst>
                <a:gd name="adj" fmla="val 3514"/>
              </a:avLst>
            </a:prstGeom>
          </p:spPr>
        </p:pic>
        <p:sp>
          <p:nvSpPr>
            <p:cNvPr id="19" name="TextBox 18"/>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a:t>Add picture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1C046D74-684A-41CD-915E-09DB96BC3FEF}" type="slidenum">
              <a:rPr lang="zh-CN" altLang="en-US" smtClean="0"/>
              <a:t>‹#›</a:t>
            </a:fld>
            <a:endParaRPr lang="zh-CN" altLang="en-US"/>
          </a:p>
        </p:txBody>
      </p:sp>
      <p:sp>
        <p:nvSpPr>
          <p:cNvPr id="11" name="Fußzeilenplatzhalter 10"/>
          <p:cNvSpPr>
            <a:spLocks noGrp="1"/>
          </p:cNvSpPr>
          <p:nvPr>
            <p:ph type="ftr" sz="quarter" idx="21"/>
          </p:nvPr>
        </p:nvSpPr>
        <p:spPr bwMode="gray"/>
        <p:txBody>
          <a:bodyPr/>
          <a:lstStyle>
            <a:lvl1pPr>
              <a:defRPr>
                <a:solidFill>
                  <a:schemeClr val="bg1"/>
                </a:solidFill>
              </a:defRPr>
            </a:lvl1pPr>
          </a:lstStyle>
          <a:p>
            <a:endParaRPr lang="zh-CN" altLang="en-US"/>
          </a:p>
        </p:txBody>
      </p:sp>
      <p:grpSp>
        <p:nvGrpSpPr>
          <p:cNvPr id="16" name="Group 15"/>
          <p:cNvGrpSpPr/>
          <p:nvPr/>
        </p:nvGrpSpPr>
        <p:grpSpPr bwMode="gray">
          <a:xfrm>
            <a:off x="-1896888" y="0"/>
            <a:ext cx="1715078" cy="3744416"/>
            <a:chOff x="-1824880" y="2708920"/>
            <a:chExt cx="1715078" cy="3744416"/>
          </a:xfrm>
        </p:grpSpPr>
        <p:sp>
          <p:nvSpPr>
            <p:cNvPr id="17" name="TextBox 16"/>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p:cNvPicPr>
              <a:picLocks noChangeAspect="1"/>
            </p:cNvPicPr>
            <p:nvPr userDrawn="1"/>
          </p:nvPicPr>
          <p:blipFill rotWithShape="1">
            <a:blip r:embed="rId2"/>
            <a:srcRect l="8843" r="2395" b="2546"/>
            <a:stretch>
              <a:fillRect/>
            </a:stretch>
          </p:blipFill>
          <p:spPr bwMode="gray">
            <a:xfrm>
              <a:off x="-1589806" y="4475212"/>
              <a:ext cx="745332" cy="1122804"/>
            </a:xfrm>
            <a:prstGeom prst="roundRect">
              <a:avLst>
                <a:gd name="adj" fmla="val 3514"/>
              </a:avLst>
            </a:prstGeom>
          </p:spPr>
        </p:pic>
        <p:sp>
          <p:nvSpPr>
            <p:cNvPr id="19" name="TextBox 18"/>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a:t>Add picture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1C046D74-684A-41CD-915E-09DB96BC3FEF}" type="slidenum">
              <a:rPr lang="zh-CN" altLang="en-US" smtClean="0"/>
              <a:t>‹#›</a:t>
            </a:fld>
            <a:endParaRPr lang="zh-CN" altLang="en-US"/>
          </a:p>
        </p:txBody>
      </p:sp>
      <p:sp>
        <p:nvSpPr>
          <p:cNvPr id="2" name="Fußzeilenplatzhalter 1"/>
          <p:cNvSpPr>
            <a:spLocks noGrp="1"/>
          </p:cNvSpPr>
          <p:nvPr>
            <p:ph type="ftr" sz="quarter" idx="16"/>
          </p:nvPr>
        </p:nvSpPr>
        <p:spPr bwMode="gray"/>
        <p:txBody>
          <a:bodyPr/>
          <a:lstStyle>
            <a:lvl1pPr>
              <a:defRPr>
                <a:solidFill>
                  <a:schemeClr val="bg1"/>
                </a:solidFill>
              </a:defRPr>
            </a:lvl1pPr>
          </a:lstStyle>
          <a:p>
            <a:endParaRPr lang="zh-CN" altLang="en-US"/>
          </a:p>
        </p:txBody>
      </p:sp>
      <p:grpSp>
        <p:nvGrpSpPr>
          <p:cNvPr id="16" name="Group 15"/>
          <p:cNvGrpSpPr/>
          <p:nvPr/>
        </p:nvGrpSpPr>
        <p:grpSpPr bwMode="gray">
          <a:xfrm>
            <a:off x="-1896888" y="0"/>
            <a:ext cx="1715078" cy="3744416"/>
            <a:chOff x="-1824880" y="2708920"/>
            <a:chExt cx="1715078" cy="3744416"/>
          </a:xfrm>
        </p:grpSpPr>
        <p:sp>
          <p:nvSpPr>
            <p:cNvPr id="17" name="TextBox 16"/>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p:cNvPicPr>
              <a:picLocks noChangeAspect="1"/>
            </p:cNvPicPr>
            <p:nvPr userDrawn="1"/>
          </p:nvPicPr>
          <p:blipFill rotWithShape="1">
            <a:blip r:embed="rId2"/>
            <a:srcRect l="8843" r="2395" b="2546"/>
            <a:stretch>
              <a:fillRect/>
            </a:stretch>
          </p:blipFill>
          <p:spPr bwMode="gray">
            <a:xfrm>
              <a:off x="-1589806" y="4475212"/>
              <a:ext cx="745332" cy="1122804"/>
            </a:xfrm>
            <a:prstGeom prst="roundRect">
              <a:avLst>
                <a:gd name="adj" fmla="val 3514"/>
              </a:avLst>
            </a:prstGeom>
          </p:spPr>
        </p:pic>
        <p:sp>
          <p:nvSpPr>
            <p:cNvPr id="19" name="TextBox 18"/>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a:t>Add picture</a:t>
            </a:r>
          </a:p>
        </p:txBody>
      </p:sp>
      <p:sp>
        <p:nvSpPr>
          <p:cNvPr id="14" name="Fußzeilenplatzhalter 13"/>
          <p:cNvSpPr>
            <a:spLocks noGrp="1"/>
          </p:cNvSpPr>
          <p:nvPr>
            <p:ph type="ftr" sz="quarter" idx="29"/>
          </p:nvPr>
        </p:nvSpPr>
        <p:spPr bwMode="gray"/>
        <p:txBody>
          <a:bodyPr/>
          <a:lstStyle/>
          <a:p>
            <a:endParaRPr lang="zh-CN" altLang="en-US"/>
          </a:p>
        </p:txBody>
      </p:sp>
      <p:sp>
        <p:nvSpPr>
          <p:cNvPr id="15" name="Foliennummernplatzhalter 14"/>
          <p:cNvSpPr>
            <a:spLocks noGrp="1"/>
          </p:cNvSpPr>
          <p:nvPr>
            <p:ph type="sldNum" sz="quarter" idx="30"/>
          </p:nvPr>
        </p:nvSpPr>
        <p:spPr bwMode="gray"/>
        <p:txBody>
          <a:bodyPr/>
          <a:lstStyle/>
          <a:p>
            <a:fld id="{1C046D74-684A-41CD-915E-09DB96BC3FEF}" type="slidenum">
              <a:rPr lang="zh-CN" altLang="en-US" smtClean="0"/>
              <a:t>‹#›</a:t>
            </a:fld>
            <a:endParaRPr lang="zh-CN" altLang="en-US"/>
          </a:p>
        </p:txBody>
      </p:sp>
      <p:sp>
        <p:nvSpPr>
          <p:cNvPr id="2" name="Text Placeholder 8"/>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7" name="Group 16"/>
          <p:cNvGrpSpPr/>
          <p:nvPr/>
        </p:nvGrpSpPr>
        <p:grpSpPr bwMode="gray">
          <a:xfrm>
            <a:off x="-1896888" y="0"/>
            <a:ext cx="1715078" cy="3744416"/>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p:cNvPicPr>
              <a:picLocks noChangeAspect="1"/>
            </p:cNvPicPr>
            <p:nvPr userDrawn="1"/>
          </p:nvPicPr>
          <p:blipFill rotWithShape="1">
            <a:blip r:embed="rId3"/>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90204" pitchFamily="34" charset="0"/>
              <a:buNone/>
              <a:defRPr sz="800" b="0">
                <a:solidFill>
                  <a:schemeClr val="bg1"/>
                </a:solidFill>
              </a:defRPr>
            </a:lvl1pPr>
            <a:lvl2pPr marL="0" indent="0">
              <a:lnSpc>
                <a:spcPct val="100000"/>
              </a:lnSpc>
              <a:spcBef>
                <a:spcPts val="0"/>
              </a:spcBef>
              <a:spcAft>
                <a:spcPts val="0"/>
              </a:spcAft>
              <a:buFont typeface="Arial" panose="020B060402020209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a:t>Add picture</a:t>
            </a:r>
          </a:p>
        </p:txBody>
      </p:sp>
      <p:sp>
        <p:nvSpPr>
          <p:cNvPr id="9" name="Fußzeilenplatzhalter 8"/>
          <p:cNvSpPr>
            <a:spLocks noGrp="1"/>
          </p:cNvSpPr>
          <p:nvPr>
            <p:ph type="ftr" sz="quarter" idx="14"/>
          </p:nvPr>
        </p:nvSpPr>
        <p:spPr bwMode="gray"/>
        <p:txBody>
          <a:bodyPr/>
          <a:lstStyle>
            <a:lvl1pPr>
              <a:defRPr>
                <a:solidFill>
                  <a:schemeClr val="bg1"/>
                </a:solidFill>
              </a:defRPr>
            </a:lvl1pPr>
          </a:lstStyle>
          <a:p>
            <a:endParaRPr lang="zh-CN" altLang="en-US"/>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1C046D74-684A-41CD-915E-09DB96BC3FEF}" type="slidenum">
              <a:rPr lang="zh-CN" altLang="en-US" smtClean="0"/>
              <a:t>‹#›</a:t>
            </a:fld>
            <a:endParaRPr lang="zh-CN" altLang="en-US"/>
          </a:p>
        </p:txBody>
      </p:sp>
      <p:pic>
        <p:nvPicPr>
          <p:cNvPr id="6" name="Grafik 5"/>
          <p:cNvPicPr>
            <a:picLocks noChangeAspect="1"/>
          </p:cNvPicPr>
          <p:nvPr/>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7" name="Group 16"/>
          <p:cNvGrpSpPr/>
          <p:nvPr/>
        </p:nvGrpSpPr>
        <p:grpSpPr bwMode="gray">
          <a:xfrm>
            <a:off x="-1896888" y="0"/>
            <a:ext cx="1715078" cy="3744416"/>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p:cNvPicPr>
              <a:picLocks noChangeAspect="1"/>
            </p:cNvPicPr>
            <p:nvPr userDrawn="1"/>
          </p:nvPicPr>
          <p:blipFill rotWithShape="1">
            <a:blip r:embed="rId3"/>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90204" pitchFamily="34" charset="0"/>
              <a:buNone/>
              <a:defRPr sz="800" b="0">
                <a:solidFill>
                  <a:schemeClr val="bg1"/>
                </a:solidFill>
              </a:defRPr>
            </a:lvl1pPr>
            <a:lvl2pPr marL="0" indent="0">
              <a:lnSpc>
                <a:spcPct val="100000"/>
              </a:lnSpc>
              <a:spcBef>
                <a:spcPts val="0"/>
              </a:spcBef>
              <a:spcAft>
                <a:spcPts val="0"/>
              </a:spcAft>
              <a:buFont typeface="Arial" panose="020B060402020209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a:t>Add picture</a:t>
            </a:r>
          </a:p>
        </p:txBody>
      </p:sp>
      <p:sp>
        <p:nvSpPr>
          <p:cNvPr id="10" name="Foliennummernplatzhalter 9"/>
          <p:cNvSpPr>
            <a:spLocks noGrp="1"/>
          </p:cNvSpPr>
          <p:nvPr>
            <p:ph type="sldNum" sz="quarter" idx="15"/>
          </p:nvPr>
        </p:nvSpPr>
        <p:spPr bwMode="gray"/>
        <p:txBody>
          <a:bodyPr/>
          <a:lstStyle>
            <a:lvl1pPr>
              <a:defRPr>
                <a:solidFill>
                  <a:schemeClr val="bg1"/>
                </a:solidFill>
              </a:defRPr>
            </a:lvl1pPr>
          </a:lstStyle>
          <a:p>
            <a:fld id="{1C046D74-684A-41CD-915E-09DB96BC3FEF}" type="slidenum">
              <a:rPr lang="zh-CN" altLang="en-US" smtClean="0"/>
              <a:t>‹#›</a:t>
            </a:fld>
            <a:endParaRPr lang="zh-CN" altLang="en-US"/>
          </a:p>
        </p:txBody>
      </p:sp>
      <p:pic>
        <p:nvPicPr>
          <p:cNvPr id="6" name="Grafik 5"/>
          <p:cNvPicPr>
            <a:picLocks noChangeAspect="1"/>
          </p:cNvPicPr>
          <p:nvPr/>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2" name="Fußzeilenplatzhalter 1"/>
          <p:cNvSpPr>
            <a:spLocks noGrp="1"/>
          </p:cNvSpPr>
          <p:nvPr>
            <p:ph type="ftr" sz="quarter" idx="16"/>
          </p:nvPr>
        </p:nvSpPr>
        <p:spPr bwMode="gray"/>
        <p:txBody>
          <a:bodyPr/>
          <a:lstStyle>
            <a:lvl1pPr>
              <a:defRPr>
                <a:solidFill>
                  <a:schemeClr val="bg1"/>
                </a:solidFill>
              </a:defRPr>
            </a:lvl1pPr>
          </a:lstStyle>
          <a:p>
            <a:endParaRPr lang="zh-CN" altLang="en-US"/>
          </a:p>
        </p:txBody>
      </p:sp>
      <p:grpSp>
        <p:nvGrpSpPr>
          <p:cNvPr id="17" name="Group 16"/>
          <p:cNvGrpSpPr/>
          <p:nvPr/>
        </p:nvGrpSpPr>
        <p:grpSpPr bwMode="gray">
          <a:xfrm>
            <a:off x="-1896888" y="0"/>
            <a:ext cx="1715078" cy="3744416"/>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p:cNvPicPr>
              <a:picLocks noChangeAspect="1"/>
            </p:cNvPicPr>
            <p:nvPr userDrawn="1"/>
          </p:nvPicPr>
          <p:blipFill rotWithShape="1">
            <a:blip r:embed="rId3"/>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90204" pitchFamily="34" charset="0"/>
              <a:buNone/>
              <a:defRPr sz="800" b="0">
                <a:solidFill>
                  <a:schemeClr val="bg1"/>
                </a:solidFill>
              </a:defRPr>
            </a:lvl1pPr>
            <a:lvl2pPr marL="0" indent="0">
              <a:lnSpc>
                <a:spcPct val="100000"/>
              </a:lnSpc>
              <a:spcBef>
                <a:spcPts val="0"/>
              </a:spcBef>
              <a:spcAft>
                <a:spcPts val="0"/>
              </a:spcAft>
              <a:buFont typeface="Arial" panose="020B060402020209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defRPr sz="1200" b="0">
                <a:solidFill>
                  <a:schemeClr val="tx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a:t>Add picture</a:t>
            </a:r>
          </a:p>
        </p:txBody>
      </p:sp>
      <p:sp>
        <p:nvSpPr>
          <p:cNvPr id="13" name="Fußzeilenplatzhalter 12"/>
          <p:cNvSpPr>
            <a:spLocks noGrp="1"/>
          </p:cNvSpPr>
          <p:nvPr>
            <p:ph type="ftr" sz="quarter" idx="21"/>
          </p:nvPr>
        </p:nvSpPr>
        <p:spPr bwMode="gray"/>
        <p:txBody>
          <a:bodyPr/>
          <a:lstStyle>
            <a:lvl1pPr>
              <a:defRPr>
                <a:solidFill>
                  <a:schemeClr val="bg1"/>
                </a:solidFill>
              </a:defRPr>
            </a:lvl1pPr>
          </a:lstStyle>
          <a:p>
            <a:endParaRPr lang="zh-CN" altLang="en-US"/>
          </a:p>
        </p:txBody>
      </p:sp>
      <p:sp>
        <p:nvSpPr>
          <p:cNvPr id="14" name="Foliennummernplatzhalter 13"/>
          <p:cNvSpPr>
            <a:spLocks noGrp="1"/>
          </p:cNvSpPr>
          <p:nvPr>
            <p:ph type="sldNum" sz="quarter" idx="22"/>
          </p:nvPr>
        </p:nvSpPr>
        <p:spPr bwMode="gray"/>
        <p:txBody>
          <a:bodyPr/>
          <a:lstStyle>
            <a:lvl1pPr>
              <a:defRPr>
                <a:solidFill>
                  <a:schemeClr val="bg1"/>
                </a:solidFill>
              </a:defRPr>
            </a:lvl1pPr>
          </a:lstStyle>
          <a:p>
            <a:fld id="{1C046D74-684A-41CD-915E-09DB96BC3FEF}" type="slidenum">
              <a:rPr lang="zh-CN" altLang="en-US" smtClean="0"/>
              <a:t>‹#›</a:t>
            </a:fld>
            <a:endParaRPr lang="zh-CN" altLang="en-US"/>
          </a:p>
        </p:txBody>
      </p:sp>
      <p:sp>
        <p:nvSpPr>
          <p:cNvPr id="2" name="Text Placeholder 8"/>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7" name="Group 16"/>
          <p:cNvGrpSpPr/>
          <p:nvPr/>
        </p:nvGrpSpPr>
        <p:grpSpPr bwMode="gray">
          <a:xfrm>
            <a:off x="-1896888" y="0"/>
            <a:ext cx="1715078" cy="3744416"/>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p:cNvPicPr>
              <a:picLocks noChangeAspect="1"/>
            </p:cNvPicPr>
            <p:nvPr userDrawn="1"/>
          </p:nvPicPr>
          <p:blipFill rotWithShape="1">
            <a:blip r:embed="rId3"/>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Key message and image">
    <p:spTree>
      <p:nvGrpSpPr>
        <p:cNvPr id="1" name=""/>
        <p:cNvGrpSpPr/>
        <p:nvPr/>
      </p:nvGrpSpPr>
      <p:grpSpPr>
        <a:xfrm>
          <a:off x="0" y="0"/>
          <a:ext cx="0" cy="0"/>
          <a:chOff x="0" y="0"/>
          <a:chExt cx="0" cy="0"/>
        </a:xfrm>
      </p:grpSpPr>
      <p:sp>
        <p:nvSpPr>
          <p:cNvPr id="16" name="Bildplatzhalter 10"/>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a:t>Add picture</a:t>
            </a:r>
          </a:p>
        </p:txBody>
      </p:sp>
      <p:sp>
        <p:nvSpPr>
          <p:cNvPr id="7" name="Textplatzhalter 6"/>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p:cNvSpPr>
            <a:spLocks noGrp="1"/>
          </p:cNvSpPr>
          <p:nvPr>
            <p:ph type="ftr" sz="quarter" idx="29"/>
          </p:nvPr>
        </p:nvSpPr>
        <p:spPr bwMode="gray"/>
        <p:txBody>
          <a:bodyPr/>
          <a:lstStyle>
            <a:lvl1pPr>
              <a:defRPr>
                <a:solidFill>
                  <a:schemeClr val="bg1"/>
                </a:solidFill>
              </a:defRPr>
            </a:lvl1pPr>
          </a:lstStyle>
          <a:p>
            <a:endParaRPr lang="zh-CN" altLang="en-US"/>
          </a:p>
        </p:txBody>
      </p:sp>
      <p:sp>
        <p:nvSpPr>
          <p:cNvPr id="20" name="Foliennummernplatzhalter 19"/>
          <p:cNvSpPr>
            <a:spLocks noGrp="1"/>
          </p:cNvSpPr>
          <p:nvPr>
            <p:ph type="sldNum" sz="quarter" idx="30"/>
          </p:nvPr>
        </p:nvSpPr>
        <p:spPr bwMode="gray"/>
        <p:txBody>
          <a:bodyPr/>
          <a:lstStyle>
            <a:lvl1pPr>
              <a:defRPr>
                <a:solidFill>
                  <a:schemeClr val="bg1"/>
                </a:solidFill>
              </a:defRPr>
            </a:lvl1pPr>
          </a:lstStyle>
          <a:p>
            <a:fld id="{1C046D74-684A-41CD-915E-09DB96BC3FEF}" type="slidenum">
              <a:rPr lang="zh-CN" altLang="en-US" smtClean="0"/>
              <a:t>‹#›</a:t>
            </a:fld>
            <a:endParaRPr lang="zh-CN" alt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90204" pitchFamily="34" charset="0"/>
              <a:buNone/>
              <a:defRPr sz="800" b="0">
                <a:solidFill>
                  <a:schemeClr val="bg1"/>
                </a:solidFill>
              </a:defRPr>
            </a:lvl1pPr>
            <a:lvl2pPr marL="0" indent="0">
              <a:lnSpc>
                <a:spcPct val="100000"/>
              </a:lnSpc>
              <a:spcBef>
                <a:spcPts val="0"/>
              </a:spcBef>
              <a:spcAft>
                <a:spcPts val="0"/>
              </a:spcAft>
              <a:buFont typeface="Arial" panose="020B060402020209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3" name="Group 12"/>
          <p:cNvGrpSpPr/>
          <p:nvPr/>
        </p:nvGrpSpPr>
        <p:grpSpPr bwMode="gray">
          <a:xfrm>
            <a:off x="-1896888" y="0"/>
            <a:ext cx="1715078" cy="3744416"/>
            <a:chOff x="-1824880" y="2708920"/>
            <a:chExt cx="1715078" cy="3744416"/>
          </a:xfrm>
        </p:grpSpPr>
        <p:sp>
          <p:nvSpPr>
            <p:cNvPr id="14" name="TextBox 13"/>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p:cNvPicPr>
              <a:picLocks noChangeAspect="1"/>
            </p:cNvPicPr>
            <p:nvPr userDrawn="1"/>
          </p:nvPicPr>
          <p:blipFill rotWithShape="1">
            <a:blip r:embed="rId3"/>
            <a:srcRect l="8843" r="2395" b="2546"/>
            <a:stretch>
              <a:fillRect/>
            </a:stretch>
          </p:blipFill>
          <p:spPr bwMode="gray">
            <a:xfrm>
              <a:off x="-1589806" y="4475212"/>
              <a:ext cx="745332" cy="1122804"/>
            </a:xfrm>
            <a:prstGeom prst="roundRect">
              <a:avLst>
                <a:gd name="adj" fmla="val 3514"/>
              </a:avLst>
            </a:prstGeom>
          </p:spPr>
        </p:pic>
        <p:sp>
          <p:nvSpPr>
            <p:cNvPr id="17" name="TextBox 16"/>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p:cNvSpPr/>
          <p:nvPr/>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Key message and image division (1)">
    <p:spTree>
      <p:nvGrpSpPr>
        <p:cNvPr id="1" name=""/>
        <p:cNvGrpSpPr/>
        <p:nvPr/>
      </p:nvGrpSpPr>
      <p:grpSpPr>
        <a:xfrm>
          <a:off x="0" y="0"/>
          <a:ext cx="0" cy="0"/>
          <a:chOff x="0" y="0"/>
          <a:chExt cx="0" cy="0"/>
        </a:xfrm>
      </p:grpSpPr>
      <p:sp>
        <p:nvSpPr>
          <p:cNvPr id="4" name="Bildplatzhalter 10"/>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r>
              <a:rPr lang="en-US"/>
              <a:t>Bild hinzufügen per </a:t>
            </a:r>
            <a:br>
              <a:rPr lang="en-US"/>
            </a:br>
            <a:r>
              <a:rPr lang="en-US"/>
              <a:t>Klick auf das Symbol</a:t>
            </a:r>
          </a:p>
        </p:txBody>
      </p:sp>
      <p:sp>
        <p:nvSpPr>
          <p:cNvPr id="6" name="Bildplatzhalter 10"/>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solidFill>
                  <a:schemeClr val="bg1"/>
                </a:solidFill>
              </a:defRPr>
            </a:lvl2pPr>
            <a:lvl3pPr marL="0" indent="0" algn="ctr">
              <a:spcBef>
                <a:spcPts val="0"/>
              </a:spcBef>
              <a:spcAft>
                <a:spcPts val="0"/>
              </a:spcAft>
              <a:buFontTx/>
              <a:buNone/>
              <a:defRPr sz="1200" b="0">
                <a:solidFill>
                  <a:schemeClr val="bg1"/>
                </a:solidFill>
              </a:defRPr>
            </a:lvl3pPr>
            <a:lvl4pPr marL="0" indent="0" algn="ctr">
              <a:spcBef>
                <a:spcPts val="0"/>
              </a:spcBef>
              <a:spcAft>
                <a:spcPts val="0"/>
              </a:spcAft>
              <a:buFontTx/>
              <a:buNone/>
              <a:defRPr sz="1200" b="0">
                <a:solidFill>
                  <a:schemeClr val="bg1"/>
                </a:solidFill>
              </a:defRPr>
            </a:lvl4pPr>
            <a:lvl5pPr marL="0" indent="0" algn="ctr">
              <a:spcBef>
                <a:spcPts val="0"/>
              </a:spcBef>
              <a:spcAft>
                <a:spcPts val="0"/>
              </a:spcAft>
              <a:buFontTx/>
              <a:buNone/>
              <a:defRPr sz="1200" b="0">
                <a:solidFill>
                  <a:schemeClr val="bg1"/>
                </a:solidFill>
              </a:defRPr>
            </a:lvl5pPr>
            <a:lvl6pPr marL="0" indent="0" algn="ctr">
              <a:spcBef>
                <a:spcPts val="0"/>
              </a:spcBef>
              <a:spcAft>
                <a:spcPts val="0"/>
              </a:spcAft>
              <a:buFontTx/>
              <a:buNone/>
              <a:defRPr sz="1200" b="0">
                <a:solidFill>
                  <a:schemeClr val="bg1"/>
                </a:solidFill>
              </a:defRPr>
            </a:lvl6pPr>
            <a:lvl7pPr marL="0" indent="0" algn="ctr">
              <a:spcBef>
                <a:spcPts val="0"/>
              </a:spcBef>
              <a:spcAft>
                <a:spcPts val="0"/>
              </a:spcAft>
              <a:buFontTx/>
              <a:buNone/>
              <a:defRPr sz="1200" b="0">
                <a:solidFill>
                  <a:schemeClr val="bg1"/>
                </a:solidFill>
              </a:defRPr>
            </a:lvl7pPr>
            <a:lvl8pPr marL="0" indent="0" algn="ctr">
              <a:spcBef>
                <a:spcPts val="0"/>
              </a:spcBef>
              <a:spcAft>
                <a:spcPts val="0"/>
              </a:spcAft>
              <a:buFontTx/>
              <a:buNone/>
              <a:defRPr sz="1200" b="0">
                <a:solidFill>
                  <a:schemeClr val="bg1"/>
                </a:solidFill>
              </a:defRPr>
            </a:lvl8pPr>
            <a:lvl9pPr marL="0" indent="0" algn="ctr">
              <a:spcBef>
                <a:spcPts val="0"/>
              </a:spcBef>
              <a:spcAft>
                <a:spcPts val="0"/>
              </a:spcAft>
              <a:buFontTx/>
              <a:buNone/>
              <a:defRPr sz="1200" b="0">
                <a:solidFill>
                  <a:schemeClr val="bg1"/>
                </a:solidFill>
              </a:defRPr>
            </a:lvl9pPr>
          </a:lstStyle>
          <a:p>
            <a:pPr lvl="0"/>
            <a:r>
              <a:rPr lang="en-US"/>
              <a:t>Add picture</a:t>
            </a:r>
          </a:p>
        </p:txBody>
      </p:sp>
      <p:sp>
        <p:nvSpPr>
          <p:cNvPr id="7" name="Textplatzhalter 6"/>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90204" pitchFamily="34" charset="0"/>
              <a:buNone/>
              <a:defRPr sz="800" b="0">
                <a:solidFill>
                  <a:schemeClr val="bg1"/>
                </a:solidFill>
              </a:defRPr>
            </a:lvl1pPr>
            <a:lvl2pPr marL="0" indent="0">
              <a:lnSpc>
                <a:spcPct val="100000"/>
              </a:lnSpc>
              <a:spcBef>
                <a:spcPts val="0"/>
              </a:spcBef>
              <a:spcAft>
                <a:spcPts val="0"/>
              </a:spcAft>
              <a:buFont typeface="Arial" panose="020B060402020209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p:cNvSpPr>
            <a:spLocks noGrp="1"/>
          </p:cNvSpPr>
          <p:nvPr>
            <p:ph type="ftr" sz="quarter" idx="29"/>
          </p:nvPr>
        </p:nvSpPr>
        <p:spPr bwMode="gray"/>
        <p:txBody>
          <a:bodyPr/>
          <a:lstStyle>
            <a:lvl1pPr>
              <a:defRPr>
                <a:solidFill>
                  <a:schemeClr val="bg1"/>
                </a:solidFill>
              </a:defRPr>
            </a:lvl1pPr>
          </a:lstStyle>
          <a:p>
            <a:endParaRPr lang="zh-CN" altLang="en-US"/>
          </a:p>
        </p:txBody>
      </p:sp>
      <p:sp>
        <p:nvSpPr>
          <p:cNvPr id="14" name="Foliennummernplatzhalter 13"/>
          <p:cNvSpPr>
            <a:spLocks noGrp="1"/>
          </p:cNvSpPr>
          <p:nvPr>
            <p:ph type="sldNum" sz="quarter" idx="30"/>
          </p:nvPr>
        </p:nvSpPr>
        <p:spPr bwMode="gray"/>
        <p:txBody>
          <a:bodyPr/>
          <a:lstStyle>
            <a:lvl1pPr>
              <a:defRPr>
                <a:solidFill>
                  <a:schemeClr val="bg1"/>
                </a:solidFill>
              </a:defRPr>
            </a:lvl1pPr>
          </a:lstStyle>
          <a:p>
            <a:fld id="{1C046D74-684A-41CD-915E-09DB96BC3FEF}" type="slidenum">
              <a:rPr lang="zh-CN" altLang="en-US" smtClean="0"/>
              <a:t>‹#›</a:t>
            </a:fld>
            <a:endParaRPr lang="zh-CN" altLang="en-US"/>
          </a:p>
        </p:txBody>
      </p:sp>
      <p:sp>
        <p:nvSpPr>
          <p:cNvPr id="2" name="Text Placeholder 8"/>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7" name="Group 16"/>
          <p:cNvGrpSpPr/>
          <p:nvPr/>
        </p:nvGrpSpPr>
        <p:grpSpPr bwMode="gray">
          <a:xfrm>
            <a:off x="-1896888" y="0"/>
            <a:ext cx="1715078" cy="3744416"/>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p:cNvPicPr>
              <a:picLocks noChangeAspect="1"/>
            </p:cNvPicPr>
            <p:nvPr userDrawn="1"/>
          </p:nvPicPr>
          <p:blipFill rotWithShape="1">
            <a:blip r:embed="rId3"/>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p:cNvSpPr/>
          <p:nvPr/>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Key message and image division (2)">
    <p:spTree>
      <p:nvGrpSpPr>
        <p:cNvPr id="1" name=""/>
        <p:cNvGrpSpPr/>
        <p:nvPr/>
      </p:nvGrpSpPr>
      <p:grpSpPr>
        <a:xfrm>
          <a:off x="0" y="0"/>
          <a:ext cx="0" cy="0"/>
          <a:chOff x="0" y="0"/>
          <a:chExt cx="0" cy="0"/>
        </a:xfrm>
      </p:grpSpPr>
      <p:sp>
        <p:nvSpPr>
          <p:cNvPr id="4" name="Bildplatzhalter 10"/>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r>
              <a:rPr lang="en-US"/>
              <a:t>Bild hinzufügen per </a:t>
            </a:r>
            <a:br>
              <a:rPr lang="en-US"/>
            </a:br>
            <a:r>
              <a:rPr lang="en-US"/>
              <a:t>Klick auf das Symbol</a:t>
            </a:r>
          </a:p>
        </p:txBody>
      </p:sp>
      <p:sp>
        <p:nvSpPr>
          <p:cNvPr id="12" name="Bildplatzhalter 10"/>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solidFill>
                  <a:schemeClr val="bg1"/>
                </a:solidFill>
              </a:defRPr>
            </a:lvl2pPr>
            <a:lvl3pPr marL="0" indent="0" algn="ctr">
              <a:spcBef>
                <a:spcPts val="0"/>
              </a:spcBef>
              <a:spcAft>
                <a:spcPts val="0"/>
              </a:spcAft>
              <a:buFontTx/>
              <a:buNone/>
              <a:defRPr sz="1200" b="0">
                <a:solidFill>
                  <a:schemeClr val="bg1"/>
                </a:solidFill>
              </a:defRPr>
            </a:lvl3pPr>
            <a:lvl4pPr marL="0" indent="0" algn="ctr">
              <a:spcBef>
                <a:spcPts val="0"/>
              </a:spcBef>
              <a:spcAft>
                <a:spcPts val="0"/>
              </a:spcAft>
              <a:buFontTx/>
              <a:buNone/>
              <a:defRPr sz="1200" b="0">
                <a:solidFill>
                  <a:schemeClr val="bg1"/>
                </a:solidFill>
              </a:defRPr>
            </a:lvl4pPr>
            <a:lvl5pPr marL="0" indent="0" algn="ctr">
              <a:spcBef>
                <a:spcPts val="0"/>
              </a:spcBef>
              <a:spcAft>
                <a:spcPts val="0"/>
              </a:spcAft>
              <a:buFontTx/>
              <a:buNone/>
              <a:defRPr sz="1200" b="0">
                <a:solidFill>
                  <a:schemeClr val="bg1"/>
                </a:solidFill>
              </a:defRPr>
            </a:lvl5pPr>
            <a:lvl6pPr marL="0" indent="0" algn="ctr">
              <a:spcBef>
                <a:spcPts val="0"/>
              </a:spcBef>
              <a:spcAft>
                <a:spcPts val="0"/>
              </a:spcAft>
              <a:buFontTx/>
              <a:buNone/>
              <a:defRPr sz="1200" b="0">
                <a:solidFill>
                  <a:schemeClr val="bg1"/>
                </a:solidFill>
              </a:defRPr>
            </a:lvl6pPr>
            <a:lvl7pPr marL="0" indent="0" algn="ctr">
              <a:spcBef>
                <a:spcPts val="0"/>
              </a:spcBef>
              <a:spcAft>
                <a:spcPts val="0"/>
              </a:spcAft>
              <a:buFontTx/>
              <a:buNone/>
              <a:defRPr sz="1200" b="0">
                <a:solidFill>
                  <a:schemeClr val="bg1"/>
                </a:solidFill>
              </a:defRPr>
            </a:lvl7pPr>
            <a:lvl8pPr marL="0" indent="0" algn="ctr">
              <a:spcBef>
                <a:spcPts val="0"/>
              </a:spcBef>
              <a:spcAft>
                <a:spcPts val="0"/>
              </a:spcAft>
              <a:buFontTx/>
              <a:buNone/>
              <a:defRPr sz="1200" b="0">
                <a:solidFill>
                  <a:schemeClr val="bg1"/>
                </a:solidFill>
              </a:defRPr>
            </a:lvl8pPr>
            <a:lvl9pPr marL="0" indent="0" algn="ctr">
              <a:spcBef>
                <a:spcPts val="0"/>
              </a:spcBef>
              <a:spcAft>
                <a:spcPts val="0"/>
              </a:spcAft>
              <a:buFontTx/>
              <a:buNone/>
              <a:defRPr sz="1200" b="0">
                <a:solidFill>
                  <a:schemeClr val="bg1"/>
                </a:solidFill>
              </a:defRPr>
            </a:lvl9pPr>
          </a:lstStyle>
          <a:p>
            <a:pPr lvl="0"/>
            <a:r>
              <a:rPr lang="en-US"/>
              <a:t>Add picture</a:t>
            </a:r>
          </a:p>
        </p:txBody>
      </p:sp>
      <p:sp>
        <p:nvSpPr>
          <p:cNvPr id="7" name="Textplatzhalter 6"/>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90204" pitchFamily="34" charset="0"/>
              <a:buNone/>
              <a:defRPr sz="800" b="0">
                <a:solidFill>
                  <a:schemeClr val="bg1"/>
                </a:solidFill>
              </a:defRPr>
            </a:lvl1pPr>
            <a:lvl2pPr marL="0" indent="0">
              <a:lnSpc>
                <a:spcPct val="100000"/>
              </a:lnSpc>
              <a:spcBef>
                <a:spcPts val="0"/>
              </a:spcBef>
              <a:spcAft>
                <a:spcPts val="0"/>
              </a:spcAft>
              <a:buFont typeface="Arial" panose="020B060402020209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p:cNvSpPr>
            <a:spLocks noGrp="1"/>
          </p:cNvSpPr>
          <p:nvPr>
            <p:ph type="sldNum" sz="quarter" idx="30"/>
          </p:nvPr>
        </p:nvSpPr>
        <p:spPr bwMode="gray"/>
        <p:txBody>
          <a:bodyPr/>
          <a:lstStyle>
            <a:lvl1pPr>
              <a:defRPr>
                <a:solidFill>
                  <a:schemeClr val="bg1"/>
                </a:solidFill>
              </a:defRPr>
            </a:lvl1pPr>
          </a:lstStyle>
          <a:p>
            <a:fld id="{1C046D74-684A-41CD-915E-09DB96BC3FEF}" type="slidenum">
              <a:rPr lang="zh-CN" altLang="en-US" smtClean="0"/>
              <a:t>‹#›</a:t>
            </a:fld>
            <a:endParaRPr lang="zh-CN" altLang="en-US"/>
          </a:p>
        </p:txBody>
      </p:sp>
      <p:sp>
        <p:nvSpPr>
          <p:cNvPr id="3" name="Fußzeilenplatzhalter 2"/>
          <p:cNvSpPr>
            <a:spLocks noGrp="1"/>
          </p:cNvSpPr>
          <p:nvPr>
            <p:ph type="ftr" sz="quarter" idx="31"/>
          </p:nvPr>
        </p:nvSpPr>
        <p:spPr bwMode="gray"/>
        <p:txBody>
          <a:bodyPr/>
          <a:lstStyle>
            <a:lvl1pPr>
              <a:defRPr>
                <a:solidFill>
                  <a:schemeClr val="bg1"/>
                </a:solidFill>
              </a:defRPr>
            </a:lvl1pPr>
          </a:lstStyle>
          <a:p>
            <a:endParaRPr lang="zh-CN" altLang="en-US"/>
          </a:p>
        </p:txBody>
      </p:sp>
      <p:sp>
        <p:nvSpPr>
          <p:cNvPr id="2" name="Text Placeholder 8"/>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7" name="Group 16"/>
          <p:cNvGrpSpPr/>
          <p:nvPr/>
        </p:nvGrpSpPr>
        <p:grpSpPr bwMode="gray">
          <a:xfrm>
            <a:off x="-1896888" y="0"/>
            <a:ext cx="1715078" cy="3744416"/>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p:cNvPicPr>
              <a:picLocks noChangeAspect="1"/>
            </p:cNvPicPr>
            <p:nvPr userDrawn="1"/>
          </p:nvPicPr>
          <p:blipFill rotWithShape="1">
            <a:blip r:embed="rId3"/>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p:cNvSpPr/>
          <p:nvPr/>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Key message and image division (3)">
    <p:spTree>
      <p:nvGrpSpPr>
        <p:cNvPr id="1" name=""/>
        <p:cNvGrpSpPr/>
        <p:nvPr/>
      </p:nvGrpSpPr>
      <p:grpSpPr>
        <a:xfrm>
          <a:off x="0" y="0"/>
          <a:ext cx="0" cy="0"/>
          <a:chOff x="0" y="0"/>
          <a:chExt cx="0" cy="0"/>
        </a:xfrm>
      </p:grpSpPr>
      <p:sp>
        <p:nvSpPr>
          <p:cNvPr id="4" name="Bildplatzhalter 10"/>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lvl5pPr>
            <a:lvl6pPr marL="0" indent="0" algn="ctr">
              <a:spcBef>
                <a:spcPts val="0"/>
              </a:spcBef>
              <a:spcAft>
                <a:spcPts val="0"/>
              </a:spcAft>
              <a:buFontTx/>
              <a:buNone/>
              <a:defRPr sz="1200" b="0"/>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r>
              <a:rPr lang="en-US"/>
              <a:t>Bild hinzufügen per </a:t>
            </a:r>
            <a:br>
              <a:rPr lang="en-US"/>
            </a:br>
            <a:r>
              <a:rPr lang="en-US"/>
              <a:t>Klick auf das Symbol</a:t>
            </a:r>
          </a:p>
        </p:txBody>
      </p:sp>
      <p:sp>
        <p:nvSpPr>
          <p:cNvPr id="12" name="Bildplatzhalter 10"/>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solidFill>
                  <a:schemeClr val="bg1"/>
                </a:solidFill>
              </a:defRPr>
            </a:lvl2pPr>
            <a:lvl3pPr marL="0" indent="0" algn="ctr">
              <a:spcBef>
                <a:spcPts val="0"/>
              </a:spcBef>
              <a:spcAft>
                <a:spcPts val="0"/>
              </a:spcAft>
              <a:buFontTx/>
              <a:buNone/>
              <a:defRPr sz="1200" b="0">
                <a:solidFill>
                  <a:schemeClr val="bg1"/>
                </a:solidFill>
              </a:defRPr>
            </a:lvl3pPr>
            <a:lvl4pPr marL="0" indent="0" algn="ctr">
              <a:spcBef>
                <a:spcPts val="0"/>
              </a:spcBef>
              <a:spcAft>
                <a:spcPts val="0"/>
              </a:spcAft>
              <a:buFontTx/>
              <a:buNone/>
              <a:defRPr sz="1200" b="0">
                <a:solidFill>
                  <a:schemeClr val="bg1"/>
                </a:solidFill>
              </a:defRPr>
            </a:lvl4pPr>
            <a:lvl5pPr marL="0" indent="0" algn="ctr">
              <a:spcBef>
                <a:spcPts val="0"/>
              </a:spcBef>
              <a:spcAft>
                <a:spcPts val="0"/>
              </a:spcAft>
              <a:buFontTx/>
              <a:buNone/>
              <a:defRPr sz="1200" b="0">
                <a:solidFill>
                  <a:schemeClr val="bg1"/>
                </a:solidFill>
              </a:defRPr>
            </a:lvl5pPr>
            <a:lvl6pPr marL="0" indent="0" algn="ctr">
              <a:spcBef>
                <a:spcPts val="0"/>
              </a:spcBef>
              <a:spcAft>
                <a:spcPts val="0"/>
              </a:spcAft>
              <a:buFontTx/>
              <a:buNone/>
              <a:defRPr sz="1200" b="0">
                <a:solidFill>
                  <a:schemeClr val="bg1"/>
                </a:solidFill>
              </a:defRPr>
            </a:lvl6pPr>
            <a:lvl7pPr marL="0" indent="0" algn="ctr">
              <a:spcBef>
                <a:spcPts val="0"/>
              </a:spcBef>
              <a:spcAft>
                <a:spcPts val="0"/>
              </a:spcAft>
              <a:buFontTx/>
              <a:buNone/>
              <a:defRPr sz="1200" b="0">
                <a:solidFill>
                  <a:schemeClr val="bg1"/>
                </a:solidFill>
              </a:defRPr>
            </a:lvl7pPr>
            <a:lvl8pPr marL="0" indent="0" algn="ctr">
              <a:spcBef>
                <a:spcPts val="0"/>
              </a:spcBef>
              <a:spcAft>
                <a:spcPts val="0"/>
              </a:spcAft>
              <a:buFontTx/>
              <a:buNone/>
              <a:defRPr sz="1200" b="0">
                <a:solidFill>
                  <a:schemeClr val="bg1"/>
                </a:solidFill>
              </a:defRPr>
            </a:lvl8pPr>
            <a:lvl9pPr marL="0" indent="0" algn="ctr">
              <a:spcBef>
                <a:spcPts val="0"/>
              </a:spcBef>
              <a:spcAft>
                <a:spcPts val="0"/>
              </a:spcAft>
              <a:buFontTx/>
              <a:buNone/>
              <a:defRPr sz="1200" b="0">
                <a:solidFill>
                  <a:schemeClr val="bg1"/>
                </a:solidFill>
              </a:defRPr>
            </a:lvl9pPr>
          </a:lstStyle>
          <a:p>
            <a:pPr lvl="0"/>
            <a:r>
              <a:rPr lang="en-US"/>
              <a:t>Add picture</a:t>
            </a:r>
          </a:p>
        </p:txBody>
      </p:sp>
      <p:sp>
        <p:nvSpPr>
          <p:cNvPr id="7" name="Textplatzhalter 6"/>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90204" pitchFamily="34" charset="0"/>
              <a:buNone/>
              <a:defRPr sz="800" b="0">
                <a:solidFill>
                  <a:schemeClr val="bg1"/>
                </a:solidFill>
              </a:defRPr>
            </a:lvl1pPr>
            <a:lvl2pPr marL="0" indent="0">
              <a:lnSpc>
                <a:spcPct val="100000"/>
              </a:lnSpc>
              <a:spcBef>
                <a:spcPts val="0"/>
              </a:spcBef>
              <a:spcAft>
                <a:spcPts val="0"/>
              </a:spcAft>
              <a:buFont typeface="Arial" panose="020B060402020209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p:cNvSpPr>
            <a:spLocks noGrp="1"/>
          </p:cNvSpPr>
          <p:nvPr>
            <p:ph type="sldNum" sz="quarter" idx="30"/>
          </p:nvPr>
        </p:nvSpPr>
        <p:spPr bwMode="gray"/>
        <p:txBody>
          <a:bodyPr/>
          <a:lstStyle>
            <a:lvl1pPr>
              <a:defRPr>
                <a:solidFill>
                  <a:schemeClr val="bg1"/>
                </a:solidFill>
              </a:defRPr>
            </a:lvl1pPr>
          </a:lstStyle>
          <a:p>
            <a:fld id="{1C046D74-684A-41CD-915E-09DB96BC3FEF}" type="slidenum">
              <a:rPr lang="zh-CN" altLang="en-US" smtClean="0"/>
              <a:t>‹#›</a:t>
            </a:fld>
            <a:endParaRPr lang="zh-CN" altLang="en-US"/>
          </a:p>
        </p:txBody>
      </p:sp>
      <p:sp>
        <p:nvSpPr>
          <p:cNvPr id="3" name="Fußzeilenplatzhalter 2"/>
          <p:cNvSpPr>
            <a:spLocks noGrp="1"/>
          </p:cNvSpPr>
          <p:nvPr>
            <p:ph type="ftr" sz="quarter" idx="31"/>
          </p:nvPr>
        </p:nvSpPr>
        <p:spPr bwMode="gray"/>
        <p:txBody>
          <a:bodyPr/>
          <a:lstStyle>
            <a:lvl1pPr>
              <a:defRPr>
                <a:solidFill>
                  <a:schemeClr val="bg1"/>
                </a:solidFill>
              </a:defRPr>
            </a:lvl1pPr>
          </a:lstStyle>
          <a:p>
            <a:endParaRPr lang="zh-CN" altLang="en-US"/>
          </a:p>
        </p:txBody>
      </p:sp>
      <p:sp>
        <p:nvSpPr>
          <p:cNvPr id="2" name="Text Placeholder 8"/>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7" name="Group 16"/>
          <p:cNvGrpSpPr/>
          <p:nvPr/>
        </p:nvGrpSpPr>
        <p:grpSpPr bwMode="gray">
          <a:xfrm>
            <a:off x="-1896888" y="0"/>
            <a:ext cx="1715078" cy="3744416"/>
            <a:chOff x="-1824880" y="2708920"/>
            <a:chExt cx="1715078" cy="3744416"/>
          </a:xfrm>
        </p:grpSpPr>
        <p:sp>
          <p:nvSpPr>
            <p:cNvPr id="18" name="TextBox 17"/>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p:cNvPicPr>
              <a:picLocks noChangeAspect="1"/>
            </p:cNvPicPr>
            <p:nvPr userDrawn="1"/>
          </p:nvPicPr>
          <p:blipFill rotWithShape="1">
            <a:blip r:embed="rId3"/>
            <a:srcRect l="8843" r="2395" b="2546"/>
            <a:stretch>
              <a:fillRect/>
            </a:stretch>
          </p:blipFill>
          <p:spPr bwMode="gray">
            <a:xfrm>
              <a:off x="-1589806" y="4475212"/>
              <a:ext cx="745332" cy="1122804"/>
            </a:xfrm>
            <a:prstGeom prst="roundRect">
              <a:avLst>
                <a:gd name="adj" fmla="val 3514"/>
              </a:avLst>
            </a:prstGeom>
          </p:spPr>
        </p:pic>
        <p:sp>
          <p:nvSpPr>
            <p:cNvPr id="20" name="TextBox 19"/>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p:cNvSpPr/>
          <p:nvPr/>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p:cNvSpPr>
            <a:spLocks noGrp="1"/>
          </p:cNvSpPr>
          <p:nvPr>
            <p:ph type="ftr" sz="quarter" idx="10"/>
          </p:nvPr>
        </p:nvSpPr>
        <p:spPr bwMode="gray"/>
        <p:txBody>
          <a:bodyPr/>
          <a:lstStyle/>
          <a:p>
            <a:endParaRPr lang="zh-CN" altLang="en-US"/>
          </a:p>
        </p:txBody>
      </p:sp>
      <p:sp>
        <p:nvSpPr>
          <p:cNvPr id="10" name="Foliennummernplatzhalter 9"/>
          <p:cNvSpPr>
            <a:spLocks noGrp="1"/>
          </p:cNvSpPr>
          <p:nvPr>
            <p:ph type="sldNum" sz="quarter" idx="11"/>
          </p:nvPr>
        </p:nvSpPr>
        <p:spPr bwMode="gray"/>
        <p:txBody>
          <a:bodyPr/>
          <a:lstStyle/>
          <a:p>
            <a:fld id="{1C046D74-684A-41CD-915E-09DB96BC3FEF}"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9" name="Textplatzhalter 7"/>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p:cNvSpPr>
            <a:spLocks noGrp="1"/>
          </p:cNvSpPr>
          <p:nvPr>
            <p:ph type="ftr" sz="quarter" idx="10"/>
          </p:nvPr>
        </p:nvSpPr>
        <p:spPr bwMode="gray"/>
        <p:txBody>
          <a:bodyPr/>
          <a:lstStyle/>
          <a:p>
            <a:endParaRPr lang="zh-CN" altLang="en-US"/>
          </a:p>
        </p:txBody>
      </p:sp>
      <p:sp>
        <p:nvSpPr>
          <p:cNvPr id="8" name="Foliennummernplatzhalter 7"/>
          <p:cNvSpPr>
            <a:spLocks noGrp="1"/>
          </p:cNvSpPr>
          <p:nvPr>
            <p:ph type="sldNum" sz="quarter" idx="11"/>
          </p:nvPr>
        </p:nvSpPr>
        <p:spPr bwMode="gray"/>
        <p:txBody>
          <a:bodyPr/>
          <a:lstStyle/>
          <a:p>
            <a:fld id="{1C046D74-684A-41CD-915E-09DB96BC3FEF}"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act">
    <p:bg>
      <p:bgPr>
        <a:solidFill>
          <a:schemeClr val="bg2"/>
        </a:solidFill>
        <a:effectLst/>
      </p:bgPr>
    </p:bg>
    <p:spTree>
      <p:nvGrpSpPr>
        <p:cNvPr id="1" name=""/>
        <p:cNvGrpSpPr/>
        <p:nvPr/>
      </p:nvGrpSpPr>
      <p:grpSpPr>
        <a:xfrm>
          <a:off x="0" y="0"/>
          <a:ext cx="0" cy="0"/>
          <a:chOff x="0" y="0"/>
          <a:chExt cx="0" cy="0"/>
        </a:xfrm>
      </p:grpSpPr>
      <p:sp>
        <p:nvSpPr>
          <p:cNvPr id="13" name="Titel 12"/>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defRPr sz="1200" b="0">
                <a:solidFill>
                  <a:schemeClr val="bg1"/>
                </a:solidFill>
              </a:defRPr>
            </a:lvl1pPr>
            <a:lvl2pPr marL="0" indent="0" algn="ctr">
              <a:spcBef>
                <a:spcPts val="0"/>
              </a:spcBef>
              <a:spcAft>
                <a:spcPts val="0"/>
              </a:spcAft>
              <a:buFontTx/>
              <a:buNone/>
              <a:defRPr sz="1200" b="0">
                <a:solidFill>
                  <a:schemeClr val="bg1"/>
                </a:solidFill>
              </a:defRPr>
            </a:lvl2pPr>
            <a:lvl3pPr marL="0" indent="0" algn="ctr">
              <a:spcBef>
                <a:spcPts val="0"/>
              </a:spcBef>
              <a:spcAft>
                <a:spcPts val="0"/>
              </a:spcAft>
              <a:buFontTx/>
              <a:buNone/>
              <a:defRPr sz="1200" b="0"/>
            </a:lvl3pPr>
            <a:lvl4pPr marL="0" indent="0" algn="ctr">
              <a:spcBef>
                <a:spcPts val="0"/>
              </a:spcBef>
              <a:spcAft>
                <a:spcPts val="0"/>
              </a:spcAft>
              <a:buFontTx/>
              <a:buNone/>
              <a:defRPr sz="1200" b="0"/>
            </a:lvl4pPr>
            <a:lvl5pPr marL="0" indent="0" algn="ctr">
              <a:spcBef>
                <a:spcPts val="0"/>
              </a:spcBef>
              <a:spcAft>
                <a:spcPts val="0"/>
              </a:spcAft>
              <a:buFontTx/>
              <a:buNone/>
              <a:defRPr sz="1200" b="0">
                <a:solidFill>
                  <a:schemeClr val="bg1"/>
                </a:solidFill>
              </a:defRPr>
            </a:lvl5pPr>
            <a:lvl6pPr marL="0" indent="0" algn="ctr">
              <a:spcBef>
                <a:spcPts val="0"/>
              </a:spcBef>
              <a:spcAft>
                <a:spcPts val="0"/>
              </a:spcAft>
              <a:buFontTx/>
              <a:buNone/>
              <a:defRPr sz="1200" b="0">
                <a:solidFill>
                  <a:schemeClr val="bg1"/>
                </a:solidFill>
              </a:defRPr>
            </a:lvl6pPr>
            <a:lvl7pPr marL="0" indent="0" algn="ctr">
              <a:spcBef>
                <a:spcPts val="0"/>
              </a:spcBef>
              <a:spcAft>
                <a:spcPts val="0"/>
              </a:spcAft>
              <a:buFontTx/>
              <a:buNone/>
              <a:defRPr sz="1200" b="0"/>
            </a:lvl7pPr>
            <a:lvl8pPr marL="0" indent="0" algn="ctr">
              <a:spcBef>
                <a:spcPts val="0"/>
              </a:spcBef>
              <a:spcAft>
                <a:spcPts val="0"/>
              </a:spcAft>
              <a:buFontTx/>
              <a:buNone/>
              <a:defRPr sz="1200" b="0"/>
            </a:lvl8pPr>
            <a:lvl9pPr marL="0" indent="0" algn="ctr">
              <a:spcBef>
                <a:spcPts val="0"/>
              </a:spcBef>
              <a:spcAft>
                <a:spcPts val="0"/>
              </a:spcAft>
              <a:buFontTx/>
              <a:buNone/>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9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9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p:cNvSpPr>
            <a:spLocks noGrp="1"/>
          </p:cNvSpPr>
          <p:nvPr>
            <p:ph type="ftr" sz="quarter" idx="21"/>
          </p:nvPr>
        </p:nvSpPr>
        <p:spPr bwMode="gray"/>
        <p:txBody>
          <a:bodyPr/>
          <a:lstStyle>
            <a:lvl1pPr>
              <a:defRPr>
                <a:solidFill>
                  <a:schemeClr val="bg1"/>
                </a:solidFill>
              </a:defRPr>
            </a:lvl1pPr>
          </a:lstStyle>
          <a:p>
            <a:endParaRPr lang="zh-CN" altLang="en-US"/>
          </a:p>
        </p:txBody>
      </p:sp>
      <p:sp>
        <p:nvSpPr>
          <p:cNvPr id="9" name="Foliennummernplatzhalter 8"/>
          <p:cNvSpPr>
            <a:spLocks noGrp="1"/>
          </p:cNvSpPr>
          <p:nvPr>
            <p:ph type="sldNum" sz="quarter" idx="22"/>
          </p:nvPr>
        </p:nvSpPr>
        <p:spPr bwMode="gray"/>
        <p:txBody>
          <a:bodyPr/>
          <a:lstStyle>
            <a:lvl1pPr>
              <a:defRPr>
                <a:solidFill>
                  <a:schemeClr val="bg1"/>
                </a:solidFill>
              </a:defRPr>
            </a:lvl1pPr>
          </a:lstStyle>
          <a:p>
            <a:fld id="{1C046D74-684A-41CD-915E-09DB96BC3FEF}" type="slidenum">
              <a:rPr lang="zh-CN" altLang="en-US" smtClean="0"/>
              <a:t>‹#›</a:t>
            </a:fld>
            <a:endParaRPr lang="zh-CN" altLang="en-US"/>
          </a:p>
        </p:txBody>
      </p:sp>
      <p:pic>
        <p:nvPicPr>
          <p:cNvPr id="12" name="Grafik 11"/>
          <p:cNvPicPr>
            <a:picLocks noChangeAspect="1"/>
          </p:cNvPicPr>
          <p:nvPr/>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0" name="Group 9"/>
          <p:cNvGrpSpPr/>
          <p:nvPr/>
        </p:nvGrpSpPr>
        <p:grpSpPr bwMode="gray">
          <a:xfrm>
            <a:off x="-1896888" y="0"/>
            <a:ext cx="1715078" cy="3744416"/>
            <a:chOff x="-1824880" y="2708920"/>
            <a:chExt cx="1715078" cy="3744416"/>
          </a:xfrm>
        </p:grpSpPr>
        <p:sp>
          <p:nvSpPr>
            <p:cNvPr id="14" name="TextBox 13"/>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145" indent="-144145">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145" indent="-144145">
                <a:lnSpc>
                  <a:spcPct val="120000"/>
                </a:lnSpc>
                <a:spcAft>
                  <a:spcPts val="600"/>
                </a:spcAft>
                <a:buFont typeface="+mj-lt"/>
                <a:buAutoNum type="arabicPeriod"/>
              </a:pPr>
              <a:r>
                <a:rPr lang="en-US" sz="900">
                  <a:solidFill>
                    <a:schemeClr val="tx1"/>
                  </a:solidFill>
                  <a:effectLst/>
                  <a:latin typeface="+mn-lt"/>
                </a:rPr>
                <a:t>Open the menu “Insert”</a:t>
              </a:r>
            </a:p>
            <a:p>
              <a:pPr marL="144145" indent="-144145">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p:cNvPicPr>
              <a:picLocks noChangeAspect="1"/>
            </p:cNvPicPr>
            <p:nvPr userDrawn="1"/>
          </p:nvPicPr>
          <p:blipFill rotWithShape="1">
            <a:blip r:embed="rId3"/>
            <a:srcRect l="8843" r="2395" b="2546"/>
            <a:stretch>
              <a:fillRect/>
            </a:stretch>
          </p:blipFill>
          <p:spPr bwMode="gray">
            <a:xfrm>
              <a:off x="-1589806" y="4475212"/>
              <a:ext cx="745332" cy="1122804"/>
            </a:xfrm>
            <a:prstGeom prst="roundRect">
              <a:avLst>
                <a:gd name="adj" fmla="val 3514"/>
              </a:avLst>
            </a:prstGeom>
          </p:spPr>
        </p:pic>
        <p:sp>
          <p:nvSpPr>
            <p:cNvPr id="16" name="TextBox 15"/>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145" indent="-144145">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7" name="Fußzeilenplatzhalter 6"/>
          <p:cNvSpPr>
            <a:spLocks noGrp="1"/>
          </p:cNvSpPr>
          <p:nvPr>
            <p:ph type="ftr" sz="quarter" idx="10"/>
          </p:nvPr>
        </p:nvSpPr>
        <p:spPr bwMode="gray"/>
        <p:txBody>
          <a:bodyPr/>
          <a:lstStyle/>
          <a:p>
            <a:endParaRPr lang="zh-CN" altLang="en-US"/>
          </a:p>
        </p:txBody>
      </p:sp>
      <p:sp>
        <p:nvSpPr>
          <p:cNvPr id="8" name="Foliennummernplatzhalter 7"/>
          <p:cNvSpPr>
            <a:spLocks noGrp="1"/>
          </p:cNvSpPr>
          <p:nvPr>
            <p:ph type="sldNum" sz="quarter" idx="11"/>
          </p:nvPr>
        </p:nvSpPr>
        <p:spPr bwMode="gray"/>
        <p:txBody>
          <a:bodyPr/>
          <a:lstStyle/>
          <a:p>
            <a:fld id="{1C046D74-684A-41CD-915E-09DB96BC3FEF}" type="slidenum">
              <a:rPr lang="zh-CN" altLang="en-US" smtClean="0"/>
              <a:t>‹#›</a:t>
            </a:fld>
            <a:endParaRPr lang="zh-CN" altLang="en-US"/>
          </a:p>
        </p:txBody>
      </p:sp>
      <p:sp>
        <p:nvSpPr>
          <p:cNvPr id="2" name="Rechteck 1"/>
          <p:cNvSpPr/>
          <p:nvPr/>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p:cNvSpPr txBox="1"/>
          <p:nvPr/>
        </p:nvSpPr>
        <p:spPr bwMode="gray">
          <a:xfrm>
            <a:off x="479425" y="1916832"/>
            <a:ext cx="6120631" cy="3456384"/>
          </a:xfrm>
          <a:prstGeom prst="rect">
            <a:avLst/>
          </a:prstGeom>
        </p:spPr>
        <p:txBody>
          <a:bodyPr vert="horz" lIns="0" tIns="0" rIns="0" bIns="0" numCol="1" spcCol="288000" rtlCol="0">
            <a:noAutofit/>
          </a:bodyPr>
          <a:lstStyle>
            <a:lvl1pPr marL="215900" indent="-215900" algn="l" defTabSz="914400" rtl="0" eaLnBrk="1" latinLnBrk="0" hangingPunct="1">
              <a:lnSpc>
                <a:spcPct val="110000"/>
              </a:lnSpc>
              <a:spcBef>
                <a:spcPts val="0"/>
              </a:spcBef>
              <a:spcAft>
                <a:spcPts val="600"/>
              </a:spcAft>
              <a:buFont typeface="Arial" panose="020B060402020209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10000"/>
              </a:lnSpc>
              <a:spcBef>
                <a:spcPts val="0"/>
              </a:spcBef>
              <a:spcAft>
                <a:spcPts val="600"/>
              </a:spcAft>
              <a:buFont typeface="Arial" panose="020B060402020209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10000"/>
              </a:lnSpc>
              <a:spcBef>
                <a:spcPts val="0"/>
              </a:spcBef>
              <a:spcAft>
                <a:spcPts val="600"/>
              </a:spcAft>
              <a:buFont typeface="Arial" panose="020B060402020209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10000"/>
              </a:lnSpc>
              <a:spcBef>
                <a:spcPts val="0"/>
              </a:spcBef>
              <a:spcAft>
                <a:spcPts val="600"/>
              </a:spcAft>
              <a:buFont typeface="Arial" panose="020B060402020209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1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1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1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1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1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9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p:cNvSpPr txBox="1"/>
          <p:nvPr/>
        </p:nvSpPr>
        <p:spPr bwMode="gray">
          <a:xfrm>
            <a:off x="475503" y="5697252"/>
            <a:ext cx="8892000" cy="252698"/>
          </a:xfrm>
          <a:prstGeom prst="rect">
            <a:avLst/>
          </a:prstGeom>
        </p:spPr>
        <p:txBody>
          <a:bodyPr vert="horz" lIns="0" tIns="0" rIns="0" bIns="0" rtlCol="0">
            <a:noAutofit/>
          </a:bodyPr>
          <a:lstStyle>
            <a:lvl1pPr marL="215900" indent="-215900" algn="l" defTabSz="914400" rtl="0" eaLnBrk="1" latinLnBrk="0" hangingPunct="1">
              <a:lnSpc>
                <a:spcPct val="110000"/>
              </a:lnSpc>
              <a:spcBef>
                <a:spcPts val="0"/>
              </a:spcBef>
              <a:spcAft>
                <a:spcPts val="600"/>
              </a:spcAft>
              <a:buFont typeface="Arial" panose="020B060402020209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10000"/>
              </a:lnSpc>
              <a:spcBef>
                <a:spcPts val="0"/>
              </a:spcBef>
              <a:spcAft>
                <a:spcPts val="600"/>
              </a:spcAft>
              <a:buFont typeface="Arial" panose="020B060402020209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10000"/>
              </a:lnSpc>
              <a:spcBef>
                <a:spcPts val="0"/>
              </a:spcBef>
              <a:spcAft>
                <a:spcPts val="600"/>
              </a:spcAft>
              <a:buFont typeface="Arial" panose="020B060402020209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10000"/>
              </a:lnSpc>
              <a:spcBef>
                <a:spcPts val="0"/>
              </a:spcBef>
              <a:spcAft>
                <a:spcPts val="600"/>
              </a:spcAft>
              <a:buFont typeface="Arial" panose="020B060402020209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1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1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1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1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1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9pPr>
          </a:lstStyle>
          <a:p>
            <a:pPr marL="0" indent="0">
              <a:buFont typeface="Arial" panose="020B0604020202090204" pitchFamily="34" charset="0"/>
              <a:buNone/>
            </a:pPr>
            <a:r>
              <a:rPr lang="en-US" sz="1400"/>
              <a:t> </a:t>
            </a:r>
          </a:p>
        </p:txBody>
      </p:sp>
      <p:sp>
        <p:nvSpPr>
          <p:cNvPr id="11" name="Inhaltsplatzhalter 18"/>
          <p:cNvSpPr txBox="1"/>
          <p:nvPr/>
        </p:nvSpPr>
        <p:spPr bwMode="gray">
          <a:xfrm>
            <a:off x="475503" y="1412875"/>
            <a:ext cx="5436555" cy="180020"/>
          </a:xfrm>
          <a:prstGeom prst="rect">
            <a:avLst/>
          </a:prstGeom>
        </p:spPr>
        <p:txBody>
          <a:bodyPr vert="horz" lIns="0" tIns="0" rIns="0" bIns="0" rtlCol="0" anchor="b" anchorCtr="0">
            <a:noAutofit/>
          </a:bodyPr>
          <a:lstStyle>
            <a:lvl1pPr marL="215900" indent="-215900" algn="l" defTabSz="914400" rtl="0" eaLnBrk="1" latinLnBrk="0" hangingPunct="1">
              <a:lnSpc>
                <a:spcPct val="110000"/>
              </a:lnSpc>
              <a:spcBef>
                <a:spcPts val="0"/>
              </a:spcBef>
              <a:spcAft>
                <a:spcPts val="600"/>
              </a:spcAft>
              <a:buFont typeface="Arial" panose="020B060402020209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10000"/>
              </a:lnSpc>
              <a:spcBef>
                <a:spcPts val="0"/>
              </a:spcBef>
              <a:spcAft>
                <a:spcPts val="600"/>
              </a:spcAft>
              <a:buFont typeface="Arial" panose="020B060402020209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10000"/>
              </a:lnSpc>
              <a:spcBef>
                <a:spcPts val="0"/>
              </a:spcBef>
              <a:spcAft>
                <a:spcPts val="600"/>
              </a:spcAft>
              <a:buFont typeface="Arial" panose="020B060402020209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10000"/>
              </a:lnSpc>
              <a:spcBef>
                <a:spcPts val="0"/>
              </a:spcBef>
              <a:spcAft>
                <a:spcPts val="600"/>
              </a:spcAft>
              <a:buFont typeface="Arial" panose="020B060402020209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1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1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1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1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1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9pPr>
          </a:lstStyle>
          <a:p>
            <a:pPr marL="0" indent="0" algn="l">
              <a:buFont typeface="Arial" panose="020B0604020202090204" pitchFamily="34" charset="0"/>
              <a:buNone/>
            </a:pPr>
            <a:r>
              <a:rPr lang="en-US" sz="900"/>
              <a:t>© </a:t>
            </a:r>
            <a:fld id="{2F99CDBD-C73A-474F-91D2-EC8081FF32A1}" type="datetimeyyyy">
              <a:rPr lang="en-US" sz="900" smtClean="0"/>
              <a:t>2026</a:t>
            </a:fld>
            <a:r>
              <a:rPr lang="en-US" sz="900"/>
              <a:t> Boehringer Ingelheim International GmbH. All rights reserved.</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p:cNvSpPr>
            <a:spLocks noGrp="1"/>
          </p:cNvSpPr>
          <p:nvPr>
            <p:ph type="ftr" sz="quarter" idx="19"/>
          </p:nvPr>
        </p:nvSpPr>
        <p:spPr bwMode="gray"/>
        <p:txBody>
          <a:bodyPr/>
          <a:lstStyle/>
          <a:p>
            <a:r>
              <a:rPr lang="en-US" altLang="zh-CN"/>
              <a:t>TA-CEC Presentation Template</a:t>
            </a:r>
            <a:r>
              <a:rPr lang="en-US"/>
              <a:t>|    ONLY FOR INTERNAL USE</a:t>
            </a:r>
          </a:p>
        </p:txBody>
      </p:sp>
      <p:sp>
        <p:nvSpPr>
          <p:cNvPr id="5" name="Foliennummernplatzhalter 4"/>
          <p:cNvSpPr>
            <a:spLocks noGrp="1"/>
          </p:cNvSpPr>
          <p:nvPr>
            <p:ph type="sldNum" sz="quarter" idx="20"/>
          </p:nvPr>
        </p:nvSpPr>
        <p:spPr bwMode="gray"/>
        <p:txBody>
          <a:bodyPr/>
          <a:lstStyle/>
          <a:p>
            <a:fld id="{DF4E8F9F-5B1F-4F5B-BE49-3245D8C18D9F}" type="slidenum">
              <a:rPr lang="en-US" smtClean="0"/>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90204" pitchFamily="34" charset="0"/>
              <a:buNone/>
              <a:defRPr sz="800" b="0"/>
            </a:lvl1pPr>
            <a:lvl2pPr marL="0" indent="0">
              <a:lnSpc>
                <a:spcPct val="100000"/>
              </a:lnSpc>
              <a:spcBef>
                <a:spcPts val="0"/>
              </a:spcBef>
              <a:spcAft>
                <a:spcPts val="0"/>
              </a:spcAft>
              <a:buFont typeface="Arial" panose="020B060402020209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845" indent="-215900">
              <a:defRPr sz="1200">
                <a:solidFill>
                  <a:schemeClr val="tx2"/>
                </a:solidFill>
              </a:defRPr>
            </a:lvl5pPr>
            <a:lvl6pPr marL="791845" indent="-215900">
              <a:defRPr sz="1200">
                <a:solidFill>
                  <a:schemeClr val="tx2"/>
                </a:solidFill>
              </a:defRPr>
            </a:lvl6pPr>
            <a:lvl7pPr marL="791845" indent="-215900">
              <a:defRPr sz="1200">
                <a:solidFill>
                  <a:schemeClr val="tx2"/>
                </a:solidFill>
              </a:defRPr>
            </a:lvl7pPr>
            <a:lvl8pPr marL="791845" indent="-215900">
              <a:defRPr sz="1200">
                <a:solidFill>
                  <a:schemeClr val="tx2"/>
                </a:solidFill>
              </a:defRPr>
            </a:lvl8pPr>
            <a:lvl9pPr marL="791845" indent="-2159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p:cNvSpPr>
            <a:spLocks noGrp="1"/>
          </p:cNvSpPr>
          <p:nvPr>
            <p:ph type="ftr" sz="quarter" idx="21"/>
          </p:nvPr>
        </p:nvSpPr>
        <p:spPr bwMode="gray"/>
        <p:txBody>
          <a:bodyPr/>
          <a:lstStyle/>
          <a:p>
            <a:r>
              <a:rPr lang="en-US"/>
              <a:t>Presentation title    |    ONLY FOR INTERNAL USE</a:t>
            </a:r>
          </a:p>
        </p:txBody>
      </p:sp>
      <p:sp>
        <p:nvSpPr>
          <p:cNvPr id="9" name="Foliennummernplatzhalter 8"/>
          <p:cNvSpPr>
            <a:spLocks noGrp="1"/>
          </p:cNvSpPr>
          <p:nvPr>
            <p:ph type="sldNum" sz="quarter" idx="22"/>
          </p:nvPr>
        </p:nvSpPr>
        <p:spPr bwMode="gray"/>
        <p:txBody>
          <a:bodyPr/>
          <a:lstStyle/>
          <a:p>
            <a:fld id="{DF4E8F9F-5B1F-4F5B-BE49-3245D8C18D9F}" type="slidenum">
              <a:rPr lang="en-US" smtClean="0"/>
              <a:t>‹#›</a:t>
            </a:fld>
            <a:endParaRPr lang="en-US"/>
          </a:p>
        </p:txBody>
      </p:sp>
      <p:pic>
        <p:nvPicPr>
          <p:cNvPr id="11" name="Grafik 10"/>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Titel 36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B97B442D-D596-4A22-B59F-2B4C559DB2B8}" type="datetime1">
              <a:rPr lang="en-GB" noProof="0" smtClean="0"/>
              <a:t>21/04/2026</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187200"/>
            <a:ext cx="11211800" cy="553999"/>
          </a:xfrm>
        </p:spPr>
        <p:txBody>
          <a:bodyPr/>
          <a:lstStyle>
            <a:lvl1pPr>
              <a:defRPr sz="3600"/>
            </a:lvl1pPr>
          </a:lstStyle>
          <a:p>
            <a:r>
              <a:rPr lang="en-GB" noProof="0"/>
              <a:t>Click to add headline</a:t>
            </a:r>
          </a:p>
        </p:txBody>
      </p:sp>
      <p:pic>
        <p:nvPicPr>
          <p:cNvPr id="10" name="Grafik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578958"/>
            <a:ext cx="840360" cy="19051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59C94380-A040-E441-B44A-5CD26B0CCCA4}" type="datetime1">
              <a:rPr kumimoji="1" lang="zh-CN" altLang="en-US" smtClean="0"/>
              <a:t>2026/4/21</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16D0293A-1EB0-E24D-BA87-60F038E87B25}" type="slidenum">
              <a:rPr kumimoji="1" lang="zh-CN" altLang="en-US" smtClean="0"/>
              <a:t>‹#›</a:t>
            </a:fld>
            <a:endParaRPr kumimoji="1" lang="zh-CN" altLang="en-US"/>
          </a:p>
        </p:txBody>
      </p:sp>
    </p:spTree>
    <p:extLst>
      <p:ext uri="{BB962C8B-B14F-4D97-AF65-F5344CB8AC3E}">
        <p14:creationId xmlns:p14="http://schemas.microsoft.com/office/powerpoint/2010/main" val="14281190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481469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endParaRPr lang="zh-CN" altLang="en-US"/>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1C046D74-684A-41CD-915E-09DB96BC3FEF}" type="slidenum">
              <a:rPr lang="zh-CN" altLang="en-US" smtClean="0"/>
              <a:t>‹#›</a:t>
            </a:fld>
            <a:endParaRPr lang="zh-CN" altLang="en-US"/>
          </a:p>
        </p:txBody>
      </p:sp>
      <p:grpSp>
        <p:nvGrpSpPr>
          <p:cNvPr id="2082" name="Gruppieren 2081"/>
          <p:cNvGrpSpPr/>
          <p:nvPr/>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p:cNvPicPr>
            <a:picLocks noChangeAspect="1"/>
          </p:cNvPicPr>
          <p:nvPr/>
        </p:nvPicPr>
        <p:blipFill>
          <a:blip>
            <a:extLst>
              <a:ext uri="{96DAC541-7B7A-43D3-8B79-37D633B846F1}">
                <asvg:svgBlip xmlns:asvg="http://schemas.microsoft.com/office/drawing/2016/SVG/main" r:embed="rId40"/>
              </a:ext>
            </a:extLst>
          </a:blip>
          <a:stretch>
            <a:fillRect/>
          </a:stretch>
        </p:blipFill>
        <p:spPr bwMode="gray">
          <a:xfrm>
            <a:off x="479424" y="6165000"/>
            <a:ext cx="1234800" cy="3727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Lst>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00" indent="-215900" algn="l" defTabSz="914400" rtl="0" eaLnBrk="1" latinLnBrk="0" hangingPunct="1">
        <a:lnSpc>
          <a:spcPct val="140000"/>
        </a:lnSpc>
        <a:spcBef>
          <a:spcPts val="0"/>
        </a:spcBef>
        <a:spcAft>
          <a:spcPts val="600"/>
        </a:spcAft>
        <a:buFont typeface="Arial" panose="020B060402020209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9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9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9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3.xml"/><Relationship Id="rId7" Type="http://schemas.openxmlformats.org/officeDocument/2006/relationships/slideLayout" Target="../slideLayouts/slideLayout38.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3.svg"/><Relationship Id="rId7" Type="http://schemas.openxmlformats.org/officeDocument/2006/relationships/diagramColors" Target="../diagrams/colors1.xml"/><Relationship Id="rId2" Type="http://schemas.openxmlformats.org/officeDocument/2006/relationships/image" Target="../media/image12.svg"/><Relationship Id="rId1" Type="http://schemas.openxmlformats.org/officeDocument/2006/relationships/slideLayout" Target="../slideLayouts/slideLayout6.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slideLayout" Target="../slideLayouts/slideLayout36.xml"/><Relationship Id="rId4" Type="http://schemas.openxmlformats.org/officeDocument/2006/relationships/tags" Target="../tags/tag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4.xml"/><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tags" Target="../tags/tag13.xml"/><Relationship Id="rId21" Type="http://schemas.openxmlformats.org/officeDocument/2006/relationships/image" Target="../media/image26.jpeg"/><Relationship Id="rId7" Type="http://schemas.openxmlformats.org/officeDocument/2006/relationships/slideLayout" Target="../slideLayouts/slideLayout37.xml"/><Relationship Id="rId12" Type="http://schemas.openxmlformats.org/officeDocument/2006/relationships/image" Target="../media/image17.jpeg"/><Relationship Id="rId17" Type="http://schemas.openxmlformats.org/officeDocument/2006/relationships/image" Target="../media/image22.png"/><Relationship Id="rId2" Type="http://schemas.openxmlformats.org/officeDocument/2006/relationships/tags" Target="../tags/tag12.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image" Target="../media/image16.jpeg"/><Relationship Id="rId24" Type="http://schemas.openxmlformats.org/officeDocument/2006/relationships/image" Target="../media/image29.png"/><Relationship Id="rId5" Type="http://schemas.openxmlformats.org/officeDocument/2006/relationships/tags" Target="../tags/tag15.xml"/><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tags" Target="../tags/tag14.xml"/><Relationship Id="rId9" Type="http://schemas.openxmlformats.org/officeDocument/2006/relationships/image" Target="../media/image14.jpeg"/><Relationship Id="rId14" Type="http://schemas.openxmlformats.org/officeDocument/2006/relationships/image" Target="../media/image19.png"/><Relationship Id="rId22"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image" Target="../media/image32.png"/><Relationship Id="rId3" Type="http://schemas.openxmlformats.org/officeDocument/2006/relationships/notesSlide" Target="../notesSlides/notesSlide5.xml"/><Relationship Id="rId7" Type="http://schemas.openxmlformats.org/officeDocument/2006/relationships/image" Target="../media/image31.png"/><Relationship Id="rId12" Type="http://schemas.microsoft.com/office/2007/relationships/diagramDrawing" Target="../diagrams/drawing3.xml"/><Relationship Id="rId2" Type="http://schemas.openxmlformats.org/officeDocument/2006/relationships/slideLayout" Target="../slideLayouts/slideLayout37.xml"/><Relationship Id="rId1" Type="http://schemas.openxmlformats.org/officeDocument/2006/relationships/tags" Target="../tags/tag17.xml"/><Relationship Id="rId6" Type="http://schemas.openxmlformats.org/officeDocument/2006/relationships/image" Target="../media/image30.png"/><Relationship Id="rId11" Type="http://schemas.openxmlformats.org/officeDocument/2006/relationships/diagramColors" Target="../diagrams/colors3.xml"/><Relationship Id="rId5" Type="http://schemas.openxmlformats.org/officeDocument/2006/relationships/image" Target="../media/image15.png"/><Relationship Id="rId10" Type="http://schemas.openxmlformats.org/officeDocument/2006/relationships/diagramQuickStyle" Target="../diagrams/quickStyle3.xml"/><Relationship Id="rId4" Type="http://schemas.openxmlformats.org/officeDocument/2006/relationships/image" Target="../media/image14.jpeg"/><Relationship Id="rId9"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a:xfrm>
            <a:off x="479425" y="1983857"/>
            <a:ext cx="10364528" cy="1584000"/>
          </a:xfrm>
        </p:spPr>
        <p:txBody>
          <a:bodyPr/>
          <a:lstStyle/>
          <a:p>
            <a:r>
              <a:rPr lang="en-US" altLang="zh-CN" sz="3200" i="1" dirty="0">
                <a:solidFill>
                  <a:schemeClr val="bg1"/>
                </a:solidFill>
              </a:rPr>
              <a:t>ECR proposal</a:t>
            </a:r>
            <a:br>
              <a:rPr lang="en-US" altLang="zh-CN" sz="3200" dirty="0"/>
            </a:br>
            <a:r>
              <a:rPr lang="en-US" altLang="zh-CN" sz="3200" dirty="0"/>
              <a:t>Exploring patients’ experiences with </a:t>
            </a:r>
            <a:r>
              <a:rPr lang="en-US" altLang="zh-CN" sz="3200" dirty="0" err="1"/>
              <a:t>nerandomilast</a:t>
            </a:r>
            <a:r>
              <a:rPr lang="en-US" altLang="zh-CN" sz="3200" dirty="0"/>
              <a:t>: </a:t>
            </a:r>
            <a:br>
              <a:rPr lang="en-US" altLang="zh-CN" sz="3200" dirty="0"/>
            </a:br>
            <a:r>
              <a:rPr lang="en-US" altLang="zh-CN" sz="3200" dirty="0"/>
              <a:t>a longitudinal qualitative research among IPF patients</a:t>
            </a:r>
            <a:endParaRPr lang="zh-CN" altLang="en-US" sz="3200" dirty="0"/>
          </a:p>
        </p:txBody>
      </p:sp>
      <p:sp>
        <p:nvSpPr>
          <p:cNvPr id="5" name="副标题 4"/>
          <p:cNvSpPr>
            <a:spLocks noGrp="1"/>
          </p:cNvSpPr>
          <p:nvPr>
            <p:ph type="subTitle" idx="1"/>
          </p:nvPr>
        </p:nvSpPr>
        <p:spPr>
          <a:xfrm>
            <a:off x="479425" y="3853645"/>
            <a:ext cx="8281375" cy="1704673"/>
          </a:xfrm>
        </p:spPr>
        <p:txBody>
          <a:bodyPr/>
          <a:lstStyle/>
          <a:p>
            <a:r>
              <a:rPr lang="en-US" altLang="zh-CN" b="1" i="1" dirty="0"/>
              <a:t>For sharing</a:t>
            </a:r>
          </a:p>
          <a:p>
            <a:r>
              <a:rPr lang="en-US" altLang="zh-CN" sz="2000" dirty="0"/>
              <a:t>Guoze Feng</a:t>
            </a:r>
            <a:br>
              <a:rPr lang="en-US" altLang="zh-CN" sz="2000" dirty="0"/>
            </a:br>
            <a:r>
              <a:rPr lang="en-US" altLang="zh-CN" sz="2000" dirty="0"/>
              <a:t>April 2026</a:t>
            </a:r>
          </a:p>
        </p:txBody>
      </p:sp>
      <p:sp>
        <p:nvSpPr>
          <p:cNvPr id="8" name="AutoShape 2">
            <a:extLst>
              <a:ext uri="{FF2B5EF4-FFF2-40B4-BE49-F238E27FC236}">
                <a16:creationId xmlns:a16="http://schemas.microsoft.com/office/drawing/2014/main" id="{B0B883E4-9B61-6F3D-B704-E14DCA33F5C1}"/>
              </a:ext>
            </a:extLst>
          </p:cNvPr>
          <p:cNvSpPr>
            <a:spLocks noChangeAspect="1" noChangeArrowheads="1"/>
          </p:cNvSpPr>
          <p:nvPr/>
        </p:nvSpPr>
        <p:spPr bwMode="auto">
          <a:xfrm>
            <a:off x="63500" y="-2746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A1561-DC49-1584-F25D-18468607E5A3}"/>
            </a:ext>
          </a:extLst>
        </p:cNvPr>
        <p:cNvGrpSpPr/>
        <p:nvPr/>
      </p:nvGrpSpPr>
      <p:grpSpPr>
        <a:xfrm>
          <a:off x="0" y="0"/>
          <a:ext cx="0" cy="0"/>
          <a:chOff x="0" y="0"/>
          <a:chExt cx="0" cy="0"/>
        </a:xfrm>
      </p:grpSpPr>
      <p:sp>
        <p:nvSpPr>
          <p:cNvPr id="5" name="矩形: 圆角 4">
            <a:extLst>
              <a:ext uri="{FF2B5EF4-FFF2-40B4-BE49-F238E27FC236}">
                <a16:creationId xmlns:a16="http://schemas.microsoft.com/office/drawing/2014/main" id="{303C73A6-1C68-D803-61EA-36694E81CAB1}"/>
              </a:ext>
            </a:extLst>
          </p:cNvPr>
          <p:cNvSpPr/>
          <p:nvPr>
            <p:custDataLst>
              <p:tags r:id="rId1"/>
            </p:custDataLst>
          </p:nvPr>
        </p:nvSpPr>
        <p:spPr>
          <a:xfrm>
            <a:off x="429157" y="1552345"/>
            <a:ext cx="5550405" cy="4899826"/>
          </a:xfrm>
          <a:prstGeom prst="roundRect">
            <a:avLst>
              <a:gd name="adj" fmla="val 0"/>
            </a:avLst>
          </a:prstGeom>
          <a:noFill/>
          <a:ln w="11430">
            <a:solidFill>
              <a:schemeClr val="bg1">
                <a:lumMod val="75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20" b="0" i="0" u="none" strike="noStrike" kern="1200" cap="none" spc="0" normalizeH="0" baseline="0" noProof="0">
              <a:ln>
                <a:noFill/>
              </a:ln>
              <a:solidFill>
                <a:prstClr val="white"/>
              </a:solidFill>
              <a:effectLst/>
              <a:uLnTx/>
              <a:uFillTx/>
              <a:latin typeface="Arial"/>
              <a:ea typeface="OPPOSans R"/>
              <a:cs typeface="+mn-cs"/>
            </a:endParaRPr>
          </a:p>
        </p:txBody>
      </p:sp>
      <p:sp>
        <p:nvSpPr>
          <p:cNvPr id="71" name="任意多边形: 形状 70">
            <a:extLst>
              <a:ext uri="{FF2B5EF4-FFF2-40B4-BE49-F238E27FC236}">
                <a16:creationId xmlns:a16="http://schemas.microsoft.com/office/drawing/2014/main" id="{EE986E14-8745-090E-B4E7-83C3B4DDFF20}"/>
              </a:ext>
            </a:extLst>
          </p:cNvPr>
          <p:cNvSpPr/>
          <p:nvPr>
            <p:custDataLst>
              <p:tags r:id="rId2"/>
            </p:custDataLst>
          </p:nvPr>
        </p:nvSpPr>
        <p:spPr>
          <a:xfrm>
            <a:off x="422729" y="1177808"/>
            <a:ext cx="5564469" cy="732728"/>
          </a:xfrm>
          <a:custGeom>
            <a:avLst/>
            <a:gdLst>
              <a:gd name="connsiteX0" fmla="*/ 171559 w 5653087"/>
              <a:gd name="connsiteY0" fmla="*/ 0 h 779010"/>
              <a:gd name="connsiteX1" fmla="*/ 5481528 w 5653087"/>
              <a:gd name="connsiteY1" fmla="*/ 0 h 779010"/>
              <a:gd name="connsiteX2" fmla="*/ 5653087 w 5653087"/>
              <a:gd name="connsiteY2" fmla="*/ 171559 h 779010"/>
              <a:gd name="connsiteX3" fmla="*/ 5653087 w 5653087"/>
              <a:gd name="connsiteY3" fmla="*/ 779010 h 779010"/>
              <a:gd name="connsiteX4" fmla="*/ 0 w 5653087"/>
              <a:gd name="connsiteY4" fmla="*/ 779010 h 779010"/>
              <a:gd name="connsiteX5" fmla="*/ 0 w 5653087"/>
              <a:gd name="connsiteY5" fmla="*/ 171559 h 779010"/>
              <a:gd name="connsiteX6" fmla="*/ 171559 w 5653087"/>
              <a:gd name="connsiteY6" fmla="*/ 0 h 77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3087" h="779010">
                <a:moveTo>
                  <a:pt x="171559" y="0"/>
                </a:moveTo>
                <a:lnTo>
                  <a:pt x="5481528" y="0"/>
                </a:lnTo>
                <a:cubicBezTo>
                  <a:pt x="5576277" y="0"/>
                  <a:pt x="5653087" y="76810"/>
                  <a:pt x="5653087" y="171559"/>
                </a:cubicBezTo>
                <a:lnTo>
                  <a:pt x="5653087" y="779010"/>
                </a:lnTo>
                <a:lnTo>
                  <a:pt x="0" y="779010"/>
                </a:lnTo>
                <a:lnTo>
                  <a:pt x="0" y="171559"/>
                </a:lnTo>
                <a:cubicBezTo>
                  <a:pt x="0" y="76810"/>
                  <a:pt x="76810" y="0"/>
                  <a:pt x="171559" y="0"/>
                </a:cubicBezTo>
                <a:close/>
              </a:path>
            </a:pathLst>
          </a:custGeom>
          <a:gradFill flip="none" rotWithShape="1">
            <a:gsLst>
              <a:gs pos="23000">
                <a:schemeClr val="accent1"/>
              </a:gs>
              <a:gs pos="100000">
                <a:schemeClr val="accent1">
                  <a:lumMod val="80000"/>
                  <a:lumOff val="20000"/>
                </a:schemeClr>
              </a:gs>
            </a:gsLst>
            <a:path path="circle">
              <a:fillToRect l="100000" t="100000"/>
            </a:path>
            <a:tileRect r="-100000" b="-100000"/>
          </a:gradFill>
          <a:ln w="38100">
            <a:noFill/>
          </a:ln>
          <a:effectLst>
            <a:outerShdw blurRad="370332" dist="111100"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8879" tIns="44440" rIns="88879" bIns="4444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750" b="0" i="0" u="none" strike="noStrike" kern="1200" cap="none" spc="0" normalizeH="0" baseline="0" noProof="0">
              <a:ln>
                <a:noFill/>
              </a:ln>
              <a:solidFill>
                <a:prstClr val="white"/>
              </a:solidFill>
              <a:effectLst>
                <a:outerShdw blurRad="123444" dist="37033" dir="2699979" algn="tl">
                  <a:srgbClr val="000000">
                    <a:alpha val="40000"/>
                  </a:srgbClr>
                </a:outerShdw>
              </a:effectLst>
              <a:uLnTx/>
              <a:uFillTx/>
              <a:latin typeface="+mj-ea"/>
              <a:ea typeface="OPPOSans M"/>
              <a:cs typeface="+mn-cs"/>
            </a:endParaRPr>
          </a:p>
        </p:txBody>
      </p:sp>
      <p:sp>
        <p:nvSpPr>
          <p:cNvPr id="72" name="文本框 71">
            <a:extLst>
              <a:ext uri="{FF2B5EF4-FFF2-40B4-BE49-F238E27FC236}">
                <a16:creationId xmlns:a16="http://schemas.microsoft.com/office/drawing/2014/main" id="{67E9D1A4-3E33-5ABF-AF59-D20BFF7AD820}"/>
              </a:ext>
            </a:extLst>
          </p:cNvPr>
          <p:cNvSpPr txBox="1"/>
          <p:nvPr/>
        </p:nvSpPr>
        <p:spPr>
          <a:xfrm>
            <a:off x="688370" y="1270576"/>
            <a:ext cx="4845255" cy="518988"/>
          </a:xfrm>
          <a:prstGeom prst="rect">
            <a:avLst/>
          </a:prstGeom>
          <a:noFill/>
          <a:effectLst/>
        </p:spPr>
        <p:txBody>
          <a:bodyPr wrap="square" lIns="82296" tIns="41148" rIns="82296" bIns="41148">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5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rPr>
              <a:t>Background</a:t>
            </a:r>
            <a:endParaRPr kumimoji="0" lang="zh-CN" altLang="en-US" sz="25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endParaRPr>
          </a:p>
        </p:txBody>
      </p:sp>
      <p:sp>
        <p:nvSpPr>
          <p:cNvPr id="77" name="矩形: 圆角 76">
            <a:extLst>
              <a:ext uri="{FF2B5EF4-FFF2-40B4-BE49-F238E27FC236}">
                <a16:creationId xmlns:a16="http://schemas.microsoft.com/office/drawing/2014/main" id="{8BC925BA-F084-0F1C-CA5D-BA65169AE0A9}"/>
              </a:ext>
            </a:extLst>
          </p:cNvPr>
          <p:cNvSpPr/>
          <p:nvPr>
            <p:custDataLst>
              <p:tags r:id="rId3"/>
            </p:custDataLst>
          </p:nvPr>
        </p:nvSpPr>
        <p:spPr>
          <a:xfrm>
            <a:off x="6220357" y="1552345"/>
            <a:ext cx="5550405" cy="4899826"/>
          </a:xfrm>
          <a:prstGeom prst="roundRect">
            <a:avLst>
              <a:gd name="adj" fmla="val 0"/>
            </a:avLst>
          </a:prstGeom>
          <a:noFill/>
          <a:ln w="11430">
            <a:solidFill>
              <a:schemeClr val="bg1">
                <a:lumMod val="75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20" b="0" i="0" u="none" strike="noStrike" kern="1200" cap="none" spc="0" normalizeH="0" baseline="0" noProof="0">
              <a:ln>
                <a:noFill/>
              </a:ln>
              <a:solidFill>
                <a:prstClr val="white"/>
              </a:solidFill>
              <a:effectLst/>
              <a:uLnTx/>
              <a:uFillTx/>
              <a:latin typeface="Arial"/>
              <a:ea typeface="OPPOSans R"/>
              <a:cs typeface="+mn-cs"/>
            </a:endParaRPr>
          </a:p>
        </p:txBody>
      </p:sp>
      <p:sp>
        <p:nvSpPr>
          <p:cNvPr id="81" name="任意多边形: 形状 80">
            <a:extLst>
              <a:ext uri="{FF2B5EF4-FFF2-40B4-BE49-F238E27FC236}">
                <a16:creationId xmlns:a16="http://schemas.microsoft.com/office/drawing/2014/main" id="{1E187093-28DE-3B25-6412-5DBA35504C35}"/>
              </a:ext>
            </a:extLst>
          </p:cNvPr>
          <p:cNvSpPr/>
          <p:nvPr>
            <p:custDataLst>
              <p:tags r:id="rId4"/>
            </p:custDataLst>
          </p:nvPr>
        </p:nvSpPr>
        <p:spPr>
          <a:xfrm>
            <a:off x="6213929" y="1177808"/>
            <a:ext cx="5564469" cy="732728"/>
          </a:xfrm>
          <a:custGeom>
            <a:avLst/>
            <a:gdLst>
              <a:gd name="connsiteX0" fmla="*/ 171559 w 5653087"/>
              <a:gd name="connsiteY0" fmla="*/ 0 h 779010"/>
              <a:gd name="connsiteX1" fmla="*/ 5481528 w 5653087"/>
              <a:gd name="connsiteY1" fmla="*/ 0 h 779010"/>
              <a:gd name="connsiteX2" fmla="*/ 5653087 w 5653087"/>
              <a:gd name="connsiteY2" fmla="*/ 171559 h 779010"/>
              <a:gd name="connsiteX3" fmla="*/ 5653087 w 5653087"/>
              <a:gd name="connsiteY3" fmla="*/ 779010 h 779010"/>
              <a:gd name="connsiteX4" fmla="*/ 0 w 5653087"/>
              <a:gd name="connsiteY4" fmla="*/ 779010 h 779010"/>
              <a:gd name="connsiteX5" fmla="*/ 0 w 5653087"/>
              <a:gd name="connsiteY5" fmla="*/ 171559 h 779010"/>
              <a:gd name="connsiteX6" fmla="*/ 171559 w 5653087"/>
              <a:gd name="connsiteY6" fmla="*/ 0 h 77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3087" h="779010">
                <a:moveTo>
                  <a:pt x="171559" y="0"/>
                </a:moveTo>
                <a:lnTo>
                  <a:pt x="5481528" y="0"/>
                </a:lnTo>
                <a:cubicBezTo>
                  <a:pt x="5576277" y="0"/>
                  <a:pt x="5653087" y="76810"/>
                  <a:pt x="5653087" y="171559"/>
                </a:cubicBezTo>
                <a:lnTo>
                  <a:pt x="5653087" y="779010"/>
                </a:lnTo>
                <a:lnTo>
                  <a:pt x="0" y="779010"/>
                </a:lnTo>
                <a:lnTo>
                  <a:pt x="0" y="171559"/>
                </a:lnTo>
                <a:cubicBezTo>
                  <a:pt x="0" y="76810"/>
                  <a:pt x="76810" y="0"/>
                  <a:pt x="171559" y="0"/>
                </a:cubicBezTo>
                <a:close/>
              </a:path>
            </a:pathLst>
          </a:custGeom>
          <a:gradFill flip="none" rotWithShape="1">
            <a:gsLst>
              <a:gs pos="0">
                <a:schemeClr val="accent2"/>
              </a:gs>
              <a:gs pos="100000">
                <a:schemeClr val="accent2">
                  <a:lumMod val="90000"/>
                  <a:lumOff val="10000"/>
                </a:schemeClr>
              </a:gs>
            </a:gsLst>
            <a:path path="circle">
              <a:fillToRect t="100000" r="100000"/>
            </a:path>
            <a:tileRect l="-100000" b="-100000"/>
          </a:gradFill>
          <a:ln w="38100">
            <a:noFill/>
          </a:ln>
          <a:effectLst>
            <a:outerShdw blurRad="254000" dist="123444" dir="5400000" sx="99000" sy="99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944"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mj-ea"/>
              <a:ea typeface="OPPOSans M"/>
              <a:cs typeface="+mn-cs"/>
            </a:endParaRPr>
          </a:p>
        </p:txBody>
      </p:sp>
      <p:sp>
        <p:nvSpPr>
          <p:cNvPr id="62" name="文本占位符 1">
            <a:extLst>
              <a:ext uri="{FF2B5EF4-FFF2-40B4-BE49-F238E27FC236}">
                <a16:creationId xmlns:a16="http://schemas.microsoft.com/office/drawing/2014/main" id="{4B527DEF-BA14-337C-1D00-1B0FA20E4C6B}"/>
              </a:ext>
            </a:extLst>
          </p:cNvPr>
          <p:cNvSpPr txBox="1">
            <a:spLocks/>
          </p:cNvSpPr>
          <p:nvPr/>
        </p:nvSpPr>
        <p:spPr>
          <a:xfrm>
            <a:off x="578417" y="-841540"/>
            <a:ext cx="4634366" cy="391967"/>
          </a:xfrm>
          <a:prstGeom prst="rect">
            <a:avLst/>
          </a:prstGeom>
        </p:spPr>
        <p:txBody>
          <a:bodyPr/>
          <a:lstStyle>
            <a:defPPr>
              <a:defRPr lang="zh-CN"/>
            </a:defPPr>
            <a:lvl1pPr indent="0">
              <a:lnSpc>
                <a:spcPct val="90000"/>
              </a:lnSpc>
              <a:spcBef>
                <a:spcPts val="1000"/>
              </a:spcBef>
              <a:buFont typeface="Arial" panose="020B0604020202020204" pitchFamily="34" charset="0"/>
              <a:buNone/>
              <a:defRPr sz="2800">
                <a:solidFill>
                  <a:schemeClr val="accent1"/>
                </a:solidFill>
                <a:latin typeface="思源宋体 CN Heavy" panose="02020900000000000000" pitchFamily="18" charset="-122"/>
                <a:ea typeface="思源宋体 CN Heavy" panose="02020900000000000000" pitchFamily="18" charset="-122"/>
                <a:cs typeface="阿里巴巴普惠体 M" panose="00020600040101010101" pitchFamily="18"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zh-CN" altLang="en-US" sz="2400" b="0" i="0" u="none" strike="noStrike" kern="1200" cap="none" spc="0" normalizeH="0" baseline="0" noProof="0">
              <a:ln>
                <a:noFill/>
              </a:ln>
              <a:solidFill>
                <a:srgbClr val="1E4123"/>
              </a:solidFill>
              <a:effectLst/>
              <a:uLnTx/>
              <a:uFillTx/>
              <a:latin typeface="OPPOSans B" panose="00020600040101010101" pitchFamily="18" charset="-122"/>
              <a:ea typeface="OPPOSans B" panose="00020600040101010101" pitchFamily="18" charset="-122"/>
            </a:endParaRPr>
          </a:p>
        </p:txBody>
      </p:sp>
      <p:sp>
        <p:nvSpPr>
          <p:cNvPr id="87" name="文本框 86">
            <a:extLst>
              <a:ext uri="{FF2B5EF4-FFF2-40B4-BE49-F238E27FC236}">
                <a16:creationId xmlns:a16="http://schemas.microsoft.com/office/drawing/2014/main" id="{9FB4F76F-99A7-ED5E-7FFC-EB63C2124275}"/>
              </a:ext>
            </a:extLst>
          </p:cNvPr>
          <p:cNvSpPr txBox="1"/>
          <p:nvPr/>
        </p:nvSpPr>
        <p:spPr>
          <a:xfrm>
            <a:off x="6540175" y="1270576"/>
            <a:ext cx="4850842" cy="518988"/>
          </a:xfrm>
          <a:prstGeom prst="rect">
            <a:avLst/>
          </a:prstGeom>
          <a:noFill/>
          <a:effectLst/>
        </p:spPr>
        <p:txBody>
          <a:bodyPr wrap="square" lIns="82296" tIns="41148" rIns="82296" bIns="41148">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5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rPr>
              <a:t>PEC Discussion</a:t>
            </a:r>
            <a:endParaRPr kumimoji="0" lang="zh-CN" altLang="en-US" sz="25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endParaRPr>
          </a:p>
        </p:txBody>
      </p:sp>
      <p:sp>
        <p:nvSpPr>
          <p:cNvPr id="105" name="矩形 104">
            <a:extLst>
              <a:ext uri="{FF2B5EF4-FFF2-40B4-BE49-F238E27FC236}">
                <a16:creationId xmlns:a16="http://schemas.microsoft.com/office/drawing/2014/main" id="{B64F824A-54BD-AC7A-7832-E0A1FC032D83}"/>
              </a:ext>
            </a:extLst>
          </p:cNvPr>
          <p:cNvSpPr/>
          <p:nvPr/>
        </p:nvSpPr>
        <p:spPr>
          <a:xfrm>
            <a:off x="6540175" y="2590366"/>
            <a:ext cx="4963454" cy="1080000"/>
          </a:xfrm>
          <a:prstGeom prst="rect">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06" name="矩形: 圆角 105">
            <a:extLst>
              <a:ext uri="{FF2B5EF4-FFF2-40B4-BE49-F238E27FC236}">
                <a16:creationId xmlns:a16="http://schemas.microsoft.com/office/drawing/2014/main" id="{E77B23B5-8FF8-07B8-00CC-DFFC38E9218B}"/>
              </a:ext>
            </a:extLst>
          </p:cNvPr>
          <p:cNvSpPr/>
          <p:nvPr>
            <p:custDataLst>
              <p:tags r:id="rId5"/>
            </p:custDataLst>
          </p:nvPr>
        </p:nvSpPr>
        <p:spPr>
          <a:xfrm>
            <a:off x="6448818" y="2127796"/>
            <a:ext cx="3365795" cy="377055"/>
          </a:xfrm>
          <a:prstGeom prst="roundRect">
            <a:avLst>
              <a:gd name="adj" fmla="val 13302"/>
            </a:avLst>
          </a:prstGeom>
          <a:solidFill>
            <a:schemeClr val="tx2"/>
          </a:soli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rPr>
              <a:t>Team Proposal</a:t>
            </a:r>
            <a:endParaRPr kumimoji="0" lang="zh-CN" altLang="en-US" sz="1600" b="1"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endParaRPr>
          </a:p>
        </p:txBody>
      </p:sp>
      <p:sp>
        <p:nvSpPr>
          <p:cNvPr id="107" name="矩形 106">
            <a:extLst>
              <a:ext uri="{FF2B5EF4-FFF2-40B4-BE49-F238E27FC236}">
                <a16:creationId xmlns:a16="http://schemas.microsoft.com/office/drawing/2014/main" id="{09A565E2-578E-809A-54E0-DC19407D71DB}"/>
              </a:ext>
            </a:extLst>
          </p:cNvPr>
          <p:cNvSpPr/>
          <p:nvPr/>
        </p:nvSpPr>
        <p:spPr>
          <a:xfrm>
            <a:off x="6540175" y="4908061"/>
            <a:ext cx="4963454" cy="1080000"/>
          </a:xfrm>
          <a:prstGeom prst="rect">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08" name="矩形: 圆角 107">
            <a:extLst>
              <a:ext uri="{FF2B5EF4-FFF2-40B4-BE49-F238E27FC236}">
                <a16:creationId xmlns:a16="http://schemas.microsoft.com/office/drawing/2014/main" id="{8B48CF73-2BC2-114D-1206-18606BD463CC}"/>
              </a:ext>
            </a:extLst>
          </p:cNvPr>
          <p:cNvSpPr/>
          <p:nvPr>
            <p:custDataLst>
              <p:tags r:id="rId6"/>
            </p:custDataLst>
          </p:nvPr>
        </p:nvSpPr>
        <p:spPr>
          <a:xfrm>
            <a:off x="6448818" y="4312349"/>
            <a:ext cx="3365795" cy="377055"/>
          </a:xfrm>
          <a:prstGeom prst="roundRect">
            <a:avLst>
              <a:gd name="adj" fmla="val 13302"/>
            </a:avLst>
          </a:prstGeom>
          <a:solidFill>
            <a:schemeClr val="tx2"/>
          </a:soli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solidFill>
                  <a:prstClr val="white"/>
                </a:solidFill>
                <a:effectLst>
                  <a:outerShdw blurRad="38100" dist="38100" dir="2700000" algn="tl">
                    <a:srgbClr val="000000">
                      <a:alpha val="43137"/>
                    </a:srgbClr>
                  </a:outerShdw>
                </a:effectLst>
                <a:latin typeface="Boehringer Forward Head"/>
                <a:ea typeface="OPPOSans M"/>
              </a:rPr>
              <a:t>Request for PEC</a:t>
            </a:r>
            <a:endParaRPr kumimoji="0" lang="zh-CN" altLang="en-US" sz="1600" b="1"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Boehringer Forward Head"/>
              <a:ea typeface="OPPOSans M"/>
            </a:endParaRPr>
          </a:p>
        </p:txBody>
      </p:sp>
      <p:sp>
        <p:nvSpPr>
          <p:cNvPr id="111" name="文本框 110">
            <a:extLst>
              <a:ext uri="{FF2B5EF4-FFF2-40B4-BE49-F238E27FC236}">
                <a16:creationId xmlns:a16="http://schemas.microsoft.com/office/drawing/2014/main" id="{4ACF4F76-8080-4F4E-8B1D-D9FEA8474FCC}"/>
              </a:ext>
            </a:extLst>
          </p:cNvPr>
          <p:cNvSpPr txBox="1"/>
          <p:nvPr/>
        </p:nvSpPr>
        <p:spPr>
          <a:xfrm>
            <a:off x="6540174" y="2705420"/>
            <a:ext cx="4601658" cy="620075"/>
          </a:xfrm>
          <a:prstGeom prst="rect">
            <a:avLst/>
          </a:prstGeom>
          <a:noFill/>
        </p:spPr>
        <p:txBody>
          <a:bodyPr wrap="square">
            <a:noAutofit/>
          </a:bodyPr>
          <a:lstStyle>
            <a:defPPr>
              <a:defRPr lang="en-US"/>
            </a:defPPr>
            <a:lvl1pPr>
              <a:lnSpc>
                <a:spcPct val="125000"/>
              </a:lnSpc>
              <a:defRPr kern="100">
                <a:effectLst/>
                <a:latin typeface="+mn-ea"/>
                <a:cs typeface="仿宋" panose="02010609060101010101" pitchFamily="49" charset="-122"/>
              </a:defRPr>
            </a:lvl1p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altLang="zh-CN" sz="1400" b="0" i="1" u="none" strike="noStrike" kern="1200" cap="none" spc="0" normalizeH="0" baseline="0" noProof="0" dirty="0">
                <a:ln>
                  <a:noFill/>
                </a:ln>
                <a:solidFill>
                  <a:prstClr val="black">
                    <a:lumMod val="75000"/>
                    <a:lumOff val="25000"/>
                  </a:prstClr>
                </a:solidFill>
                <a:effectLst/>
                <a:uLnTx/>
                <a:uFillTx/>
                <a:latin typeface="Arial"/>
                <a:cs typeface="+mn-cs"/>
              </a:rPr>
              <a:t>Evidence generation through an ECR in collaboration with Peking University and clinical experts from four hospitals</a:t>
            </a:r>
            <a:endParaRPr kumimoji="0" lang="zh-CN" altLang="en-US" sz="1400" b="0" i="1" u="none" strike="noStrike" kern="1200" cap="none" spc="0" normalizeH="0" baseline="0" noProof="0" dirty="0">
              <a:ln>
                <a:noFill/>
              </a:ln>
              <a:solidFill>
                <a:prstClr val="black">
                  <a:lumMod val="75000"/>
                  <a:lumOff val="25000"/>
                </a:prstClr>
              </a:solidFill>
              <a:effectLst/>
              <a:uLnTx/>
              <a:uFillTx/>
              <a:latin typeface="Arial"/>
              <a:cs typeface="+mn-cs"/>
            </a:endParaRPr>
          </a:p>
        </p:txBody>
      </p:sp>
      <p:sp>
        <p:nvSpPr>
          <p:cNvPr id="112" name="文本框 111">
            <a:extLst>
              <a:ext uri="{FF2B5EF4-FFF2-40B4-BE49-F238E27FC236}">
                <a16:creationId xmlns:a16="http://schemas.microsoft.com/office/drawing/2014/main" id="{2D66FB3C-8C6F-1465-0B30-4BE8612D2899}"/>
              </a:ext>
            </a:extLst>
          </p:cNvPr>
          <p:cNvSpPr txBox="1"/>
          <p:nvPr/>
        </p:nvSpPr>
        <p:spPr>
          <a:xfrm>
            <a:off x="6566439" y="4990548"/>
            <a:ext cx="4601658" cy="617572"/>
          </a:xfrm>
          <a:prstGeom prst="rect">
            <a:avLst/>
          </a:prstGeom>
          <a:noFill/>
        </p:spPr>
        <p:txBody>
          <a:bodyPr wrap="square">
            <a:noAutofit/>
          </a:bodyPr>
          <a:lstStyle/>
          <a:p>
            <a:pPr lvl="0">
              <a:spcAft>
                <a:spcPts val="200"/>
              </a:spcAft>
              <a:defRPr/>
            </a:pPr>
            <a:r>
              <a:rPr lang="en-US" altLang="zh-CN" b="1" i="1" dirty="0">
                <a:solidFill>
                  <a:prstClr val="black">
                    <a:lumMod val="75000"/>
                    <a:lumOff val="25000"/>
                  </a:prstClr>
                </a:solidFill>
                <a:latin typeface="Boehringer Forward Head"/>
                <a:ea typeface="OPPOSans M"/>
              </a:rPr>
              <a:t>For Sharing</a:t>
            </a:r>
            <a:endParaRPr kumimoji="0" lang="zh-CN" altLang="en-US" b="0" i="1" u="none" strike="noStrike" kern="1200" cap="none" spc="0" normalizeH="0" baseline="0" noProof="0" dirty="0">
              <a:ln>
                <a:noFill/>
              </a:ln>
              <a:solidFill>
                <a:prstClr val="black">
                  <a:lumMod val="75000"/>
                  <a:lumOff val="25000"/>
                </a:prstClr>
              </a:solidFill>
              <a:effectLst/>
              <a:uLnTx/>
              <a:uFillTx/>
              <a:latin typeface="Arial"/>
              <a:cs typeface="+mn-cs"/>
            </a:endParaRPr>
          </a:p>
        </p:txBody>
      </p:sp>
      <p:sp>
        <p:nvSpPr>
          <p:cNvPr id="13" name="文本框 12">
            <a:extLst>
              <a:ext uri="{FF2B5EF4-FFF2-40B4-BE49-F238E27FC236}">
                <a16:creationId xmlns:a16="http://schemas.microsoft.com/office/drawing/2014/main" id="{535D8A5C-58A9-7337-F4D3-7D1BA51C2CD8}"/>
              </a:ext>
            </a:extLst>
          </p:cNvPr>
          <p:cNvSpPr txBox="1"/>
          <p:nvPr/>
        </p:nvSpPr>
        <p:spPr>
          <a:xfrm>
            <a:off x="688370" y="2070952"/>
            <a:ext cx="5034336" cy="4138566"/>
          </a:xfrm>
          <a:prstGeom prst="rect">
            <a:avLst/>
          </a:prstGeom>
          <a:noFill/>
        </p:spPr>
        <p:txBody>
          <a:bodyPr wrap="square">
            <a:noAutofit/>
          </a:bodyPr>
          <a:lstStyle/>
          <a:p>
            <a:pPr marL="285750" marR="0" lvl="0" indent="-285750" algn="l" defTabSz="457200" rtl="0" eaLnBrk="1" fontAlgn="auto" latinLnBrk="0" hangingPunct="1">
              <a:lnSpc>
                <a:spcPct val="150000"/>
              </a:lnSpc>
              <a:spcBef>
                <a:spcPts val="0"/>
              </a:spcBef>
              <a:spcAft>
                <a:spcPts val="200"/>
              </a:spcAft>
              <a:buClrTx/>
              <a:buSzTx/>
              <a:buFont typeface="Arial" panose="020B0604020202020204" pitchFamily="34" charset="0"/>
              <a:buChar char="•"/>
              <a:tabLst/>
              <a:defRPr/>
            </a:pPr>
            <a:r>
              <a:rPr kumimoji="0" lang="en-US" altLang="zh-CN" sz="1400" b="0" u="none" strike="noStrike" kern="1200" cap="none" spc="0" normalizeH="0" baseline="0" noProof="0" dirty="0">
                <a:ln>
                  <a:noFill/>
                </a:ln>
                <a:solidFill>
                  <a:prstClr val="black">
                    <a:lumMod val="75000"/>
                    <a:lumOff val="25000"/>
                  </a:prstClr>
                </a:solidFill>
                <a:effectLst/>
                <a:uLnTx/>
                <a:uFillTx/>
                <a:latin typeface="+mn-ea"/>
                <a:cs typeface="+mn-cs"/>
              </a:rPr>
              <a:t>Aligned with the strategy outlined in the global RWE plan</a:t>
            </a:r>
          </a:p>
          <a:p>
            <a:pPr marL="285750" marR="0" lvl="0" indent="-285750" algn="l" defTabSz="457200" rtl="0" eaLnBrk="1" fontAlgn="auto" latinLnBrk="0" hangingPunct="1">
              <a:lnSpc>
                <a:spcPct val="150000"/>
              </a:lnSpc>
              <a:spcBef>
                <a:spcPts val="0"/>
              </a:spcBef>
              <a:spcAft>
                <a:spcPts val="200"/>
              </a:spcAft>
              <a:buClrTx/>
              <a:buSzTx/>
              <a:buFont typeface="Arial" panose="020B0604020202020204" pitchFamily="34" charset="0"/>
              <a:buChar char="•"/>
              <a:tabLst/>
              <a:defRPr/>
            </a:pPr>
            <a:r>
              <a:rPr kumimoji="0" lang="en-US" altLang="zh-CN" sz="1400" b="0" u="none" strike="noStrike" kern="1200" cap="none" spc="0" normalizeH="0" baseline="0" noProof="0" dirty="0">
                <a:ln>
                  <a:noFill/>
                </a:ln>
                <a:solidFill>
                  <a:prstClr val="black">
                    <a:lumMod val="75000"/>
                    <a:lumOff val="25000"/>
                  </a:prstClr>
                </a:solidFill>
                <a:effectLst/>
                <a:uLnTx/>
                <a:uFillTx/>
                <a:latin typeface="+mn-ea"/>
                <a:cs typeface="+mn-cs"/>
              </a:rPr>
              <a:t>Included in the local evidence generation plan after multiple discussions, with budget secured</a:t>
            </a:r>
          </a:p>
          <a:p>
            <a:pPr marL="285750" marR="0" lvl="0" indent="-285750" algn="l" defTabSz="457200" rtl="0" eaLnBrk="1" fontAlgn="auto" latinLnBrk="0" hangingPunct="1">
              <a:lnSpc>
                <a:spcPct val="150000"/>
              </a:lnSpc>
              <a:spcBef>
                <a:spcPts val="0"/>
              </a:spcBef>
              <a:spcAft>
                <a:spcPts val="200"/>
              </a:spcAft>
              <a:buClrTx/>
              <a:buSzTx/>
              <a:buFont typeface="Arial" panose="020B0604020202020204" pitchFamily="34" charset="0"/>
              <a:buChar char="•"/>
              <a:tabLst/>
              <a:defRPr/>
            </a:pPr>
            <a:r>
              <a:rPr kumimoji="0" lang="en-US" altLang="zh-CN" sz="1400" b="0" u="none" strike="noStrike" kern="1200" cap="none" spc="0" normalizeH="0" baseline="0" noProof="0" dirty="0">
                <a:ln>
                  <a:noFill/>
                </a:ln>
                <a:solidFill>
                  <a:prstClr val="black">
                    <a:lumMod val="75000"/>
                    <a:lumOff val="25000"/>
                  </a:prstClr>
                </a:solidFill>
                <a:effectLst/>
                <a:uLnTx/>
                <a:uFillTx/>
                <a:latin typeface="+mn-ea"/>
                <a:cs typeface="+mn-cs"/>
              </a:rPr>
              <a:t>Discussed with the Peking University and clinical experts</a:t>
            </a:r>
          </a:p>
          <a:p>
            <a:pPr marL="285750" marR="0" lvl="0" indent="-285750" algn="l" defTabSz="457200" rtl="0" eaLnBrk="1" fontAlgn="auto" latinLnBrk="0" hangingPunct="1">
              <a:lnSpc>
                <a:spcPct val="150000"/>
              </a:lnSpc>
              <a:spcBef>
                <a:spcPts val="0"/>
              </a:spcBef>
              <a:spcAft>
                <a:spcPts val="200"/>
              </a:spcAft>
              <a:buClrTx/>
              <a:buSzTx/>
              <a:buFont typeface="Arial" panose="020B0604020202020204" pitchFamily="34" charset="0"/>
              <a:buChar char="•"/>
              <a:tabLst/>
              <a:defRPr/>
            </a:pPr>
            <a:r>
              <a:rPr kumimoji="0" lang="en-US" altLang="zh-CN" sz="1400" b="0" u="none" strike="noStrike" kern="1200" cap="none" spc="0" normalizeH="0" baseline="0" noProof="0" dirty="0">
                <a:ln>
                  <a:noFill/>
                </a:ln>
                <a:solidFill>
                  <a:prstClr val="black">
                    <a:lumMod val="75000"/>
                    <a:lumOff val="25000"/>
                  </a:prstClr>
                </a:solidFill>
                <a:effectLst/>
                <a:uLnTx/>
                <a:uFillTx/>
                <a:latin typeface="+mn-ea"/>
                <a:cs typeface="+mn-cs"/>
              </a:rPr>
              <a:t>Inputs obtained from the asset team</a:t>
            </a:r>
          </a:p>
          <a:p>
            <a:pPr marL="285750" marR="0" lvl="0" indent="-285750" algn="l" defTabSz="457200" rtl="0" eaLnBrk="1" fontAlgn="auto" latinLnBrk="0" hangingPunct="1">
              <a:lnSpc>
                <a:spcPct val="150000"/>
              </a:lnSpc>
              <a:spcBef>
                <a:spcPts val="0"/>
              </a:spcBef>
              <a:spcAft>
                <a:spcPts val="200"/>
              </a:spcAft>
              <a:buClrTx/>
              <a:buSzTx/>
              <a:buFont typeface="Arial" panose="020B0604020202020204" pitchFamily="34" charset="0"/>
              <a:buChar char="•"/>
              <a:tabLst/>
              <a:defRPr/>
            </a:pPr>
            <a:r>
              <a:rPr kumimoji="0" lang="en-US" altLang="zh-CN" sz="1400" b="0" u="none" strike="noStrike" kern="1200" cap="none" spc="0" normalizeH="0" baseline="0" noProof="0" dirty="0">
                <a:ln>
                  <a:noFill/>
                </a:ln>
                <a:solidFill>
                  <a:prstClr val="black">
                    <a:lumMod val="75000"/>
                    <a:lumOff val="25000"/>
                  </a:prstClr>
                </a:solidFill>
                <a:effectLst/>
                <a:uLnTx/>
                <a:uFillTx/>
                <a:latin typeface="+mn-ea"/>
                <a:cs typeface="+mn-cs"/>
              </a:rPr>
              <a:t>Endorsed by </a:t>
            </a:r>
            <a:r>
              <a:rPr lang="en-US" altLang="zh-CN" sz="1400" dirty="0">
                <a:solidFill>
                  <a:prstClr val="black">
                    <a:lumMod val="75000"/>
                    <a:lumOff val="25000"/>
                  </a:prstClr>
                </a:solidFill>
                <a:latin typeface="+mn-ea"/>
              </a:rPr>
              <a:t>INFL </a:t>
            </a:r>
            <a:r>
              <a:rPr kumimoji="0" lang="en-US" altLang="zh-CN" sz="1400" b="0" u="none" strike="noStrike" kern="1200" cap="none" spc="0" normalizeH="0" baseline="0" noProof="0" dirty="0">
                <a:ln>
                  <a:noFill/>
                </a:ln>
                <a:solidFill>
                  <a:prstClr val="black">
                    <a:lumMod val="75000"/>
                    <a:lumOff val="25000"/>
                  </a:prstClr>
                </a:solidFill>
                <a:effectLst/>
                <a:uLnTx/>
                <a:uFillTx/>
                <a:latin typeface="+mn-ea"/>
                <a:cs typeface="+mn-cs"/>
              </a:rPr>
              <a:t>CEC in April</a:t>
            </a:r>
            <a:endParaRPr kumimoji="0" lang="zh-CN" altLang="en-US" sz="1400" b="0" u="none" strike="noStrike" kern="1200" cap="none" spc="0" normalizeH="0" baseline="0" noProof="0" dirty="0">
              <a:ln>
                <a:noFill/>
              </a:ln>
              <a:solidFill>
                <a:prstClr val="black">
                  <a:lumMod val="75000"/>
                  <a:lumOff val="25000"/>
                </a:prstClr>
              </a:solidFill>
              <a:effectLst/>
              <a:uLnTx/>
              <a:uFillTx/>
              <a:latin typeface="+mn-ea"/>
              <a:cs typeface="+mn-cs"/>
            </a:endParaRPr>
          </a:p>
        </p:txBody>
      </p:sp>
      <p:sp>
        <p:nvSpPr>
          <p:cNvPr id="3" name="Object13">
            <a:extLst>
              <a:ext uri="{FF2B5EF4-FFF2-40B4-BE49-F238E27FC236}">
                <a16:creationId xmlns:a16="http://schemas.microsoft.com/office/drawing/2014/main" id="{92AA00A2-7158-0AF9-9552-DC21A4AAA83F}"/>
              </a:ext>
            </a:extLst>
          </p:cNvPr>
          <p:cNvSpPr/>
          <p:nvPr/>
        </p:nvSpPr>
        <p:spPr>
          <a:xfrm>
            <a:off x="1165860" y="533400"/>
            <a:ext cx="2857500" cy="365760"/>
          </a:xfrm>
          <a:prstGeom prst="rect">
            <a:avLst/>
          </a:prstGeom>
          <a:noFill/>
          <a:ln/>
        </p:spPr>
        <p:txBody>
          <a:bodyPr wrap="square" lIns="0" tIns="0" rIns="0" bIns="0" rtlCol="0" anchor="ctr"/>
          <a:lstStyle/>
          <a:p>
            <a:pPr marL="0" marR="0" lvl="0" indent="0" algn="l" defTabSz="731520" rtl="0" eaLnBrk="1" fontAlgn="auto" latinLnBrk="0" hangingPunct="1">
              <a:lnSpc>
                <a:spcPct val="100000"/>
              </a:lnSpc>
              <a:spcBef>
                <a:spcPts val="0"/>
              </a:spcBef>
              <a:spcAft>
                <a:spcPts val="0"/>
              </a:spcAft>
              <a:buClrTx/>
              <a:buSzTx/>
              <a:buFontTx/>
              <a:buNone/>
              <a:tabLst/>
              <a:defRPr/>
            </a:pPr>
            <a:endParaRPr kumimoji="0" lang="en-US" sz="3182" b="0" i="0" u="none" strike="noStrike" kern="1200" cap="none" spc="0" normalizeH="0" baseline="0" noProof="0">
              <a:ln>
                <a:noFill/>
              </a:ln>
              <a:solidFill>
                <a:sysClr val="windowText" lastClr="000000"/>
              </a:solidFill>
              <a:effectLst/>
              <a:uLnTx/>
              <a:uFillTx/>
              <a:latin typeface="OPPOSans H" panose="00020600040101010101" pitchFamily="18" charset="-122"/>
              <a:ea typeface="OPPOSans H" panose="00020600040101010101" pitchFamily="18" charset="-122"/>
              <a:cs typeface="OPPOSans H" panose="00020600040101010101" pitchFamily="18" charset="-122"/>
            </a:endParaRPr>
          </a:p>
        </p:txBody>
      </p:sp>
      <p:sp>
        <p:nvSpPr>
          <p:cNvPr id="15" name="Title 1">
            <a:extLst>
              <a:ext uri="{FF2B5EF4-FFF2-40B4-BE49-F238E27FC236}">
                <a16:creationId xmlns:a16="http://schemas.microsoft.com/office/drawing/2014/main" id="{9CAEB505-8AA3-BF33-A06A-63027225206B}"/>
              </a:ext>
            </a:extLst>
          </p:cNvPr>
          <p:cNvSpPr txBox="1">
            <a:spLocks/>
          </p:cNvSpPr>
          <p:nvPr/>
        </p:nvSpPr>
        <p:spPr>
          <a:xfrm>
            <a:off x="394745" y="116408"/>
            <a:ext cx="11348033" cy="720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1800" b="1" i="1" u="none" strike="noStrike" kern="1200" cap="none" spc="0" normalizeH="0" baseline="0" noProof="0" dirty="0">
                <a:ln>
                  <a:noFill/>
                </a:ln>
                <a:solidFill>
                  <a:prstClr val="black">
                    <a:lumMod val="50000"/>
                    <a:lumOff val="50000"/>
                  </a:prstClr>
                </a:solidFill>
                <a:effectLst/>
                <a:uLnTx/>
                <a:uFillTx/>
                <a:latin typeface="Boehringer Forward Head"/>
                <a:ea typeface="OPPOSans M"/>
                <a:cs typeface="+mj-cs"/>
              </a:rPr>
              <a:t>Executive Summary</a:t>
            </a:r>
            <a:br>
              <a:rPr kumimoji="0" lang="en-US" altLang="zh-CN" sz="2500" b="1" i="0" u="none" strike="noStrike" kern="1200" cap="none" spc="0" normalizeH="0" baseline="0" noProof="0" dirty="0">
                <a:ln>
                  <a:noFill/>
                </a:ln>
                <a:solidFill>
                  <a:prstClr val="black">
                    <a:lumMod val="50000"/>
                    <a:lumOff val="50000"/>
                  </a:prstClr>
                </a:solidFill>
                <a:effectLst/>
                <a:uLnTx/>
                <a:uFillTx/>
                <a:latin typeface="Boehringer Forward Head"/>
                <a:ea typeface="OPPOSans M"/>
                <a:cs typeface="+mj-cs"/>
              </a:rPr>
            </a:br>
            <a:r>
              <a:rPr kumimoji="0" lang="en-US" altLang="zh-CN" sz="2400" b="1" i="0" u="none" strike="noStrike" kern="1200" cap="none" spc="0" normalizeH="0" baseline="0" noProof="0" dirty="0">
                <a:ln>
                  <a:noFill/>
                </a:ln>
                <a:solidFill>
                  <a:srgbClr val="306534"/>
                </a:solidFill>
                <a:effectLst/>
                <a:uLnTx/>
                <a:uFillTx/>
                <a:latin typeface="Boehringer Forward Head"/>
                <a:ea typeface="OPPOSans M"/>
                <a:cs typeface="+mj-cs"/>
              </a:rPr>
              <a:t>A longitudinal qualitative research among IPF patients</a:t>
            </a:r>
            <a:endParaRPr kumimoji="0" lang="zh-CN" altLang="en-US" sz="2400" b="0" i="0" u="none" strike="noStrike" kern="1200" cap="none" spc="0" normalizeH="0" baseline="0" noProof="0" dirty="0">
              <a:ln>
                <a:noFill/>
              </a:ln>
              <a:solidFill>
                <a:srgbClr val="306534"/>
              </a:solidFill>
              <a:effectLst/>
              <a:uLnTx/>
              <a:uFillTx/>
              <a:latin typeface="Arial Black"/>
              <a:ea typeface="OPPOSans M"/>
              <a:cs typeface="+mj-cs"/>
            </a:endParaRPr>
          </a:p>
        </p:txBody>
      </p:sp>
    </p:spTree>
    <p:extLst>
      <p:ext uri="{BB962C8B-B14F-4D97-AF65-F5344CB8AC3E}">
        <p14:creationId xmlns:p14="http://schemas.microsoft.com/office/powerpoint/2010/main" val="3751139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chor="ctr">
            <a:normAutofit/>
          </a:bodyPr>
          <a:lstStyle/>
          <a:p>
            <a:r>
              <a:rPr lang="en-US" altLang="zh-CN" sz="3200"/>
              <a:t>Background</a:t>
            </a:r>
            <a:endParaRPr lang="zh-CN" altLang="en-US" sz="3200"/>
          </a:p>
        </p:txBody>
      </p:sp>
      <p:sp>
        <p:nvSpPr>
          <p:cNvPr id="18" name="内容占位符 1"/>
          <p:cNvSpPr>
            <a:spLocks noGrp="1"/>
          </p:cNvSpPr>
          <p:nvPr>
            <p:ph idx="1"/>
          </p:nvPr>
        </p:nvSpPr>
        <p:spPr>
          <a:xfrm>
            <a:off x="479425" y="1412874"/>
            <a:ext cx="7710418" cy="4392000"/>
          </a:xfrm>
        </p:spPr>
        <p:txBody>
          <a:bodyPr>
            <a:normAutofit/>
          </a:bodyPr>
          <a:lstStyle/>
          <a:p>
            <a:pPr lvl="1">
              <a:lnSpc>
                <a:spcPct val="110000"/>
              </a:lnSpc>
              <a:spcBef>
                <a:spcPts val="600"/>
              </a:spcBef>
            </a:pPr>
            <a:r>
              <a:rPr lang="en-US" altLang="zh-CN" sz="1400" dirty="0" err="1"/>
              <a:t>Nerandomilast</a:t>
            </a:r>
            <a:r>
              <a:rPr lang="en-US" altLang="zh-CN" sz="1400" dirty="0"/>
              <a:t> has launched in China in 2026, providing a novel therapeutic option for patients with IPF and PPF</a:t>
            </a:r>
          </a:p>
          <a:p>
            <a:pPr lvl="1">
              <a:lnSpc>
                <a:spcPct val="110000"/>
              </a:lnSpc>
              <a:spcBef>
                <a:spcPts val="600"/>
              </a:spcBef>
            </a:pPr>
            <a:r>
              <a:rPr lang="en-US" altLang="zh-CN" sz="1400" dirty="0"/>
              <a:t>While clinical trials have established its efficacy and safety, </a:t>
            </a:r>
            <a:r>
              <a:rPr lang="en-US" altLang="zh-CN" sz="1400" b="1" dirty="0"/>
              <a:t>patients' real‑world treatment experiences </a:t>
            </a:r>
            <a:r>
              <a:rPr lang="en-US" altLang="zh-CN" sz="1400" dirty="0"/>
              <a:t>remain unknown, including treatment initiation, adherence, and daily life impact</a:t>
            </a:r>
          </a:p>
          <a:p>
            <a:pPr lvl="1">
              <a:lnSpc>
                <a:spcPct val="110000"/>
              </a:lnSpc>
              <a:spcBef>
                <a:spcPts val="600"/>
              </a:spcBef>
            </a:pPr>
            <a:r>
              <a:rPr lang="en-US" altLang="zh-CN" sz="1400" dirty="0"/>
              <a:t>Understanding </a:t>
            </a:r>
            <a:r>
              <a:rPr lang="en-US" altLang="zh-CN" sz="1400" b="1" dirty="0"/>
              <a:t>real‑world patient experience </a:t>
            </a:r>
            <a:r>
              <a:rPr lang="en-US" altLang="zh-CN" sz="1400" dirty="0"/>
              <a:t>is critical to inform future clinical practice, including treatment decision‑making and long‑term management strategies</a:t>
            </a:r>
          </a:p>
          <a:p>
            <a:pPr lvl="1">
              <a:lnSpc>
                <a:spcPct val="110000"/>
              </a:lnSpc>
              <a:spcBef>
                <a:spcPts val="600"/>
              </a:spcBef>
            </a:pPr>
            <a:r>
              <a:rPr lang="en-US" altLang="zh-CN" sz="1400" b="1" dirty="0"/>
              <a:t>Insights from physicians </a:t>
            </a:r>
            <a:r>
              <a:rPr lang="en-US" altLang="zh-CN" sz="1400" dirty="0"/>
              <a:t>will support optimized patient education and long-term management</a:t>
            </a:r>
          </a:p>
          <a:p>
            <a:pPr lvl="1">
              <a:lnSpc>
                <a:spcPct val="110000"/>
              </a:lnSpc>
              <a:spcBef>
                <a:spcPts val="600"/>
              </a:spcBef>
            </a:pPr>
            <a:r>
              <a:rPr lang="en-US" altLang="zh-CN" sz="1400" dirty="0"/>
              <a:t>Data from study </a:t>
            </a:r>
            <a:r>
              <a:rPr lang="en-US" altLang="zh-CN" sz="1400" b="1" dirty="0"/>
              <a:t>1199-0562</a:t>
            </a:r>
            <a:r>
              <a:rPr lang="en-US" altLang="zh-CN" sz="1400" dirty="0"/>
              <a:t> on unmet needs in IPF patients provides a critical foundation for this qualitative study</a:t>
            </a:r>
          </a:p>
          <a:p>
            <a:pPr marL="215900" lvl="1" indent="0">
              <a:lnSpc>
                <a:spcPct val="130000"/>
              </a:lnSpc>
              <a:spcBef>
                <a:spcPts val="600"/>
              </a:spcBef>
              <a:buNone/>
            </a:pPr>
            <a:endParaRPr lang="en-US" altLang="zh-CN" sz="1400" dirty="0"/>
          </a:p>
          <a:p>
            <a:pPr lvl="1">
              <a:lnSpc>
                <a:spcPct val="130000"/>
              </a:lnSpc>
              <a:spcBef>
                <a:spcPts val="600"/>
              </a:spcBef>
            </a:pPr>
            <a:endParaRPr lang="en-US" altLang="zh-CN" sz="1400" dirty="0"/>
          </a:p>
          <a:p>
            <a:pPr>
              <a:lnSpc>
                <a:spcPct val="130000"/>
              </a:lnSpc>
              <a:spcBef>
                <a:spcPts val="600"/>
              </a:spcBef>
            </a:pPr>
            <a:endParaRPr lang="en-US" altLang="zh-CN" sz="1400" b="1" dirty="0"/>
          </a:p>
        </p:txBody>
      </p:sp>
      <p:sp>
        <p:nvSpPr>
          <p:cNvPr id="24" name="文本占位符 23">
            <a:extLst>
              <a:ext uri="{FF2B5EF4-FFF2-40B4-BE49-F238E27FC236}">
                <a16:creationId xmlns:a16="http://schemas.microsoft.com/office/drawing/2014/main" id="{1D11F1BD-A962-7EBF-B8F4-9F71C91DDB3D}"/>
              </a:ext>
            </a:extLst>
          </p:cNvPr>
          <p:cNvSpPr>
            <a:spLocks noGrp="1"/>
          </p:cNvSpPr>
          <p:nvPr>
            <p:ph type="body" sz="quarter" idx="13"/>
          </p:nvPr>
        </p:nvSpPr>
        <p:spPr/>
        <p:txBody>
          <a:bodyPr/>
          <a:lstStyle/>
          <a:p>
            <a:endParaRPr lang="zh-CN" altLang="en-US"/>
          </a:p>
        </p:txBody>
      </p:sp>
      <p:sp>
        <p:nvSpPr>
          <p:cNvPr id="26" name="内容占位符 25">
            <a:extLst>
              <a:ext uri="{FF2B5EF4-FFF2-40B4-BE49-F238E27FC236}">
                <a16:creationId xmlns:a16="http://schemas.microsoft.com/office/drawing/2014/main" id="{2C8955C8-CF0B-2B4D-3A7F-17E928EC7A26}"/>
              </a:ext>
            </a:extLst>
          </p:cNvPr>
          <p:cNvSpPr>
            <a:spLocks noGrp="1"/>
          </p:cNvSpPr>
          <p:nvPr>
            <p:ph idx="16"/>
          </p:nvPr>
        </p:nvSpPr>
        <p:spPr>
          <a:xfrm>
            <a:off x="8903999" y="1420462"/>
            <a:ext cx="2993833" cy="4640096"/>
          </a:xfrm>
        </p:spPr>
        <p:txBody>
          <a:bodyPr/>
          <a:lstStyle/>
          <a:p>
            <a:pPr marL="0" indent="0">
              <a:lnSpc>
                <a:spcPct val="100000"/>
              </a:lnSpc>
              <a:buNone/>
            </a:pPr>
            <a:r>
              <a:rPr lang="en-US" altLang="zh-CN" sz="1800" b="1" dirty="0"/>
              <a:t>Key findings from </a:t>
            </a:r>
            <a:br>
              <a:rPr lang="en-US" altLang="zh-CN" sz="1800" b="1" dirty="0"/>
            </a:br>
            <a:r>
              <a:rPr lang="en-US" altLang="zh-CN" sz="1800" b="1" dirty="0"/>
              <a:t>1199-0562</a:t>
            </a:r>
          </a:p>
          <a:p>
            <a:r>
              <a:rPr lang="en-US" altLang="zh-CN" sz="1400" dirty="0"/>
              <a:t>This study highlights that patients’ unmet needs and treatment expectations extend beyond symptom relief and disease control, including </a:t>
            </a:r>
            <a:r>
              <a:rPr lang="en-US" altLang="zh-CN" sz="1400" b="1" dirty="0"/>
              <a:t>hopes for fewer side effects, improved tolerability</a:t>
            </a:r>
            <a:r>
              <a:rPr lang="en-US" altLang="zh-CN" sz="1400" dirty="0"/>
              <a:t>, and greater affordability.</a:t>
            </a:r>
          </a:p>
          <a:p>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79425" y="475421"/>
            <a:ext cx="7380288" cy="720000"/>
          </a:xfrm>
        </p:spPr>
        <p:txBody>
          <a:bodyPr vert="horz" lIns="0" tIns="0" rIns="0" bIns="0" rtlCol="0" anchor="t">
            <a:normAutofit/>
          </a:bodyPr>
          <a:lstStyle/>
          <a:p>
            <a:r>
              <a:rPr lang="en-US" altLang="zh-CN" sz="3200" dirty="0"/>
              <a:t>Objectives</a:t>
            </a:r>
          </a:p>
        </p:txBody>
      </p:sp>
      <p:sp>
        <p:nvSpPr>
          <p:cNvPr id="2" name="内容占位符 1"/>
          <p:cNvSpPr>
            <a:spLocks noGrp="1"/>
          </p:cNvSpPr>
          <p:nvPr>
            <p:ph idx="1"/>
          </p:nvPr>
        </p:nvSpPr>
        <p:spPr>
          <a:xfrm>
            <a:off x="479425" y="1412874"/>
            <a:ext cx="7380288" cy="4392000"/>
          </a:xfrm>
        </p:spPr>
        <p:txBody>
          <a:bodyPr vert="horz" lIns="0" tIns="0" rIns="0" bIns="0" rtlCol="0">
            <a:normAutofit/>
          </a:bodyPr>
          <a:lstStyle/>
          <a:p>
            <a:pPr lvl="1">
              <a:lnSpc>
                <a:spcPct val="110000"/>
              </a:lnSpc>
            </a:pPr>
            <a:r>
              <a:rPr lang="en-US" altLang="zh-CN" sz="1400" dirty="0"/>
              <a:t>To describe patient characteristics and the disease diagnosis journey among IPF patients initiating </a:t>
            </a:r>
            <a:r>
              <a:rPr lang="en-US" altLang="zh-CN" sz="1400" dirty="0" err="1"/>
              <a:t>nerandomilast</a:t>
            </a:r>
            <a:r>
              <a:rPr lang="en-US" altLang="zh-CN" sz="1400" dirty="0"/>
              <a:t> </a:t>
            </a:r>
          </a:p>
          <a:p>
            <a:pPr lvl="1">
              <a:lnSpc>
                <a:spcPct val="110000"/>
              </a:lnSpc>
            </a:pPr>
            <a:r>
              <a:rPr lang="en-US" altLang="zh-CN" sz="1400" dirty="0"/>
              <a:t>To describe patient experiences following </a:t>
            </a:r>
            <a:r>
              <a:rPr lang="en-US" altLang="zh-CN" sz="1400" dirty="0" err="1"/>
              <a:t>nerandomilast</a:t>
            </a:r>
            <a:r>
              <a:rPr lang="en-US" altLang="zh-CN" sz="1400" dirty="0"/>
              <a:t> treatment initiation, including symptoms, quality of life and adherence etc.</a:t>
            </a:r>
          </a:p>
          <a:p>
            <a:pPr lvl="1">
              <a:lnSpc>
                <a:spcPct val="110000"/>
              </a:lnSpc>
            </a:pPr>
            <a:r>
              <a:rPr lang="en-US" altLang="zh-CN" sz="1400" dirty="0"/>
              <a:t>To explore the potential underlying factors associated with changes of patient experience</a:t>
            </a:r>
          </a:p>
          <a:p>
            <a:pPr lvl="1">
              <a:lnSpc>
                <a:spcPct val="110000"/>
              </a:lnSpc>
            </a:pPr>
            <a:r>
              <a:rPr lang="en-US" altLang="zh-CN" sz="1400" dirty="0"/>
              <a:t>To understand HCP-patient interaction in the management of IPF</a:t>
            </a:r>
          </a:p>
          <a:p>
            <a:pPr lvl="1">
              <a:lnSpc>
                <a:spcPct val="110000"/>
              </a:lnSpc>
            </a:pPr>
            <a:r>
              <a:rPr lang="en-US" altLang="zh-CN" sz="1400" dirty="0"/>
              <a:t>To collect physician’s experiences and insights on the use of </a:t>
            </a:r>
            <a:r>
              <a:rPr lang="en-US" altLang="zh-CN" sz="1400" dirty="0" err="1"/>
              <a:t>nerandomilast</a:t>
            </a:r>
            <a:endParaRPr lang="en-US" altLang="zh-CN" sz="1400" dirty="0">
              <a:highlight>
                <a:srgbClr val="FFFF00"/>
              </a:highlight>
            </a:endParaRPr>
          </a:p>
          <a:p>
            <a:pPr lvl="1">
              <a:lnSpc>
                <a:spcPct val="110000"/>
              </a:lnSpc>
            </a:pPr>
            <a:r>
              <a:rPr lang="en-US" altLang="zh-CN" sz="1400" dirty="0"/>
              <a:t>To identify gaps in patient support and education </a:t>
            </a:r>
          </a:p>
          <a:p>
            <a:endParaRPr lang="en-US" altLang="zh-CN" dirty="0"/>
          </a:p>
        </p:txBody>
      </p:sp>
      <p:sp>
        <p:nvSpPr>
          <p:cNvPr id="16" name="Text Placeholder 3">
            <a:extLst>
              <a:ext uri="{FF2B5EF4-FFF2-40B4-BE49-F238E27FC236}">
                <a16:creationId xmlns:a16="http://schemas.microsoft.com/office/drawing/2014/main" id="{40857D99-DB04-A6F0-7472-FEAF6F8A481E}"/>
              </a:ext>
            </a:extLst>
          </p:cNvPr>
          <p:cNvSpPr>
            <a:spLocks noGrp="1"/>
          </p:cNvSpPr>
          <p:nvPr>
            <p:ph type="body" sz="quarter" idx="13"/>
          </p:nvPr>
        </p:nvSpPr>
        <p:spPr>
          <a:xfrm>
            <a:off x="480000" y="5805280"/>
            <a:ext cx="7380000" cy="144000"/>
          </a:xfrm>
        </p:spPr>
        <p:txBody>
          <a:bodyPr/>
          <a:lstStyle/>
          <a:p>
            <a:endParaRPr lang="en-US"/>
          </a:p>
        </p:txBody>
      </p:sp>
      <p:sp>
        <p:nvSpPr>
          <p:cNvPr id="4" name="内容占位符 1"/>
          <p:cNvSpPr txBox="1">
            <a:spLocks/>
          </p:cNvSpPr>
          <p:nvPr/>
        </p:nvSpPr>
        <p:spPr bwMode="white">
          <a:xfrm>
            <a:off x="8808307" y="965767"/>
            <a:ext cx="3142688" cy="4307981"/>
          </a:xfrm>
          <a:prstGeom prst="rect">
            <a:avLst/>
          </a:prstGeom>
          <a:noFill/>
        </p:spPr>
        <p:txBody>
          <a:bodyPr vert="horz" lIns="0" tIns="0" rIns="0" bIns="0" rtlCol="0">
            <a:noAutofit/>
          </a:bodyPr>
          <a:lstStyle>
            <a:lvl1pPr marL="215900" indent="-215900" algn="l" defTabSz="914400" rtl="0" eaLnBrk="1" latinLnBrk="0" hangingPunct="1">
              <a:lnSpc>
                <a:spcPct val="140000"/>
              </a:lnSpc>
              <a:spcBef>
                <a:spcPts val="0"/>
              </a:spcBef>
              <a:spcAft>
                <a:spcPts val="600"/>
              </a:spcAft>
              <a:buFont typeface="Arial" panose="020B0604020202090204" pitchFamily="34" charset="0"/>
              <a:buChar char="•"/>
              <a:defRPr sz="1600" b="0" kern="1200">
                <a:solidFill>
                  <a:schemeClr val="tx1"/>
                </a:solidFill>
                <a:latin typeface="+mn-lt"/>
                <a:ea typeface="+mn-ea"/>
                <a:cs typeface="+mn-cs"/>
              </a:defRPr>
            </a:lvl1pPr>
            <a:lvl2pPr marL="431800" indent="-215900" algn="l" defTabSz="914400" rtl="0" eaLnBrk="1" latinLnBrk="0" hangingPunct="1">
              <a:lnSpc>
                <a:spcPct val="140000"/>
              </a:lnSpc>
              <a:spcBef>
                <a:spcPts val="0"/>
              </a:spcBef>
              <a:spcAft>
                <a:spcPts val="600"/>
              </a:spcAft>
              <a:buFont typeface="Arial" panose="020B0604020202090204" pitchFamily="34" charset="0"/>
              <a:buChar char="•"/>
              <a:defRPr sz="1600" kern="1200">
                <a:solidFill>
                  <a:schemeClr val="tx1"/>
                </a:solidFill>
                <a:latin typeface="+mn-lt"/>
                <a:ea typeface="+mn-ea"/>
                <a:cs typeface="+mn-cs"/>
              </a:defRPr>
            </a:lvl2pPr>
            <a:lvl3pPr marL="575945" indent="-215900" algn="l" defTabSz="914400" rtl="0" eaLnBrk="1" latinLnBrk="0" hangingPunct="1">
              <a:lnSpc>
                <a:spcPct val="140000"/>
              </a:lnSpc>
              <a:spcBef>
                <a:spcPts val="0"/>
              </a:spcBef>
              <a:spcAft>
                <a:spcPts val="600"/>
              </a:spcAft>
              <a:buFont typeface="Arial" panose="020B0604020202090204" pitchFamily="34" charset="0"/>
              <a:buChar char="•"/>
              <a:defRPr sz="1600" kern="1200">
                <a:solidFill>
                  <a:schemeClr val="tx1"/>
                </a:solidFill>
                <a:latin typeface="+mn-lt"/>
                <a:ea typeface="+mn-ea"/>
                <a:cs typeface="+mn-cs"/>
              </a:defRPr>
            </a:lvl3pPr>
            <a:lvl4pPr marL="791845" indent="-215900" algn="l" defTabSz="914400" rtl="0" eaLnBrk="1" latinLnBrk="0" hangingPunct="1">
              <a:lnSpc>
                <a:spcPct val="140000"/>
              </a:lnSpc>
              <a:spcBef>
                <a:spcPts val="0"/>
              </a:spcBef>
              <a:spcAft>
                <a:spcPts val="600"/>
              </a:spcAft>
              <a:buFont typeface="Arial" panose="020B0604020202090204" pitchFamily="34" charset="0"/>
              <a:buChar char="•"/>
              <a:defRPr sz="1600" kern="1200">
                <a:solidFill>
                  <a:schemeClr val="tx1"/>
                </a:solidFill>
                <a:latin typeface="+mn-lt"/>
                <a:ea typeface="+mn-ea"/>
                <a:cs typeface="+mn-cs"/>
              </a:defRPr>
            </a:lvl4pPr>
            <a:lvl5pPr marL="144145" indent="-144145" algn="l" defTabSz="914400" rtl="0" eaLnBrk="1" latinLnBrk="0" hangingPunct="1">
              <a:lnSpc>
                <a:spcPct val="14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5pPr>
            <a:lvl6pPr marL="288290" indent="-142875" algn="l" defTabSz="914400" rtl="0" eaLnBrk="1" latinLnBrk="0" hangingPunct="1">
              <a:lnSpc>
                <a:spcPct val="14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6pPr>
            <a:lvl7pPr marL="431800" indent="-144145" algn="l" defTabSz="914400" rtl="0" eaLnBrk="1" latinLnBrk="0" hangingPunct="1">
              <a:lnSpc>
                <a:spcPct val="14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7pPr>
            <a:lvl8pPr marL="575945" indent="-144145" algn="l" defTabSz="914400" rtl="0" eaLnBrk="1" latinLnBrk="0" hangingPunct="1">
              <a:lnSpc>
                <a:spcPct val="14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8pPr>
            <a:lvl9pPr marL="575945" indent="-144145" algn="l" defTabSz="914400" rtl="0" eaLnBrk="1" latinLnBrk="0" hangingPunct="1">
              <a:lnSpc>
                <a:spcPct val="140000"/>
              </a:lnSpc>
              <a:spcBef>
                <a:spcPts val="0"/>
              </a:spcBef>
              <a:spcAft>
                <a:spcPts val="600"/>
              </a:spcAft>
              <a:buFont typeface="Arial" panose="020B0604020202090204" pitchFamily="34" charset="0"/>
              <a:buChar char="•"/>
              <a:defRPr sz="1200" kern="1200">
                <a:solidFill>
                  <a:schemeClr val="tx1"/>
                </a:solidFill>
                <a:latin typeface="+mn-lt"/>
                <a:ea typeface="+mn-ea"/>
                <a:cs typeface="+mn-cs"/>
              </a:defRPr>
            </a:lvl9pPr>
          </a:lstStyle>
          <a:p>
            <a:pPr marL="0" indent="0">
              <a:buNone/>
            </a:pPr>
            <a:r>
              <a:rPr lang="en-US" altLang="zh-CN" sz="2000" b="1" dirty="0">
                <a:solidFill>
                  <a:schemeClr val="tx2"/>
                </a:solidFill>
              </a:rPr>
              <a:t>This study will benefit…</a:t>
            </a:r>
          </a:p>
          <a:p>
            <a:r>
              <a:rPr lang="en-US" altLang="zh-CN" sz="1400" b="0" dirty="0">
                <a:solidFill>
                  <a:schemeClr val="tx2"/>
                </a:solidFill>
              </a:rPr>
              <a:t>Inform clinical practice and treatment decision‑making</a:t>
            </a:r>
          </a:p>
          <a:p>
            <a:r>
              <a:rPr lang="en-US" altLang="zh-CN" sz="1400" b="0" dirty="0">
                <a:solidFill>
                  <a:schemeClr val="tx2"/>
                </a:solidFill>
              </a:rPr>
              <a:t>Support development of patient education materials</a:t>
            </a:r>
          </a:p>
          <a:p>
            <a:r>
              <a:rPr lang="en-US" altLang="zh-CN" sz="1400" b="0" dirty="0">
                <a:solidFill>
                  <a:schemeClr val="tx2"/>
                </a:solidFill>
              </a:rPr>
              <a:t>Identify unmet needs in adherence and symptom management</a:t>
            </a:r>
          </a:p>
          <a:p>
            <a:r>
              <a:rPr lang="en-US" altLang="zh-CN" sz="1400" b="0" dirty="0">
                <a:solidFill>
                  <a:schemeClr val="tx2"/>
                </a:solidFill>
              </a:rPr>
              <a:t>Inform post‑marketing strategies</a:t>
            </a:r>
          </a:p>
          <a:p>
            <a:r>
              <a:rPr lang="en-US" altLang="zh-CN" sz="1400" b="0" dirty="0">
                <a:solidFill>
                  <a:schemeClr val="tx2"/>
                </a:solidFill>
              </a:rPr>
              <a:t>Inform future RWE study designs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ABDD4BC7-E0F1-4B17-D2F9-4A92A3249840}"/>
              </a:ext>
            </a:extLst>
          </p:cNvPr>
          <p:cNvSpPr/>
          <p:nvPr/>
        </p:nvSpPr>
        <p:spPr bwMode="gray">
          <a:xfrm>
            <a:off x="7983291" y="1998183"/>
            <a:ext cx="2686157" cy="2390329"/>
          </a:xfrm>
          <a:prstGeom prst="rect">
            <a:avLst/>
          </a:prstGeom>
          <a:pattFill prst="pct10">
            <a:fgClr>
              <a:srgbClr val="C00000"/>
            </a:fgClr>
            <a:bgClr>
              <a:srgbClr val="F6F5F3"/>
            </a:bgClr>
          </a:pattFill>
          <a:ln>
            <a:solidFill>
              <a:schemeClr val="accent2"/>
            </a:solidFill>
            <a:prstDash val="sysDot"/>
          </a:ln>
        </p:spPr>
        <p:style>
          <a:lnRef idx="2">
            <a:schemeClr val="accent2"/>
          </a:lnRef>
          <a:fillRef idx="1">
            <a:schemeClr val="lt1"/>
          </a:fillRef>
          <a:effectRef idx="0">
            <a:schemeClr val="accent2"/>
          </a:effectRef>
          <a:fontRef idx="minor">
            <a:schemeClr val="dk1"/>
          </a:fontRef>
        </p:style>
        <p:txBody>
          <a:bodyPr rtlCol="0" anchor="ctr"/>
          <a:lstStyle/>
          <a:p>
            <a:pPr algn="ctr">
              <a:lnSpc>
                <a:spcPct val="140000"/>
              </a:lnSpc>
            </a:pPr>
            <a:endParaRPr lang="zh-CN" altLang="en-US" sz="1600" dirty="0">
              <a:solidFill>
                <a:schemeClr val="tx1"/>
              </a:solidFill>
            </a:endParaRPr>
          </a:p>
        </p:txBody>
      </p:sp>
      <p:sp>
        <p:nvSpPr>
          <p:cNvPr id="33" name="标题 32">
            <a:extLst>
              <a:ext uri="{FF2B5EF4-FFF2-40B4-BE49-F238E27FC236}">
                <a16:creationId xmlns:a16="http://schemas.microsoft.com/office/drawing/2014/main" id="{7690E902-C241-7B64-2DEC-C3B7254BF070}"/>
              </a:ext>
            </a:extLst>
          </p:cNvPr>
          <p:cNvSpPr>
            <a:spLocks noGrp="1"/>
          </p:cNvSpPr>
          <p:nvPr>
            <p:ph type="title"/>
          </p:nvPr>
        </p:nvSpPr>
        <p:spPr>
          <a:xfrm>
            <a:off x="446771" y="260003"/>
            <a:ext cx="11233151" cy="720000"/>
          </a:xfrm>
        </p:spPr>
        <p:txBody>
          <a:bodyPr/>
          <a:lstStyle/>
          <a:p>
            <a:r>
              <a:rPr lang="en-US" altLang="zh-CN" sz="3200" dirty="0"/>
              <a:t>Study design: longitudinal qualitative research</a:t>
            </a:r>
            <a:endParaRPr lang="zh-CN" altLang="en-US" sz="3200" dirty="0"/>
          </a:p>
        </p:txBody>
      </p:sp>
      <p:sp>
        <p:nvSpPr>
          <p:cNvPr id="35" name="TextBox 8">
            <a:extLst>
              <a:ext uri="{FF2B5EF4-FFF2-40B4-BE49-F238E27FC236}">
                <a16:creationId xmlns:a16="http://schemas.microsoft.com/office/drawing/2014/main" id="{5D4A7BC9-8933-65E7-C253-0C9E8CC17D33}"/>
              </a:ext>
            </a:extLst>
          </p:cNvPr>
          <p:cNvSpPr txBox="1"/>
          <p:nvPr/>
        </p:nvSpPr>
        <p:spPr>
          <a:xfrm>
            <a:off x="3472784" y="2827812"/>
            <a:ext cx="4597841" cy="307777"/>
          </a:xfrm>
          <a:prstGeom prst="rect">
            <a:avLst/>
          </a:prstGeom>
          <a:noFill/>
        </p:spPr>
        <p:txBody>
          <a:bodyPr wrap="square" rtlCol="0">
            <a:spAutoFit/>
          </a:bodyPr>
          <a:lstStyle/>
          <a:p>
            <a:pPr algn="ctr" defTabSz="1219139">
              <a:defRPr/>
            </a:pPr>
            <a:r>
              <a:rPr lang="en-US" sz="1400" b="1">
                <a:solidFill>
                  <a:prstClr val="black"/>
                </a:solidFill>
                <a:latin typeface="+mn-ea"/>
                <a:cs typeface="Arial" panose="020B0604020202020204" pitchFamily="34" charset="0"/>
              </a:rPr>
              <a:t>without prior AF therapy (n=28) </a:t>
            </a:r>
          </a:p>
        </p:txBody>
      </p:sp>
      <p:sp>
        <p:nvSpPr>
          <p:cNvPr id="36" name="Freeform 13">
            <a:extLst>
              <a:ext uri="{FF2B5EF4-FFF2-40B4-BE49-F238E27FC236}">
                <a16:creationId xmlns:a16="http://schemas.microsoft.com/office/drawing/2014/main" id="{D0994BB8-861D-7084-95FA-4B5DD778E8B9}"/>
              </a:ext>
            </a:extLst>
          </p:cNvPr>
          <p:cNvSpPr/>
          <p:nvPr/>
        </p:nvSpPr>
        <p:spPr>
          <a:xfrm>
            <a:off x="3555601" y="2317023"/>
            <a:ext cx="6901693" cy="409490"/>
          </a:xfrm>
          <a:custGeom>
            <a:avLst/>
            <a:gdLst>
              <a:gd name="connsiteX0" fmla="*/ 0 w 6670623"/>
              <a:gd name="connsiteY0" fmla="*/ 704538 h 704538"/>
              <a:gd name="connsiteX1" fmla="*/ 179882 w 6670623"/>
              <a:gd name="connsiteY1" fmla="*/ 0 h 704538"/>
              <a:gd name="connsiteX2" fmla="*/ 6670623 w 6670623"/>
              <a:gd name="connsiteY2" fmla="*/ 0 h 704538"/>
              <a:gd name="connsiteX3" fmla="*/ 6670623 w 6670623"/>
              <a:gd name="connsiteY3" fmla="*/ 404735 h 704538"/>
              <a:gd name="connsiteX0" fmla="*/ 0 w 6670623"/>
              <a:gd name="connsiteY0" fmla="*/ 704538 h 704538"/>
              <a:gd name="connsiteX1" fmla="*/ 179882 w 6670623"/>
              <a:gd name="connsiteY1" fmla="*/ 0 h 704538"/>
              <a:gd name="connsiteX2" fmla="*/ 6670623 w 6670623"/>
              <a:gd name="connsiteY2" fmla="*/ 0 h 704538"/>
            </a:gdLst>
            <a:ahLst/>
            <a:cxnLst>
              <a:cxn ang="0">
                <a:pos x="connsiteX0" y="connsiteY0"/>
              </a:cxn>
              <a:cxn ang="0">
                <a:pos x="connsiteX1" y="connsiteY1"/>
              </a:cxn>
              <a:cxn ang="0">
                <a:pos x="connsiteX2" y="connsiteY2"/>
              </a:cxn>
            </a:cxnLst>
            <a:rect l="l" t="t" r="r" b="b"/>
            <a:pathLst>
              <a:path w="6670623" h="704538">
                <a:moveTo>
                  <a:pt x="0" y="704538"/>
                </a:moveTo>
                <a:lnTo>
                  <a:pt x="179882" y="0"/>
                </a:lnTo>
                <a:lnTo>
                  <a:pt x="6670623" y="0"/>
                </a:lnTo>
              </a:path>
            </a:pathLst>
          </a:custGeom>
          <a:noFill/>
          <a:ln w="76200" cap="flat" cmpd="sng" algn="ctr">
            <a:solidFill>
              <a:srgbClr val="FD5E00"/>
            </a:solidFill>
            <a:prstDash val="solid"/>
            <a:miter lim="800000"/>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D5E00">
                  <a:lumMod val="75000"/>
                </a:srgbClr>
              </a:solidFill>
              <a:effectLst/>
              <a:highlight>
                <a:srgbClr val="FFFF00"/>
              </a:highlight>
              <a:uLnTx/>
              <a:uFillTx/>
              <a:latin typeface="+mn-ea"/>
              <a:cs typeface="+mn-cs"/>
            </a:endParaRPr>
          </a:p>
        </p:txBody>
      </p:sp>
      <p:sp>
        <p:nvSpPr>
          <p:cNvPr id="37" name="Freeform 15">
            <a:extLst>
              <a:ext uri="{FF2B5EF4-FFF2-40B4-BE49-F238E27FC236}">
                <a16:creationId xmlns:a16="http://schemas.microsoft.com/office/drawing/2014/main" id="{1EA7746E-923E-C9A3-2C54-0448E1E66FA0}"/>
              </a:ext>
            </a:extLst>
          </p:cNvPr>
          <p:cNvSpPr/>
          <p:nvPr/>
        </p:nvSpPr>
        <p:spPr>
          <a:xfrm flipV="1">
            <a:off x="3555601" y="2809846"/>
            <a:ext cx="6901694" cy="354622"/>
          </a:xfrm>
          <a:custGeom>
            <a:avLst/>
            <a:gdLst>
              <a:gd name="connsiteX0" fmla="*/ 0 w 6670623"/>
              <a:gd name="connsiteY0" fmla="*/ 704538 h 704538"/>
              <a:gd name="connsiteX1" fmla="*/ 179882 w 6670623"/>
              <a:gd name="connsiteY1" fmla="*/ 0 h 704538"/>
              <a:gd name="connsiteX2" fmla="*/ 6670623 w 6670623"/>
              <a:gd name="connsiteY2" fmla="*/ 0 h 704538"/>
              <a:gd name="connsiteX3" fmla="*/ 6670623 w 6670623"/>
              <a:gd name="connsiteY3" fmla="*/ 404735 h 704538"/>
              <a:gd name="connsiteX0" fmla="*/ 0 w 6670623"/>
              <a:gd name="connsiteY0" fmla="*/ 704538 h 704538"/>
              <a:gd name="connsiteX1" fmla="*/ 179882 w 6670623"/>
              <a:gd name="connsiteY1" fmla="*/ 0 h 704538"/>
              <a:gd name="connsiteX2" fmla="*/ 6670623 w 6670623"/>
              <a:gd name="connsiteY2" fmla="*/ 0 h 704538"/>
            </a:gdLst>
            <a:ahLst/>
            <a:cxnLst>
              <a:cxn ang="0">
                <a:pos x="connsiteX0" y="connsiteY0"/>
              </a:cxn>
              <a:cxn ang="0">
                <a:pos x="connsiteX1" y="connsiteY1"/>
              </a:cxn>
              <a:cxn ang="0">
                <a:pos x="connsiteX2" y="connsiteY2"/>
              </a:cxn>
            </a:cxnLst>
            <a:rect l="l" t="t" r="r" b="b"/>
            <a:pathLst>
              <a:path w="6670623" h="704538">
                <a:moveTo>
                  <a:pt x="0" y="704538"/>
                </a:moveTo>
                <a:lnTo>
                  <a:pt x="179882" y="0"/>
                </a:lnTo>
                <a:lnTo>
                  <a:pt x="6670623" y="0"/>
                </a:lnTo>
              </a:path>
            </a:pathLst>
          </a:custGeom>
          <a:noFill/>
          <a:ln w="76200" cap="flat" cmpd="sng" algn="ctr">
            <a:solidFill>
              <a:srgbClr val="5E5E5E">
                <a:lumMod val="60000"/>
                <a:lumOff val="40000"/>
              </a:srgbClr>
            </a:solidFill>
            <a:prstDash val="solid"/>
            <a:miter lim="800000"/>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mn-ea"/>
              <a:cs typeface="+mn-cs"/>
            </a:endParaRPr>
          </a:p>
        </p:txBody>
      </p:sp>
      <p:cxnSp>
        <p:nvCxnSpPr>
          <p:cNvPr id="38" name="Straight Connector 13">
            <a:extLst>
              <a:ext uri="{FF2B5EF4-FFF2-40B4-BE49-F238E27FC236}">
                <a16:creationId xmlns:a16="http://schemas.microsoft.com/office/drawing/2014/main" id="{FBA02CE3-C5CE-FF7C-2D96-5B557F6C7935}"/>
              </a:ext>
            </a:extLst>
          </p:cNvPr>
          <p:cNvCxnSpPr>
            <a:cxnSpLocks/>
          </p:cNvCxnSpPr>
          <p:nvPr/>
        </p:nvCxnSpPr>
        <p:spPr bwMode="auto">
          <a:xfrm flipH="1">
            <a:off x="3208816" y="2770379"/>
            <a:ext cx="256621" cy="0"/>
          </a:xfrm>
          <a:prstGeom prst="line">
            <a:avLst/>
          </a:prstGeom>
          <a:noFill/>
          <a:ln w="38100" algn="ctr">
            <a:solidFill>
              <a:srgbClr val="778692"/>
            </a:solidFill>
            <a:prstDash val="sysDash"/>
            <a:round/>
            <a:headEnd/>
            <a:tailEnd/>
          </a:ln>
          <a:extLst>
            <a:ext uri="{909E8E84-426E-40DD-AFC4-6F175D3DCCD1}">
              <a14:hiddenFill xmlns:a14="http://schemas.microsoft.com/office/drawing/2010/main">
                <a:noFill/>
              </a14:hiddenFill>
            </a:ext>
          </a:extLst>
        </p:spPr>
      </p:cxnSp>
      <p:sp>
        <p:nvSpPr>
          <p:cNvPr id="39" name="TextBox 14">
            <a:extLst>
              <a:ext uri="{FF2B5EF4-FFF2-40B4-BE49-F238E27FC236}">
                <a16:creationId xmlns:a16="http://schemas.microsoft.com/office/drawing/2014/main" id="{40BB98F5-6404-6933-9554-DD6917360224}"/>
              </a:ext>
            </a:extLst>
          </p:cNvPr>
          <p:cNvSpPr txBox="1"/>
          <p:nvPr/>
        </p:nvSpPr>
        <p:spPr bwMode="auto">
          <a:xfrm>
            <a:off x="2272745" y="2597719"/>
            <a:ext cx="863911" cy="306119"/>
          </a:xfrm>
          <a:prstGeom prst="rect">
            <a:avLst/>
          </a:prstGeom>
          <a:solidFill>
            <a:sysClr val="window" lastClr="FFFFFF"/>
          </a:solidFill>
        </p:spPr>
        <p:txBody>
          <a:bodyPr wrap="square" lIns="0" rIns="0" anchor="ctr">
            <a:spAutoFit/>
          </a:bodyPr>
          <a:lstStyle/>
          <a:p>
            <a:pPr algn="r" defTabSz="1824000">
              <a:defRPr/>
            </a:pPr>
            <a:r>
              <a:rPr lang="en-GB" sz="1400" kern="0">
                <a:solidFill>
                  <a:prstClr val="black"/>
                </a:solidFill>
                <a:latin typeface="+mn-ea"/>
                <a:cs typeface="Arial" panose="020B0604020202020204" pitchFamily="34" charset="0"/>
              </a:rPr>
              <a:t>Screening</a:t>
            </a:r>
          </a:p>
        </p:txBody>
      </p:sp>
      <p:sp>
        <p:nvSpPr>
          <p:cNvPr id="40" name="TextBox 53">
            <a:extLst>
              <a:ext uri="{FF2B5EF4-FFF2-40B4-BE49-F238E27FC236}">
                <a16:creationId xmlns:a16="http://schemas.microsoft.com/office/drawing/2014/main" id="{D437F7F7-B6C3-69F9-E375-5F6FD59F6938}"/>
              </a:ext>
            </a:extLst>
          </p:cNvPr>
          <p:cNvSpPr txBox="1"/>
          <p:nvPr/>
        </p:nvSpPr>
        <p:spPr>
          <a:xfrm>
            <a:off x="3640080" y="1965539"/>
            <a:ext cx="4030423" cy="307777"/>
          </a:xfrm>
          <a:prstGeom prst="rect">
            <a:avLst/>
          </a:prstGeom>
          <a:noFill/>
        </p:spPr>
        <p:txBody>
          <a:bodyPr wrap="square" rtlCol="0">
            <a:spAutoFit/>
          </a:bodyPr>
          <a:lstStyle/>
          <a:p>
            <a:pPr algn="ctr" defTabSz="1219139">
              <a:defRPr/>
            </a:pPr>
            <a:r>
              <a:rPr lang="en-US" sz="1400" b="1" dirty="0">
                <a:solidFill>
                  <a:srgbClr val="000000"/>
                </a:solidFill>
                <a:latin typeface="+mn-ea"/>
                <a:cs typeface="Arial" panose="020B0604020202020204" pitchFamily="34" charset="0"/>
              </a:rPr>
              <a:t>with prior AF therapy (n=28)</a:t>
            </a:r>
          </a:p>
        </p:txBody>
      </p:sp>
      <p:cxnSp>
        <p:nvCxnSpPr>
          <p:cNvPr id="44" name="Straight Connector 23">
            <a:extLst>
              <a:ext uri="{FF2B5EF4-FFF2-40B4-BE49-F238E27FC236}">
                <a16:creationId xmlns:a16="http://schemas.microsoft.com/office/drawing/2014/main" id="{8DF7E165-DB06-83A6-E455-E3CD2E78A065}"/>
              </a:ext>
            </a:extLst>
          </p:cNvPr>
          <p:cNvCxnSpPr>
            <a:cxnSpLocks noChangeShapeType="1"/>
          </p:cNvCxnSpPr>
          <p:nvPr/>
        </p:nvCxnSpPr>
        <p:spPr bwMode="auto">
          <a:xfrm>
            <a:off x="3531221" y="3771018"/>
            <a:ext cx="4401199" cy="43685"/>
          </a:xfrm>
          <a:prstGeom prst="line">
            <a:avLst/>
          </a:prstGeom>
          <a:noFill/>
          <a:ln w="25400" algn="ctr">
            <a:solidFill>
              <a:srgbClr val="000000"/>
            </a:solidFill>
            <a:round/>
            <a:headEnd/>
            <a:tailEnd/>
          </a:ln>
          <a:extLst>
            <a:ext uri="{909E8E84-426E-40DD-AFC4-6F175D3DCCD1}">
              <a14:hiddenFill xmlns:a14="http://schemas.microsoft.com/office/drawing/2010/main">
                <a:noFill/>
              </a14:hiddenFill>
            </a:ext>
          </a:extLst>
        </p:spPr>
      </p:cxnSp>
      <p:cxnSp>
        <p:nvCxnSpPr>
          <p:cNvPr id="45" name="Straight Connector 25">
            <a:extLst>
              <a:ext uri="{FF2B5EF4-FFF2-40B4-BE49-F238E27FC236}">
                <a16:creationId xmlns:a16="http://schemas.microsoft.com/office/drawing/2014/main" id="{BE45B98A-A576-518C-4C41-B81462D24272}"/>
              </a:ext>
            </a:extLst>
          </p:cNvPr>
          <p:cNvCxnSpPr>
            <a:cxnSpLocks noChangeShapeType="1"/>
          </p:cNvCxnSpPr>
          <p:nvPr/>
        </p:nvCxnSpPr>
        <p:spPr bwMode="auto">
          <a:xfrm>
            <a:off x="3531219" y="3662488"/>
            <a:ext cx="0" cy="217056"/>
          </a:xfrm>
          <a:prstGeom prst="line">
            <a:avLst/>
          </a:prstGeom>
          <a:noFill/>
          <a:ln w="25400" algn="ctr">
            <a:solidFill>
              <a:srgbClr val="000000"/>
            </a:solidFill>
            <a:round/>
            <a:headEnd/>
            <a:tailEnd/>
          </a:ln>
          <a:extLst>
            <a:ext uri="{909E8E84-426E-40DD-AFC4-6F175D3DCCD1}">
              <a14:hiddenFill xmlns:a14="http://schemas.microsoft.com/office/drawing/2010/main">
                <a:noFill/>
              </a14:hiddenFill>
            </a:ext>
          </a:extLst>
        </p:spPr>
      </p:cxnSp>
      <p:cxnSp>
        <p:nvCxnSpPr>
          <p:cNvPr id="46" name="Straight Connector 29">
            <a:extLst>
              <a:ext uri="{FF2B5EF4-FFF2-40B4-BE49-F238E27FC236}">
                <a16:creationId xmlns:a16="http://schemas.microsoft.com/office/drawing/2014/main" id="{3E00FA31-E4A8-4682-9842-70C8AF342398}"/>
              </a:ext>
            </a:extLst>
          </p:cNvPr>
          <p:cNvCxnSpPr>
            <a:cxnSpLocks noChangeShapeType="1"/>
          </p:cNvCxnSpPr>
          <p:nvPr/>
        </p:nvCxnSpPr>
        <p:spPr bwMode="auto">
          <a:xfrm>
            <a:off x="7908524" y="3679386"/>
            <a:ext cx="0" cy="217056"/>
          </a:xfrm>
          <a:prstGeom prst="line">
            <a:avLst/>
          </a:prstGeom>
          <a:noFill/>
          <a:ln w="25400" algn="ctr">
            <a:solidFill>
              <a:srgbClr val="000000"/>
            </a:solidFill>
            <a:round/>
            <a:headEnd/>
            <a:tailEnd/>
          </a:ln>
          <a:extLst>
            <a:ext uri="{909E8E84-426E-40DD-AFC4-6F175D3DCCD1}">
              <a14:hiddenFill xmlns:a14="http://schemas.microsoft.com/office/drawing/2010/main">
                <a:noFill/>
              </a14:hiddenFill>
            </a:ext>
          </a:extLst>
        </p:spPr>
      </p:cxnSp>
      <p:sp>
        <p:nvSpPr>
          <p:cNvPr id="47" name="TextBox 27">
            <a:extLst>
              <a:ext uri="{FF2B5EF4-FFF2-40B4-BE49-F238E27FC236}">
                <a16:creationId xmlns:a16="http://schemas.microsoft.com/office/drawing/2014/main" id="{25821B48-5BDD-D637-B5D5-8FC9C8C85488}"/>
              </a:ext>
            </a:extLst>
          </p:cNvPr>
          <p:cNvSpPr txBox="1"/>
          <p:nvPr/>
        </p:nvSpPr>
        <p:spPr bwMode="auto">
          <a:xfrm>
            <a:off x="3456790" y="3375828"/>
            <a:ext cx="158676" cy="307777"/>
          </a:xfrm>
          <a:prstGeom prst="rect">
            <a:avLst/>
          </a:prstGeom>
          <a:noFill/>
        </p:spPr>
        <p:txBody>
          <a:bodyPr wrap="square" lIns="0" r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823909">
              <a:defRPr/>
            </a:pPr>
            <a:r>
              <a:rPr lang="en-GB" sz="1400" b="1" kern="0" dirty="0">
                <a:solidFill>
                  <a:srgbClr val="000000"/>
                </a:solidFill>
                <a:latin typeface="+mn-ea"/>
                <a:cs typeface="Arial" panose="020B0604020202020204" pitchFamily="34" charset="0"/>
                <a:sym typeface="方正兰亭黑简体" panose="02000000000000000000" pitchFamily="2" charset="-122"/>
              </a:rPr>
              <a:t>1</a:t>
            </a:r>
          </a:p>
        </p:txBody>
      </p:sp>
      <p:sp>
        <p:nvSpPr>
          <p:cNvPr id="48" name="TextBox 39">
            <a:extLst>
              <a:ext uri="{FF2B5EF4-FFF2-40B4-BE49-F238E27FC236}">
                <a16:creationId xmlns:a16="http://schemas.microsoft.com/office/drawing/2014/main" id="{55E28214-CE52-67FE-6D88-FBC9DE199363}"/>
              </a:ext>
            </a:extLst>
          </p:cNvPr>
          <p:cNvSpPr txBox="1"/>
          <p:nvPr/>
        </p:nvSpPr>
        <p:spPr bwMode="auto">
          <a:xfrm>
            <a:off x="7746420" y="3839418"/>
            <a:ext cx="324205" cy="307777"/>
          </a:xfrm>
          <a:prstGeom prst="rect">
            <a:avLst/>
          </a:prstGeom>
          <a:noFill/>
        </p:spPr>
        <p:txBody>
          <a:bodyPr wrap="square" lIns="0" r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823909">
              <a:defRPr/>
            </a:pPr>
            <a:r>
              <a:rPr lang="en-GB" sz="1400" kern="0" dirty="0">
                <a:solidFill>
                  <a:srgbClr val="000000"/>
                </a:solidFill>
                <a:latin typeface="+mn-ea"/>
                <a:cs typeface="Arial" panose="020B0604020202020204" pitchFamily="34" charset="0"/>
                <a:sym typeface="方正兰亭黑简体" panose="02000000000000000000" pitchFamily="2" charset="-122"/>
              </a:rPr>
              <a:t>6</a:t>
            </a:r>
          </a:p>
        </p:txBody>
      </p:sp>
      <p:sp>
        <p:nvSpPr>
          <p:cNvPr id="49" name="TextBox 26">
            <a:extLst>
              <a:ext uri="{FF2B5EF4-FFF2-40B4-BE49-F238E27FC236}">
                <a16:creationId xmlns:a16="http://schemas.microsoft.com/office/drawing/2014/main" id="{C9FE5ACA-0785-3DC4-FA29-DD8A83235662}"/>
              </a:ext>
            </a:extLst>
          </p:cNvPr>
          <p:cNvSpPr txBox="1"/>
          <p:nvPr/>
        </p:nvSpPr>
        <p:spPr bwMode="auto">
          <a:xfrm>
            <a:off x="1833502" y="3375828"/>
            <a:ext cx="1454716" cy="276999"/>
          </a:xfrm>
          <a:prstGeom prst="rect">
            <a:avLst/>
          </a:prstGeom>
          <a:noFill/>
        </p:spPr>
        <p:txBody>
          <a:bodyPr wrap="square" lIns="0" r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1823909">
              <a:defRPr/>
            </a:pPr>
            <a:r>
              <a:rPr lang="en-US" sz="1200" kern="0" dirty="0">
                <a:solidFill>
                  <a:srgbClr val="000000"/>
                </a:solidFill>
                <a:latin typeface="+mn-ea"/>
                <a:cs typeface="Arial" panose="020B0604020202020204" pitchFamily="34" charset="0"/>
                <a:sym typeface="方正兰亭黑简体" panose="02000000000000000000" pitchFamily="2" charset="-122"/>
              </a:rPr>
              <a:t># Survey</a:t>
            </a:r>
            <a:endParaRPr lang="en-GB" sz="1200" kern="0" dirty="0">
              <a:solidFill>
                <a:srgbClr val="000000"/>
              </a:solidFill>
              <a:latin typeface="+mn-ea"/>
              <a:cs typeface="Arial" panose="020B0604020202020204" pitchFamily="34" charset="0"/>
              <a:sym typeface="方正兰亭黑简体" panose="02000000000000000000" pitchFamily="2" charset="-122"/>
            </a:endParaRPr>
          </a:p>
        </p:txBody>
      </p:sp>
      <p:sp>
        <p:nvSpPr>
          <p:cNvPr id="50" name="TextBox 30">
            <a:extLst>
              <a:ext uri="{FF2B5EF4-FFF2-40B4-BE49-F238E27FC236}">
                <a16:creationId xmlns:a16="http://schemas.microsoft.com/office/drawing/2014/main" id="{BB4401C3-1326-BBC1-3390-840C6E51BA35}"/>
              </a:ext>
            </a:extLst>
          </p:cNvPr>
          <p:cNvSpPr txBox="1"/>
          <p:nvPr/>
        </p:nvSpPr>
        <p:spPr bwMode="auto">
          <a:xfrm>
            <a:off x="7828696" y="3424258"/>
            <a:ext cx="159655" cy="307777"/>
          </a:xfrm>
          <a:prstGeom prst="rect">
            <a:avLst/>
          </a:prstGeom>
          <a:noFill/>
        </p:spPr>
        <p:txBody>
          <a:bodyPr wrap="square" lIns="0" r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823909">
              <a:defRPr/>
            </a:pPr>
            <a:r>
              <a:rPr lang="en-GB" sz="1400" b="1" kern="0" dirty="0">
                <a:solidFill>
                  <a:srgbClr val="000000"/>
                </a:solidFill>
                <a:latin typeface="+mn-ea"/>
                <a:cs typeface="Arial" panose="020B0604020202020204" pitchFamily="34" charset="0"/>
                <a:sym typeface="方正兰亭黑简体" panose="02000000000000000000" pitchFamily="2" charset="-122"/>
              </a:rPr>
              <a:t>3</a:t>
            </a:r>
          </a:p>
        </p:txBody>
      </p:sp>
      <p:sp>
        <p:nvSpPr>
          <p:cNvPr id="51" name="TextBox 42">
            <a:extLst>
              <a:ext uri="{FF2B5EF4-FFF2-40B4-BE49-F238E27FC236}">
                <a16:creationId xmlns:a16="http://schemas.microsoft.com/office/drawing/2014/main" id="{3DE6567A-CDC7-14E2-F48E-03D4292073BF}"/>
              </a:ext>
            </a:extLst>
          </p:cNvPr>
          <p:cNvSpPr txBox="1"/>
          <p:nvPr/>
        </p:nvSpPr>
        <p:spPr bwMode="auto">
          <a:xfrm>
            <a:off x="2498508" y="3814703"/>
            <a:ext cx="789710" cy="276999"/>
          </a:xfrm>
          <a:prstGeom prst="rect">
            <a:avLst/>
          </a:prstGeom>
          <a:noFill/>
        </p:spPr>
        <p:txBody>
          <a:bodyPr wrap="square" lIns="0" r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1823909">
              <a:defRPr/>
            </a:pPr>
            <a:r>
              <a:rPr lang="en-US" sz="1200" kern="0">
                <a:solidFill>
                  <a:srgbClr val="000000"/>
                </a:solidFill>
                <a:latin typeface="+mn-ea"/>
                <a:cs typeface="Arial" panose="020B0604020202020204" pitchFamily="34" charset="0"/>
                <a:sym typeface="方正兰亭黑简体" panose="02000000000000000000" pitchFamily="2" charset="-122"/>
              </a:rPr>
              <a:t>Months</a:t>
            </a:r>
            <a:endParaRPr lang="en-GB" sz="1200" kern="0">
              <a:solidFill>
                <a:srgbClr val="000000"/>
              </a:solidFill>
              <a:latin typeface="+mn-ea"/>
              <a:cs typeface="Arial" panose="020B0604020202020204" pitchFamily="34" charset="0"/>
              <a:sym typeface="方正兰亭黑简体" panose="02000000000000000000" pitchFamily="2" charset="-122"/>
            </a:endParaRPr>
          </a:p>
        </p:txBody>
      </p:sp>
      <p:cxnSp>
        <p:nvCxnSpPr>
          <p:cNvPr id="52" name="Straight Arrow Connector 67">
            <a:extLst>
              <a:ext uri="{FF2B5EF4-FFF2-40B4-BE49-F238E27FC236}">
                <a16:creationId xmlns:a16="http://schemas.microsoft.com/office/drawing/2014/main" id="{C4A9891E-2822-B6B4-1358-9F43BAC9A7CE}"/>
              </a:ext>
            </a:extLst>
          </p:cNvPr>
          <p:cNvCxnSpPr>
            <a:cxnSpLocks/>
          </p:cNvCxnSpPr>
          <p:nvPr/>
        </p:nvCxnSpPr>
        <p:spPr bwMode="auto">
          <a:xfrm flipV="1">
            <a:off x="7888644" y="4109836"/>
            <a:ext cx="0" cy="504517"/>
          </a:xfrm>
          <a:prstGeom prst="straightConnector1">
            <a:avLst/>
          </a:prstGeom>
          <a:noFill/>
          <a:ln w="28575" algn="ctr">
            <a:solidFill>
              <a:srgbClr val="C0C0C0"/>
            </a:solidFill>
            <a:round/>
            <a:headEnd/>
            <a:tailEnd type="triangle" w="med" len="med"/>
          </a:ln>
          <a:extLst>
            <a:ext uri="{909E8E84-426E-40DD-AFC4-6F175D3DCCD1}">
              <a14:hiddenFill xmlns:a14="http://schemas.microsoft.com/office/drawing/2010/main">
                <a:noFill/>
              </a14:hiddenFill>
            </a:ext>
          </a:extLst>
        </p:spPr>
      </p:cxnSp>
      <p:sp>
        <p:nvSpPr>
          <p:cNvPr id="53" name="TextBox 103">
            <a:extLst>
              <a:ext uri="{FF2B5EF4-FFF2-40B4-BE49-F238E27FC236}">
                <a16:creationId xmlns:a16="http://schemas.microsoft.com/office/drawing/2014/main" id="{1FF7E461-7396-E37C-F51D-75F386FBBB09}"/>
              </a:ext>
            </a:extLst>
          </p:cNvPr>
          <p:cNvSpPr txBox="1"/>
          <p:nvPr/>
        </p:nvSpPr>
        <p:spPr bwMode="auto">
          <a:xfrm>
            <a:off x="7253140" y="4614353"/>
            <a:ext cx="1310763" cy="276999"/>
          </a:xfrm>
          <a:prstGeom prst="rect">
            <a:avLst/>
          </a:prstGeom>
          <a:noFill/>
        </p:spPr>
        <p:txBody>
          <a:bodyPr wrap="square" lIns="0" r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823909">
              <a:defRPr/>
            </a:pPr>
            <a:r>
              <a:rPr lang="en-US" altLang="zh-CN" sz="1200" kern="0" dirty="0">
                <a:solidFill>
                  <a:srgbClr val="000000"/>
                </a:solidFill>
                <a:latin typeface="+mn-ea"/>
                <a:cs typeface="Arial" panose="020B0604020202020204" pitchFamily="34" charset="0"/>
                <a:sym typeface="方正兰亭黑简体" panose="02000000000000000000" pitchFamily="2" charset="-122"/>
              </a:rPr>
              <a:t>End of study</a:t>
            </a:r>
            <a:endParaRPr lang="en-GB" sz="1200" kern="0" dirty="0">
              <a:solidFill>
                <a:srgbClr val="000000"/>
              </a:solidFill>
              <a:latin typeface="+mn-ea"/>
              <a:cs typeface="Arial" panose="020B0604020202020204" pitchFamily="34" charset="0"/>
              <a:sym typeface="方正兰亭黑简体" panose="02000000000000000000" pitchFamily="2" charset="-122"/>
            </a:endParaRPr>
          </a:p>
        </p:txBody>
      </p:sp>
      <p:cxnSp>
        <p:nvCxnSpPr>
          <p:cNvPr id="54" name="Straight Arrow Connector 67">
            <a:extLst>
              <a:ext uri="{FF2B5EF4-FFF2-40B4-BE49-F238E27FC236}">
                <a16:creationId xmlns:a16="http://schemas.microsoft.com/office/drawing/2014/main" id="{FC7CFF7F-0653-2CA0-D372-6B79E3C034CC}"/>
              </a:ext>
            </a:extLst>
          </p:cNvPr>
          <p:cNvCxnSpPr>
            <a:cxnSpLocks/>
          </p:cNvCxnSpPr>
          <p:nvPr/>
        </p:nvCxnSpPr>
        <p:spPr bwMode="auto">
          <a:xfrm flipV="1">
            <a:off x="3532854" y="4160313"/>
            <a:ext cx="0" cy="275037"/>
          </a:xfrm>
          <a:prstGeom prst="straightConnector1">
            <a:avLst/>
          </a:prstGeom>
          <a:noFill/>
          <a:ln w="28575" algn="ctr">
            <a:solidFill>
              <a:srgbClr val="C0C0C0"/>
            </a:solidFill>
            <a:round/>
            <a:headEnd/>
            <a:tailEnd type="triangle" w="med" len="med"/>
          </a:ln>
          <a:extLst>
            <a:ext uri="{909E8E84-426E-40DD-AFC4-6F175D3DCCD1}">
              <a14:hiddenFill xmlns:a14="http://schemas.microsoft.com/office/drawing/2010/main">
                <a:noFill/>
              </a14:hiddenFill>
            </a:ext>
          </a:extLst>
        </p:spPr>
      </p:cxnSp>
      <p:sp>
        <p:nvSpPr>
          <p:cNvPr id="55" name="TextBox 103">
            <a:extLst>
              <a:ext uri="{FF2B5EF4-FFF2-40B4-BE49-F238E27FC236}">
                <a16:creationId xmlns:a16="http://schemas.microsoft.com/office/drawing/2014/main" id="{1B838702-C365-880D-25ED-B0801C605D62}"/>
              </a:ext>
            </a:extLst>
          </p:cNvPr>
          <p:cNvSpPr txBox="1"/>
          <p:nvPr/>
        </p:nvSpPr>
        <p:spPr bwMode="auto">
          <a:xfrm>
            <a:off x="2674202" y="4381018"/>
            <a:ext cx="1811548" cy="461665"/>
          </a:xfrm>
          <a:prstGeom prst="rect">
            <a:avLst/>
          </a:prstGeom>
          <a:noFill/>
        </p:spPr>
        <p:txBody>
          <a:bodyPr wrap="square" lIns="0" r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823909">
              <a:defRPr/>
            </a:pPr>
            <a:r>
              <a:rPr lang="en-US" altLang="zh-CN" sz="1200" kern="0" dirty="0">
                <a:solidFill>
                  <a:srgbClr val="000000"/>
                </a:solidFill>
                <a:latin typeface="+mn-ea"/>
                <a:cs typeface="Arial" panose="020B0604020202020204" pitchFamily="34" charset="0"/>
                <a:sym typeface="方正兰亭黑简体" panose="02000000000000000000" pitchFamily="2" charset="-122"/>
              </a:rPr>
              <a:t>Baseline</a:t>
            </a:r>
            <a:br>
              <a:rPr lang="en-US" altLang="zh-CN" sz="1200" kern="0" dirty="0">
                <a:solidFill>
                  <a:srgbClr val="000000"/>
                </a:solidFill>
                <a:latin typeface="+mn-ea"/>
                <a:cs typeface="Arial" panose="020B0604020202020204" pitchFamily="34" charset="0"/>
                <a:sym typeface="方正兰亭黑简体" panose="02000000000000000000" pitchFamily="2" charset="-122"/>
              </a:rPr>
            </a:br>
            <a:r>
              <a:rPr lang="en-US" altLang="zh-CN" sz="1200" kern="0" dirty="0" err="1">
                <a:solidFill>
                  <a:srgbClr val="000000"/>
                </a:solidFill>
                <a:latin typeface="+mn-ea"/>
                <a:cs typeface="Arial" panose="020B0604020202020204" pitchFamily="34" charset="0"/>
                <a:sym typeface="方正兰亭黑简体" panose="02000000000000000000" pitchFamily="2" charset="-122"/>
              </a:rPr>
              <a:t>nerandomilast</a:t>
            </a:r>
            <a:r>
              <a:rPr lang="en-US" altLang="zh-CN" sz="1200" kern="0" dirty="0">
                <a:solidFill>
                  <a:srgbClr val="000000"/>
                </a:solidFill>
                <a:latin typeface="+mn-ea"/>
                <a:cs typeface="Arial" panose="020B0604020202020204" pitchFamily="34" charset="0"/>
                <a:sym typeface="方正兰亭黑简体" panose="02000000000000000000" pitchFamily="2" charset="-122"/>
              </a:rPr>
              <a:t> initiation</a:t>
            </a:r>
          </a:p>
        </p:txBody>
      </p:sp>
      <p:sp>
        <p:nvSpPr>
          <p:cNvPr id="56" name="TextBox 41">
            <a:extLst>
              <a:ext uri="{FF2B5EF4-FFF2-40B4-BE49-F238E27FC236}">
                <a16:creationId xmlns:a16="http://schemas.microsoft.com/office/drawing/2014/main" id="{D4EA3601-7A5F-45A1-FE3D-BE84A2AE1584}"/>
              </a:ext>
            </a:extLst>
          </p:cNvPr>
          <p:cNvSpPr txBox="1"/>
          <p:nvPr/>
        </p:nvSpPr>
        <p:spPr bwMode="auto">
          <a:xfrm>
            <a:off x="3460634" y="3878530"/>
            <a:ext cx="158676" cy="307777"/>
          </a:xfrm>
          <a:prstGeom prst="rect">
            <a:avLst/>
          </a:prstGeom>
          <a:noFill/>
        </p:spPr>
        <p:txBody>
          <a:bodyPr wrap="square" lIns="0" r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823909">
              <a:defRPr/>
            </a:pPr>
            <a:r>
              <a:rPr lang="en-GB" sz="1400" kern="0">
                <a:solidFill>
                  <a:srgbClr val="000000"/>
                </a:solidFill>
                <a:latin typeface="+mn-ea"/>
                <a:cs typeface="Arial" panose="020B0604020202020204" pitchFamily="34" charset="0"/>
                <a:sym typeface="方正兰亭黑简体" panose="02000000000000000000" pitchFamily="2" charset="-122"/>
              </a:rPr>
              <a:t>0</a:t>
            </a:r>
          </a:p>
        </p:txBody>
      </p:sp>
      <p:cxnSp>
        <p:nvCxnSpPr>
          <p:cNvPr id="57" name="Straight Connector 29">
            <a:extLst>
              <a:ext uri="{FF2B5EF4-FFF2-40B4-BE49-F238E27FC236}">
                <a16:creationId xmlns:a16="http://schemas.microsoft.com/office/drawing/2014/main" id="{25D43323-4D62-A7C9-B72B-129217B07C4D}"/>
              </a:ext>
            </a:extLst>
          </p:cNvPr>
          <p:cNvCxnSpPr>
            <a:cxnSpLocks noChangeShapeType="1"/>
          </p:cNvCxnSpPr>
          <p:nvPr/>
        </p:nvCxnSpPr>
        <p:spPr bwMode="auto">
          <a:xfrm>
            <a:off x="4698331" y="3673361"/>
            <a:ext cx="0" cy="217056"/>
          </a:xfrm>
          <a:prstGeom prst="line">
            <a:avLst/>
          </a:prstGeom>
          <a:noFill/>
          <a:ln w="25400" algn="ctr">
            <a:solidFill>
              <a:srgbClr val="000000"/>
            </a:solidFill>
            <a:round/>
            <a:headEnd/>
            <a:tailEnd/>
          </a:ln>
          <a:extLst>
            <a:ext uri="{909E8E84-426E-40DD-AFC4-6F175D3DCCD1}">
              <a14:hiddenFill xmlns:a14="http://schemas.microsoft.com/office/drawing/2010/main">
                <a:noFill/>
              </a14:hiddenFill>
            </a:ext>
          </a:extLst>
        </p:spPr>
      </p:cxnSp>
      <p:sp>
        <p:nvSpPr>
          <p:cNvPr id="58" name="TextBox 39">
            <a:extLst>
              <a:ext uri="{FF2B5EF4-FFF2-40B4-BE49-F238E27FC236}">
                <a16:creationId xmlns:a16="http://schemas.microsoft.com/office/drawing/2014/main" id="{FCA3EFD2-8137-6345-60F6-9788680C9510}"/>
              </a:ext>
            </a:extLst>
          </p:cNvPr>
          <p:cNvSpPr txBox="1"/>
          <p:nvPr/>
        </p:nvSpPr>
        <p:spPr bwMode="auto">
          <a:xfrm>
            <a:off x="4416845" y="3852536"/>
            <a:ext cx="562969" cy="307777"/>
          </a:xfrm>
          <a:prstGeom prst="rect">
            <a:avLst/>
          </a:prstGeom>
          <a:noFill/>
        </p:spPr>
        <p:txBody>
          <a:bodyPr wrap="square" lIns="0" r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823909">
              <a:defRPr/>
            </a:pPr>
            <a:r>
              <a:rPr lang="en-GB" sz="1400" kern="0">
                <a:solidFill>
                  <a:srgbClr val="000000"/>
                </a:solidFill>
                <a:latin typeface="+mn-ea"/>
                <a:cs typeface="Arial" panose="020B0604020202020204" pitchFamily="34" charset="0"/>
                <a:sym typeface="方正兰亭黑简体" panose="02000000000000000000" pitchFamily="2" charset="-122"/>
              </a:rPr>
              <a:t>1~2</a:t>
            </a:r>
          </a:p>
        </p:txBody>
      </p:sp>
      <p:sp>
        <p:nvSpPr>
          <p:cNvPr id="59" name="TextBox 30">
            <a:extLst>
              <a:ext uri="{FF2B5EF4-FFF2-40B4-BE49-F238E27FC236}">
                <a16:creationId xmlns:a16="http://schemas.microsoft.com/office/drawing/2014/main" id="{6C4DCFA4-C266-0BE1-763A-5DF728678685}"/>
              </a:ext>
            </a:extLst>
          </p:cNvPr>
          <p:cNvSpPr txBox="1"/>
          <p:nvPr/>
        </p:nvSpPr>
        <p:spPr bwMode="auto">
          <a:xfrm>
            <a:off x="4618503" y="3405314"/>
            <a:ext cx="159655" cy="307777"/>
          </a:xfrm>
          <a:prstGeom prst="rect">
            <a:avLst/>
          </a:prstGeom>
          <a:noFill/>
        </p:spPr>
        <p:txBody>
          <a:bodyPr wrap="square" lIns="0" r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823909">
              <a:defRPr/>
            </a:pPr>
            <a:r>
              <a:rPr lang="en-GB" sz="1400" b="1" kern="0" dirty="0">
                <a:solidFill>
                  <a:srgbClr val="000000"/>
                </a:solidFill>
                <a:latin typeface="+mn-ea"/>
                <a:cs typeface="Arial" panose="020B0604020202020204" pitchFamily="34" charset="0"/>
                <a:sym typeface="方正兰亭黑简体" panose="02000000000000000000" pitchFamily="2" charset="-122"/>
              </a:rPr>
              <a:t>2</a:t>
            </a:r>
          </a:p>
        </p:txBody>
      </p:sp>
      <p:sp>
        <p:nvSpPr>
          <p:cNvPr id="67" name="TextBox 87">
            <a:extLst>
              <a:ext uri="{FF2B5EF4-FFF2-40B4-BE49-F238E27FC236}">
                <a16:creationId xmlns:a16="http://schemas.microsoft.com/office/drawing/2014/main" id="{A39BC7B5-DB6C-4418-1FF3-69037C4554D5}"/>
              </a:ext>
            </a:extLst>
          </p:cNvPr>
          <p:cNvSpPr txBox="1"/>
          <p:nvPr/>
        </p:nvSpPr>
        <p:spPr>
          <a:xfrm>
            <a:off x="889495" y="2632923"/>
            <a:ext cx="1719442" cy="954107"/>
          </a:xfrm>
          <a:prstGeom prst="rect">
            <a:avLst/>
          </a:prstGeom>
          <a:noFill/>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mn-ea"/>
                <a:cs typeface="Calibri" panose="020F0502020204030204" pitchFamily="34" charset="0"/>
              </a:rPr>
              <a:t>IPF patients initiating </a:t>
            </a:r>
            <a:r>
              <a:rPr kumimoji="0" lang="en-US" sz="1400" b="1" i="0" u="none" strike="noStrike" kern="0" cap="none" spc="0" normalizeH="0" baseline="0" noProof="0" dirty="0" err="1">
                <a:ln>
                  <a:noFill/>
                </a:ln>
                <a:solidFill>
                  <a:srgbClr val="000000"/>
                </a:solidFill>
                <a:effectLst/>
                <a:uLnTx/>
                <a:uFillTx/>
                <a:latin typeface="+mn-ea"/>
                <a:cs typeface="Calibri" panose="020F0502020204030204" pitchFamily="34" charset="0"/>
              </a:rPr>
              <a:t>nerandomilast</a:t>
            </a:r>
            <a:r>
              <a:rPr kumimoji="0" lang="en-US" sz="1400" b="1" i="0" u="none" strike="noStrike" kern="0" cap="none" spc="0" normalizeH="0" baseline="0" noProof="0" dirty="0">
                <a:ln>
                  <a:noFill/>
                </a:ln>
                <a:solidFill>
                  <a:srgbClr val="000000"/>
                </a:solidFill>
                <a:effectLst/>
                <a:uLnTx/>
                <a:uFillTx/>
                <a:latin typeface="+mn-ea"/>
                <a:cs typeface="Calibri" panose="020F0502020204030204" pitchFamily="34" charset="0"/>
              </a:rPr>
              <a:t> (</a:t>
            </a:r>
            <a:r>
              <a:rPr kumimoji="0" lang="en-US" sz="1400" b="1" i="0" u="none" strike="noStrike" kern="1200" cap="none" spc="0" normalizeH="0" baseline="0" noProof="0" dirty="0">
                <a:ln>
                  <a:noFill/>
                </a:ln>
                <a:solidFill>
                  <a:srgbClr val="000000"/>
                </a:solidFill>
                <a:effectLst/>
                <a:uLnTx/>
                <a:uFillTx/>
                <a:latin typeface="+mn-ea"/>
              </a:rPr>
              <a:t>n</a:t>
            </a:r>
            <a:r>
              <a:rPr kumimoji="0" lang="en-US" sz="1400" b="1" i="0" u="none" strike="noStrike" kern="1200" cap="none" spc="0" normalizeH="0" baseline="0" noProof="0" dirty="0">
                <a:ln>
                  <a:noFill/>
                </a:ln>
                <a:solidFill>
                  <a:srgbClr val="000000"/>
                </a:solidFill>
                <a:effectLst/>
                <a:uLnTx/>
                <a:uFillTx/>
                <a:latin typeface="+mn-ea"/>
                <a:cs typeface="Arial" panose="020B0604020202020204" pitchFamily="34" charset="0"/>
              </a:rPr>
              <a:t>≈56*)</a:t>
            </a:r>
            <a:endParaRPr kumimoji="0" lang="en-GB" sz="1400" b="1" i="0" u="none" strike="noStrike" kern="0" cap="none" spc="0" normalizeH="0" baseline="0" noProof="0" dirty="0">
              <a:ln>
                <a:noFill/>
              </a:ln>
              <a:solidFill>
                <a:srgbClr val="000000"/>
              </a:solidFill>
              <a:effectLst/>
              <a:uLnTx/>
              <a:uFillTx/>
              <a:latin typeface="+mn-ea"/>
              <a:cs typeface="Calibri" panose="020F0502020204030204" pitchFamily="34" charset="0"/>
            </a:endParaRPr>
          </a:p>
        </p:txBody>
      </p:sp>
      <p:sp>
        <p:nvSpPr>
          <p:cNvPr id="76" name="文本框 75">
            <a:extLst>
              <a:ext uri="{FF2B5EF4-FFF2-40B4-BE49-F238E27FC236}">
                <a16:creationId xmlns:a16="http://schemas.microsoft.com/office/drawing/2014/main" id="{2770A86D-3AA6-13E0-19D0-E690DD3C6311}"/>
              </a:ext>
            </a:extLst>
          </p:cNvPr>
          <p:cNvSpPr txBox="1"/>
          <p:nvPr/>
        </p:nvSpPr>
        <p:spPr bwMode="gray">
          <a:xfrm>
            <a:off x="446770" y="953445"/>
            <a:ext cx="10367003" cy="523220"/>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US" altLang="zh-CN" sz="1400" dirty="0"/>
              <a:t>This study is purely observational. No study medication or intervention will be provided. Patient’s diagnosis and treatment decisions will follow standard clinical practice.</a:t>
            </a:r>
          </a:p>
        </p:txBody>
      </p:sp>
      <p:pic>
        <p:nvPicPr>
          <p:cNvPr id="78" name="图形 77" descr="吊索 纯色填充">
            <a:extLst>
              <a:ext uri="{FF2B5EF4-FFF2-40B4-BE49-F238E27FC236}">
                <a16:creationId xmlns:a16="http://schemas.microsoft.com/office/drawing/2014/main" id="{E1253818-62F1-C70B-46ED-9522352EEC2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63050" y="2038923"/>
            <a:ext cx="673027" cy="673027"/>
          </a:xfrm>
          <a:prstGeom prst="rect">
            <a:avLst/>
          </a:prstGeom>
        </p:spPr>
      </p:pic>
      <p:pic>
        <p:nvPicPr>
          <p:cNvPr id="80" name="图形 79" descr="女医生 纯色填充">
            <a:extLst>
              <a:ext uri="{FF2B5EF4-FFF2-40B4-BE49-F238E27FC236}">
                <a16:creationId xmlns:a16="http://schemas.microsoft.com/office/drawing/2014/main" id="{6E5C5559-8F82-9C8A-5F79-A3B9A6B09A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2477" y="4435350"/>
            <a:ext cx="714175" cy="714175"/>
          </a:xfrm>
          <a:prstGeom prst="rect">
            <a:avLst/>
          </a:prstGeom>
        </p:spPr>
      </p:pic>
      <p:sp>
        <p:nvSpPr>
          <p:cNvPr id="82" name="文本框 81">
            <a:extLst>
              <a:ext uri="{FF2B5EF4-FFF2-40B4-BE49-F238E27FC236}">
                <a16:creationId xmlns:a16="http://schemas.microsoft.com/office/drawing/2014/main" id="{8D3EE5DB-179A-FFB4-85DC-6BD4DDFB1C62}"/>
              </a:ext>
            </a:extLst>
          </p:cNvPr>
          <p:cNvSpPr txBox="1"/>
          <p:nvPr/>
        </p:nvSpPr>
        <p:spPr bwMode="gray">
          <a:xfrm>
            <a:off x="1108620" y="5100197"/>
            <a:ext cx="1389888" cy="523220"/>
          </a:xfrm>
          <a:prstGeom prst="rect">
            <a:avLst/>
          </a:prstGeom>
          <a:noFill/>
        </p:spPr>
        <p:txBody>
          <a:bodyPr wrap="square">
            <a:spAutoFit/>
          </a:bodyPr>
          <a:lstStyle/>
          <a:p>
            <a:pPr algn="ctr"/>
            <a:r>
              <a:rPr lang="en-US" altLang="zh-CN" sz="1400" b="1" kern="0">
                <a:solidFill>
                  <a:srgbClr val="000000"/>
                </a:solidFill>
                <a:latin typeface="+mn-ea"/>
                <a:cs typeface="Calibri" panose="020F0502020204030204" pitchFamily="34" charset="0"/>
              </a:rPr>
              <a:t>Physicians</a:t>
            </a:r>
            <a:br>
              <a:rPr lang="en-US" altLang="zh-CN" sz="1400" b="1" kern="0">
                <a:solidFill>
                  <a:srgbClr val="000000"/>
                </a:solidFill>
                <a:latin typeface="+mn-ea"/>
                <a:cs typeface="Calibri" panose="020F0502020204030204" pitchFamily="34" charset="0"/>
              </a:rPr>
            </a:br>
            <a:r>
              <a:rPr lang="en-US" altLang="zh-CN" sz="1400" b="1" kern="0">
                <a:solidFill>
                  <a:srgbClr val="000000"/>
                </a:solidFill>
                <a:latin typeface="+mn-ea"/>
                <a:cs typeface="Calibri" panose="020F0502020204030204" pitchFamily="34" charset="0"/>
              </a:rPr>
              <a:t>(n</a:t>
            </a:r>
            <a:r>
              <a:rPr lang="en-US" altLang="zh-CN" sz="1400" b="1">
                <a:solidFill>
                  <a:srgbClr val="000000"/>
                </a:solidFill>
                <a:latin typeface="+mn-ea"/>
                <a:cs typeface="Arial" panose="020B0604020202020204" pitchFamily="34" charset="0"/>
              </a:rPr>
              <a:t> ≈12*</a:t>
            </a:r>
            <a:r>
              <a:rPr lang="en-US" altLang="zh-CN" sz="1400" b="1" kern="0">
                <a:solidFill>
                  <a:srgbClr val="000000"/>
                </a:solidFill>
                <a:latin typeface="+mn-ea"/>
                <a:cs typeface="Calibri" panose="020F0502020204030204" pitchFamily="34" charset="0"/>
              </a:rPr>
              <a:t>)</a:t>
            </a:r>
            <a:endParaRPr lang="zh-CN" altLang="en-US" sz="1400" b="1" kern="0">
              <a:solidFill>
                <a:srgbClr val="000000"/>
              </a:solidFill>
              <a:latin typeface="+mn-ea"/>
              <a:cs typeface="Calibri" panose="020F0502020204030204" pitchFamily="34" charset="0"/>
            </a:endParaRPr>
          </a:p>
        </p:txBody>
      </p:sp>
      <p:graphicFrame>
        <p:nvGraphicFramePr>
          <p:cNvPr id="85" name="图示 84">
            <a:extLst>
              <a:ext uri="{FF2B5EF4-FFF2-40B4-BE49-F238E27FC236}">
                <a16:creationId xmlns:a16="http://schemas.microsoft.com/office/drawing/2014/main" id="{0E3A44FD-109D-FB0F-4DC9-1C1D4A8157FC}"/>
              </a:ext>
            </a:extLst>
          </p:cNvPr>
          <p:cNvGraphicFramePr/>
          <p:nvPr>
            <p:extLst>
              <p:ext uri="{D42A27DB-BD31-4B8C-83A1-F6EECF244321}">
                <p14:modId xmlns:p14="http://schemas.microsoft.com/office/powerpoint/2010/main" val="104681595"/>
              </p:ext>
            </p:extLst>
          </p:nvPr>
        </p:nvGraphicFramePr>
        <p:xfrm>
          <a:off x="2498509" y="5137400"/>
          <a:ext cx="6645491" cy="4065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文本框 2">
            <a:extLst>
              <a:ext uri="{FF2B5EF4-FFF2-40B4-BE49-F238E27FC236}">
                <a16:creationId xmlns:a16="http://schemas.microsoft.com/office/drawing/2014/main" id="{ACB08996-5EFA-1F28-7DCB-B7F0E5C4CAEE}"/>
              </a:ext>
            </a:extLst>
          </p:cNvPr>
          <p:cNvSpPr txBox="1"/>
          <p:nvPr/>
        </p:nvSpPr>
        <p:spPr bwMode="gray">
          <a:xfrm>
            <a:off x="2498508" y="5948517"/>
            <a:ext cx="7502704" cy="461665"/>
          </a:xfrm>
          <a:prstGeom prst="rect">
            <a:avLst/>
          </a:prstGeom>
          <a:noFill/>
        </p:spPr>
        <p:txBody>
          <a:bodyPr wrap="square">
            <a:spAutoFit/>
          </a:bodyPr>
          <a:lstStyle/>
          <a:p>
            <a:r>
              <a:rPr lang="en-US" altLang="zh-CN" sz="1200" i="1" dirty="0">
                <a:latin typeface="+mn-ea"/>
              </a:rPr>
              <a:t>*An estimated 24 participants per group will complete three rounds of interviews. Based on the principle of information saturation in qualitative research, the actual sample size may be adjusted. </a:t>
            </a:r>
            <a:endParaRPr lang="zh-CN" altLang="en-US" sz="1200" i="1" dirty="0">
              <a:latin typeface="+mn-ea"/>
            </a:endParaRPr>
          </a:p>
        </p:txBody>
      </p:sp>
      <p:cxnSp>
        <p:nvCxnSpPr>
          <p:cNvPr id="4" name="直接连接符 3">
            <a:extLst>
              <a:ext uri="{FF2B5EF4-FFF2-40B4-BE49-F238E27FC236}">
                <a16:creationId xmlns:a16="http://schemas.microsoft.com/office/drawing/2014/main" id="{016167E5-46A6-B8A0-03FA-BF0514DD4239}"/>
              </a:ext>
            </a:extLst>
          </p:cNvPr>
          <p:cNvCxnSpPr>
            <a:cxnSpLocks/>
          </p:cNvCxnSpPr>
          <p:nvPr/>
        </p:nvCxnSpPr>
        <p:spPr bwMode="gray">
          <a:xfrm flipV="1">
            <a:off x="7972175" y="3802093"/>
            <a:ext cx="2485120" cy="12936"/>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 name="Straight Connector 29">
            <a:extLst>
              <a:ext uri="{FF2B5EF4-FFF2-40B4-BE49-F238E27FC236}">
                <a16:creationId xmlns:a16="http://schemas.microsoft.com/office/drawing/2014/main" id="{3CA623CC-1B43-D969-D056-54F36D13CA89}"/>
              </a:ext>
            </a:extLst>
          </p:cNvPr>
          <p:cNvCxnSpPr>
            <a:cxnSpLocks noChangeShapeType="1"/>
          </p:cNvCxnSpPr>
          <p:nvPr/>
        </p:nvCxnSpPr>
        <p:spPr bwMode="auto">
          <a:xfrm>
            <a:off x="10457295" y="3702244"/>
            <a:ext cx="0" cy="217056"/>
          </a:xfrm>
          <a:prstGeom prst="line">
            <a:avLst/>
          </a:prstGeom>
          <a:ln w="19050" cap="flat" cmpd="sng" algn="ctr">
            <a:solidFill>
              <a:schemeClr val="dk1"/>
            </a:solidFill>
            <a:prstDash val="dash"/>
            <a:round/>
            <a:headEnd type="none" w="med" len="med"/>
            <a:tailEnd type="none" w="med" len="med"/>
          </a:ln>
          <a:extLst>
            <a:ext uri="{909E8E84-426E-40DD-AFC4-6F175D3DCCD1}">
              <a14:hiddenFill xmlns:a14="http://schemas.microsoft.com/office/drawing/2010/main">
                <a:noFill/>
              </a14:hiddenFill>
            </a:ext>
          </a:extLst>
        </p:spPr>
        <p:style>
          <a:lnRef idx="0">
            <a:scrgbClr r="0" g="0" b="0"/>
          </a:lnRef>
          <a:fillRef idx="0">
            <a:scrgbClr r="0" g="0" b="0"/>
          </a:fillRef>
          <a:effectRef idx="0">
            <a:scrgbClr r="0" g="0" b="0"/>
          </a:effectRef>
          <a:fontRef idx="minor">
            <a:schemeClr val="tx1"/>
          </a:fontRef>
        </p:style>
      </p:cxnSp>
      <p:sp>
        <p:nvSpPr>
          <p:cNvPr id="7" name="TextBox 39">
            <a:extLst>
              <a:ext uri="{FF2B5EF4-FFF2-40B4-BE49-F238E27FC236}">
                <a16:creationId xmlns:a16="http://schemas.microsoft.com/office/drawing/2014/main" id="{5BEC6380-AD43-F499-B81D-563A29EB90FB}"/>
              </a:ext>
            </a:extLst>
          </p:cNvPr>
          <p:cNvSpPr txBox="1"/>
          <p:nvPr/>
        </p:nvSpPr>
        <p:spPr bwMode="auto">
          <a:xfrm>
            <a:off x="10295192" y="3905042"/>
            <a:ext cx="324205" cy="307777"/>
          </a:xfrm>
          <a:prstGeom prst="rect">
            <a:avLst/>
          </a:prstGeom>
          <a:noFill/>
        </p:spPr>
        <p:txBody>
          <a:bodyPr wrap="square" lIns="0" r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823909">
              <a:defRPr/>
            </a:pPr>
            <a:r>
              <a:rPr lang="en-GB" sz="1400" kern="0" dirty="0">
                <a:solidFill>
                  <a:srgbClr val="000000"/>
                </a:solidFill>
                <a:latin typeface="+mn-ea"/>
                <a:cs typeface="Arial" panose="020B0604020202020204" pitchFamily="34" charset="0"/>
                <a:sym typeface="方正兰亭黑简体" panose="02000000000000000000" pitchFamily="2" charset="-122"/>
              </a:rPr>
              <a:t>12</a:t>
            </a:r>
          </a:p>
        </p:txBody>
      </p:sp>
      <p:sp>
        <p:nvSpPr>
          <p:cNvPr id="8" name="TextBox 30">
            <a:extLst>
              <a:ext uri="{FF2B5EF4-FFF2-40B4-BE49-F238E27FC236}">
                <a16:creationId xmlns:a16="http://schemas.microsoft.com/office/drawing/2014/main" id="{88C38BE2-542B-C7C6-5235-44514946DDB3}"/>
              </a:ext>
            </a:extLst>
          </p:cNvPr>
          <p:cNvSpPr txBox="1"/>
          <p:nvPr/>
        </p:nvSpPr>
        <p:spPr bwMode="auto">
          <a:xfrm>
            <a:off x="10356547" y="3447451"/>
            <a:ext cx="159655" cy="307777"/>
          </a:xfrm>
          <a:prstGeom prst="rect">
            <a:avLst/>
          </a:prstGeom>
          <a:noFill/>
        </p:spPr>
        <p:txBody>
          <a:bodyPr wrap="square" lIns="0" r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823909">
              <a:defRPr/>
            </a:pPr>
            <a:r>
              <a:rPr lang="en-GB" sz="1400" b="1" kern="0" dirty="0">
                <a:solidFill>
                  <a:srgbClr val="000000"/>
                </a:solidFill>
                <a:latin typeface="+mn-ea"/>
                <a:cs typeface="Arial" panose="020B0604020202020204" pitchFamily="34" charset="0"/>
                <a:sym typeface="方正兰亭黑简体" panose="02000000000000000000" pitchFamily="2" charset="-122"/>
              </a:rPr>
              <a:t>4</a:t>
            </a:r>
          </a:p>
        </p:txBody>
      </p:sp>
      <p:sp>
        <p:nvSpPr>
          <p:cNvPr id="2" name="TextBox 103">
            <a:extLst>
              <a:ext uri="{FF2B5EF4-FFF2-40B4-BE49-F238E27FC236}">
                <a16:creationId xmlns:a16="http://schemas.microsoft.com/office/drawing/2014/main" id="{FA98920F-1CAB-1E31-50C3-5B2F24AA8770}"/>
              </a:ext>
            </a:extLst>
          </p:cNvPr>
          <p:cNvSpPr txBox="1"/>
          <p:nvPr/>
        </p:nvSpPr>
        <p:spPr bwMode="auto">
          <a:xfrm>
            <a:off x="8690449" y="4614353"/>
            <a:ext cx="1310763" cy="276999"/>
          </a:xfrm>
          <a:prstGeom prst="rect">
            <a:avLst/>
          </a:prstGeom>
          <a:noFill/>
        </p:spPr>
        <p:txBody>
          <a:bodyPr wrap="square" lIns="0" r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823909">
              <a:defRPr/>
            </a:pPr>
            <a:r>
              <a:rPr lang="en-US" altLang="zh-CN" sz="1200" kern="0" dirty="0">
                <a:solidFill>
                  <a:srgbClr val="C00000"/>
                </a:solidFill>
                <a:latin typeface="+mn-ea"/>
                <a:cs typeface="Arial" panose="020B0604020202020204" pitchFamily="34" charset="0"/>
                <a:sym typeface="方正兰亭黑简体" panose="02000000000000000000" pitchFamily="2" charset="-122"/>
              </a:rPr>
              <a:t>Potential extension</a:t>
            </a:r>
            <a:endParaRPr lang="en-GB" sz="1200" kern="0" dirty="0">
              <a:solidFill>
                <a:srgbClr val="C00000"/>
              </a:solidFill>
              <a:latin typeface="+mn-ea"/>
              <a:cs typeface="Arial" panose="020B0604020202020204" pitchFamily="34" charset="0"/>
              <a:sym typeface="方正兰亭黑简体" panose="02000000000000000000" pitchFamily="2" charset="-122"/>
            </a:endParaRPr>
          </a:p>
        </p:txBody>
      </p:sp>
      <p:sp>
        <p:nvSpPr>
          <p:cNvPr id="5" name="右大括号 4">
            <a:extLst>
              <a:ext uri="{FF2B5EF4-FFF2-40B4-BE49-F238E27FC236}">
                <a16:creationId xmlns:a16="http://schemas.microsoft.com/office/drawing/2014/main" id="{8100A1F1-1232-8ADC-E76E-F83228264860}"/>
              </a:ext>
            </a:extLst>
          </p:cNvPr>
          <p:cNvSpPr/>
          <p:nvPr/>
        </p:nvSpPr>
        <p:spPr bwMode="gray">
          <a:xfrm rot="5400000">
            <a:off x="9219723" y="3183650"/>
            <a:ext cx="213289" cy="2686156"/>
          </a:xfrm>
          <a:prstGeom prst="rightBrace">
            <a:avLst/>
          </a:prstGeom>
          <a:ln w="63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772567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C5200C-10CC-9F65-26BC-A1019FE7CFEF}"/>
              </a:ext>
            </a:extLst>
          </p:cNvPr>
          <p:cNvSpPr>
            <a:spLocks noGrp="1"/>
          </p:cNvSpPr>
          <p:nvPr>
            <p:ph type="title"/>
          </p:nvPr>
        </p:nvSpPr>
        <p:spPr/>
        <p:txBody>
          <a:bodyPr/>
          <a:lstStyle/>
          <a:p>
            <a:r>
              <a:rPr lang="en-US" altLang="zh-CN" sz="2800" dirty="0"/>
              <a:t>Data collection and analysis</a:t>
            </a:r>
            <a:endParaRPr lang="zh-CN" altLang="en-US" dirty="0"/>
          </a:p>
        </p:txBody>
      </p:sp>
      <p:sp>
        <p:nvSpPr>
          <p:cNvPr id="4" name="文本占位符 3">
            <a:extLst>
              <a:ext uri="{FF2B5EF4-FFF2-40B4-BE49-F238E27FC236}">
                <a16:creationId xmlns:a16="http://schemas.microsoft.com/office/drawing/2014/main" id="{077EC494-7B70-DF6C-554E-1F79F259AA14}"/>
              </a:ext>
            </a:extLst>
          </p:cNvPr>
          <p:cNvSpPr>
            <a:spLocks noGrp="1"/>
          </p:cNvSpPr>
          <p:nvPr>
            <p:ph type="body" sz="quarter" idx="13"/>
          </p:nvPr>
        </p:nvSpPr>
        <p:spPr/>
        <p:txBody>
          <a:bodyPr/>
          <a:lstStyle/>
          <a:p>
            <a:endParaRPr lang="zh-CN" altLang="en-US" dirty="0"/>
          </a:p>
        </p:txBody>
      </p:sp>
      <p:sp>
        <p:nvSpPr>
          <p:cNvPr id="5" name="内容占位符 4">
            <a:extLst>
              <a:ext uri="{FF2B5EF4-FFF2-40B4-BE49-F238E27FC236}">
                <a16:creationId xmlns:a16="http://schemas.microsoft.com/office/drawing/2014/main" id="{7B8D52F4-6C6C-F5C0-A2B5-D7EDC741BE5B}"/>
              </a:ext>
            </a:extLst>
          </p:cNvPr>
          <p:cNvSpPr>
            <a:spLocks noGrp="1"/>
          </p:cNvSpPr>
          <p:nvPr>
            <p:ph idx="16"/>
          </p:nvPr>
        </p:nvSpPr>
        <p:spPr>
          <a:xfrm>
            <a:off x="8823344" y="1554055"/>
            <a:ext cx="3175616" cy="3749890"/>
          </a:xfrm>
        </p:spPr>
        <p:txBody>
          <a:bodyPr/>
          <a:lstStyle/>
          <a:p>
            <a:pPr marL="0" lvl="0" indent="0" algn="ctr">
              <a:lnSpc>
                <a:spcPct val="100000"/>
              </a:lnSpc>
              <a:spcBef>
                <a:spcPts val="1200"/>
              </a:spcBef>
              <a:buNone/>
              <a:defRPr/>
            </a:pPr>
            <a:r>
              <a:rPr lang="en-US" altLang="zh-CN" sz="1800" b="1" dirty="0"/>
              <a:t>Expected key outcomes</a:t>
            </a:r>
          </a:p>
          <a:p>
            <a:pPr marL="285750" lvl="0" indent="-285750">
              <a:lnSpc>
                <a:spcPct val="100000"/>
              </a:lnSpc>
              <a:spcBef>
                <a:spcPts val="1200"/>
              </a:spcBef>
              <a:buFont typeface="Arial" panose="020B0604020202020204" pitchFamily="34" charset="0"/>
              <a:buChar char="•"/>
              <a:defRPr/>
            </a:pPr>
            <a:r>
              <a:rPr lang="en-US" altLang="zh-CN" sz="1400" dirty="0"/>
              <a:t>Patient Profile and patient Journey</a:t>
            </a:r>
          </a:p>
          <a:p>
            <a:pPr marL="285750" lvl="0" indent="-285750">
              <a:lnSpc>
                <a:spcPct val="100000"/>
              </a:lnSpc>
              <a:spcBef>
                <a:spcPts val="1200"/>
              </a:spcBef>
              <a:buFont typeface="Arial" panose="020B0604020202020204" pitchFamily="34" charset="0"/>
              <a:buChar char="•"/>
              <a:defRPr/>
            </a:pPr>
            <a:r>
              <a:rPr lang="en-US" altLang="zh-CN" sz="1400" dirty="0"/>
              <a:t>Patient‑reported experience of IPF and </a:t>
            </a:r>
            <a:r>
              <a:rPr lang="en-US" altLang="zh-CN" sz="1400" dirty="0" err="1"/>
              <a:t>nerandomilast</a:t>
            </a:r>
            <a:endParaRPr lang="en-US" altLang="zh-CN" sz="1400" dirty="0"/>
          </a:p>
          <a:p>
            <a:pPr marL="285750" lvl="0" indent="-285750">
              <a:lnSpc>
                <a:spcPct val="100000"/>
              </a:lnSpc>
              <a:spcBef>
                <a:spcPts val="1200"/>
              </a:spcBef>
              <a:buFont typeface="Arial" panose="020B0604020202020204" pitchFamily="34" charset="0"/>
              <a:buChar char="•"/>
              <a:defRPr/>
            </a:pPr>
            <a:r>
              <a:rPr lang="en-US" altLang="zh-CN" sz="1400" dirty="0"/>
              <a:t>Experience changes over time (baseline → early → longer term)</a:t>
            </a:r>
          </a:p>
          <a:p>
            <a:pPr marL="285750" lvl="0" indent="-285750">
              <a:lnSpc>
                <a:spcPct val="100000"/>
              </a:lnSpc>
              <a:spcBef>
                <a:spcPts val="1200"/>
              </a:spcBef>
              <a:buFont typeface="Arial" panose="020B0604020202020204" pitchFamily="34" charset="0"/>
              <a:buChar char="•"/>
              <a:defRPr/>
            </a:pPr>
            <a:r>
              <a:rPr lang="en-US" altLang="zh-CN" sz="1400" dirty="0"/>
              <a:t>Underlying factors associated with experience changes</a:t>
            </a:r>
          </a:p>
          <a:p>
            <a:pPr marL="285750" lvl="0" indent="-285750">
              <a:lnSpc>
                <a:spcPct val="100000"/>
              </a:lnSpc>
              <a:spcBef>
                <a:spcPts val="1200"/>
              </a:spcBef>
              <a:buFont typeface="Arial" panose="020B0604020202020204" pitchFamily="34" charset="0"/>
              <a:buChar char="•"/>
              <a:defRPr/>
            </a:pPr>
            <a:r>
              <a:rPr lang="en-US" altLang="zh-CN" sz="1400" dirty="0"/>
              <a:t>Physician perspectives on patient needs and treatment decisions</a:t>
            </a:r>
            <a:endParaRPr lang="zh-CN" altLang="en-US" sz="1400" dirty="0"/>
          </a:p>
          <a:p>
            <a:endParaRPr lang="zh-CN" altLang="en-US" dirty="0"/>
          </a:p>
        </p:txBody>
      </p:sp>
      <p:graphicFrame>
        <p:nvGraphicFramePr>
          <p:cNvPr id="23" name="内容占位符 22">
            <a:extLst>
              <a:ext uri="{FF2B5EF4-FFF2-40B4-BE49-F238E27FC236}">
                <a16:creationId xmlns:a16="http://schemas.microsoft.com/office/drawing/2014/main" id="{9A8FCEC1-762B-67FC-B75F-2B0833126D29}"/>
              </a:ext>
            </a:extLst>
          </p:cNvPr>
          <p:cNvGraphicFramePr>
            <a:graphicFrameLocks noGrp="1"/>
          </p:cNvGraphicFramePr>
          <p:nvPr>
            <p:ph idx="1"/>
            <p:extLst>
              <p:ext uri="{D42A27DB-BD31-4B8C-83A1-F6EECF244321}">
                <p14:modId xmlns:p14="http://schemas.microsoft.com/office/powerpoint/2010/main" val="3596799173"/>
              </p:ext>
            </p:extLst>
          </p:nvPr>
        </p:nvGraphicFramePr>
        <p:xfrm>
          <a:off x="695060" y="1757680"/>
          <a:ext cx="6459856" cy="38404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9320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BDA7B-33AF-C5C9-3F03-DC4500B9447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365D701-D8C2-5F40-445F-B628A39C05E1}"/>
              </a:ext>
            </a:extLst>
          </p:cNvPr>
          <p:cNvSpPr>
            <a:spLocks noGrp="1"/>
          </p:cNvSpPr>
          <p:nvPr>
            <p:ph type="title"/>
          </p:nvPr>
        </p:nvSpPr>
        <p:spPr/>
        <p:txBody>
          <a:bodyPr/>
          <a:lstStyle/>
          <a:p>
            <a:r>
              <a:rPr lang="en-US" altLang="zh-CN" sz="3200" dirty="0"/>
              <a:t>Timeline, budget</a:t>
            </a:r>
            <a:r>
              <a:rPr lang="zh-CN" altLang="en-US" sz="3200" dirty="0"/>
              <a:t> </a:t>
            </a:r>
            <a:r>
              <a:rPr lang="en-US" altLang="zh-CN" sz="3200" dirty="0"/>
              <a:t>and publication plan</a:t>
            </a:r>
            <a:endParaRPr lang="zh-CN" altLang="en-US" sz="3200" dirty="0"/>
          </a:p>
        </p:txBody>
      </p:sp>
      <p:graphicFrame>
        <p:nvGraphicFramePr>
          <p:cNvPr id="4" name="内容占位符 1">
            <a:extLst>
              <a:ext uri="{FF2B5EF4-FFF2-40B4-BE49-F238E27FC236}">
                <a16:creationId xmlns:a16="http://schemas.microsoft.com/office/drawing/2014/main" id="{F4207E9B-91D6-0120-137A-7D71A23BE327}"/>
              </a:ext>
            </a:extLst>
          </p:cNvPr>
          <p:cNvGraphicFramePr>
            <a:graphicFrameLocks noGrp="1"/>
          </p:cNvGraphicFramePr>
          <p:nvPr>
            <p:ph idx="1"/>
            <p:extLst>
              <p:ext uri="{D42A27DB-BD31-4B8C-83A1-F6EECF244321}">
                <p14:modId xmlns:p14="http://schemas.microsoft.com/office/powerpoint/2010/main" val="1250555246"/>
              </p:ext>
            </p:extLst>
          </p:nvPr>
        </p:nvGraphicFramePr>
        <p:xfrm>
          <a:off x="6095999" y="4075342"/>
          <a:ext cx="5616576" cy="2005497"/>
        </p:xfrm>
        <a:graphic>
          <a:graphicData uri="http://schemas.openxmlformats.org/drawingml/2006/table">
            <a:tbl>
              <a:tblPr>
                <a:tableStyleId>{8EC20E35-A176-4012-BC5E-935CFFF8708E}</a:tableStyleId>
              </a:tblPr>
              <a:tblGrid>
                <a:gridCol w="2723148">
                  <a:extLst>
                    <a:ext uri="{9D8B030D-6E8A-4147-A177-3AD203B41FA5}">
                      <a16:colId xmlns:a16="http://schemas.microsoft.com/office/drawing/2014/main" val="3972282067"/>
                    </a:ext>
                  </a:extLst>
                </a:gridCol>
                <a:gridCol w="1913021">
                  <a:extLst>
                    <a:ext uri="{9D8B030D-6E8A-4147-A177-3AD203B41FA5}">
                      <a16:colId xmlns:a16="http://schemas.microsoft.com/office/drawing/2014/main" val="1695283550"/>
                    </a:ext>
                  </a:extLst>
                </a:gridCol>
                <a:gridCol w="980407">
                  <a:extLst>
                    <a:ext uri="{9D8B030D-6E8A-4147-A177-3AD203B41FA5}">
                      <a16:colId xmlns:a16="http://schemas.microsoft.com/office/drawing/2014/main" val="383814805"/>
                    </a:ext>
                  </a:extLst>
                </a:gridCol>
              </a:tblGrid>
              <a:tr h="369870">
                <a:tc>
                  <a:txBody>
                    <a:bodyPr/>
                    <a:lstStyle/>
                    <a:p>
                      <a:pPr algn="l" fontAlgn="ctr">
                        <a:buNone/>
                      </a:pPr>
                      <a:r>
                        <a:rPr lang="zh-CN" altLang="en-US" sz="1200" u="none" strike="noStrike" dirty="0">
                          <a:effectLst/>
                        </a:rPr>
                        <a:t>临床团队（院内立项、伦理、患者推荐、患者管理）</a:t>
                      </a:r>
                      <a:endParaRPr lang="zh-CN" altLang="en-US" sz="1200" b="0" i="0" u="none" strike="noStrike" dirty="0">
                        <a:solidFill>
                          <a:srgbClr val="000000"/>
                        </a:solidFill>
                        <a:effectLst/>
                        <a:latin typeface="Arial" panose="020B0604020202020204" pitchFamily="34" charset="0"/>
                        <a:ea typeface="宋体" panose="02010600030101010101" pitchFamily="2" charset="-122"/>
                      </a:endParaRPr>
                    </a:p>
                  </a:txBody>
                  <a:tcPr marL="6350" marR="6350" marT="6350" marB="0" anchor="ctr"/>
                </a:tc>
                <a:tc>
                  <a:txBody>
                    <a:bodyPr/>
                    <a:lstStyle/>
                    <a:p>
                      <a:pPr algn="r" fontAlgn="ctr">
                        <a:buNone/>
                      </a:pPr>
                      <a:r>
                        <a:rPr lang="en-US" altLang="zh-CN" sz="1200" u="none" strike="noStrike">
                          <a:effectLst/>
                        </a:rPr>
                        <a:t>200,000</a:t>
                      </a:r>
                      <a:r>
                        <a:rPr lang="zh-CN" altLang="en-US" sz="1200" u="none" strike="noStrike">
                          <a:effectLst/>
                        </a:rPr>
                        <a:t>元</a:t>
                      </a:r>
                      <a:r>
                        <a:rPr lang="en-US" altLang="zh-CN" sz="1200" u="none" strike="noStrike">
                          <a:effectLst/>
                        </a:rPr>
                        <a:t>/</a:t>
                      </a:r>
                      <a:r>
                        <a:rPr lang="en-US" sz="1200" u="none" strike="noStrike">
                          <a:effectLst/>
                        </a:rPr>
                        <a:t>site*4site</a:t>
                      </a:r>
                      <a:endParaRPr lang="en-US" sz="1200" b="0" i="0" u="none" strike="noStrike">
                        <a:solidFill>
                          <a:srgbClr val="000000"/>
                        </a:solidFill>
                        <a:effectLst/>
                        <a:latin typeface="Arial" panose="020B0604020202020204" pitchFamily="34" charset="0"/>
                        <a:ea typeface="宋体" panose="02010600030101010101" pitchFamily="2" charset="-122"/>
                      </a:endParaRPr>
                    </a:p>
                  </a:txBody>
                  <a:tcPr marL="6350" marR="6350" marT="6350" marB="0" anchor="ctr"/>
                </a:tc>
                <a:tc>
                  <a:txBody>
                    <a:bodyPr/>
                    <a:lstStyle/>
                    <a:p>
                      <a:pPr algn="r" fontAlgn="ctr">
                        <a:buNone/>
                      </a:pPr>
                      <a:r>
                        <a:rPr lang="en-US" altLang="zh-CN" sz="1200" u="none" strike="noStrike">
                          <a:effectLst/>
                        </a:rPr>
                        <a:t>800,000</a:t>
                      </a:r>
                      <a:endParaRPr lang="en-US" altLang="zh-CN" sz="1200" b="0" i="0" u="none" strike="noStrike">
                        <a:solidFill>
                          <a:srgbClr val="000000"/>
                        </a:solidFill>
                        <a:effectLst/>
                        <a:latin typeface="Arial" panose="020B0604020202020204" pitchFamily="34" charset="0"/>
                        <a:ea typeface="宋体" panose="02010600030101010101" pitchFamily="2" charset="-122"/>
                      </a:endParaRPr>
                    </a:p>
                  </a:txBody>
                  <a:tcPr marL="6350" marR="6350" marT="6350" marB="0" anchor="ctr"/>
                </a:tc>
                <a:extLst>
                  <a:ext uri="{0D108BD9-81ED-4DB2-BD59-A6C34878D82A}">
                    <a16:rowId xmlns:a16="http://schemas.microsoft.com/office/drawing/2014/main" val="3308412658"/>
                  </a:ext>
                </a:extLst>
              </a:tr>
              <a:tr h="369870">
                <a:tc>
                  <a:txBody>
                    <a:bodyPr/>
                    <a:lstStyle/>
                    <a:p>
                      <a:pPr algn="l" fontAlgn="ctr">
                        <a:buNone/>
                      </a:pPr>
                      <a:r>
                        <a:rPr lang="zh-CN" altLang="en-US" sz="1200" u="none" strike="noStrike" dirty="0">
                          <a:effectLst/>
                        </a:rPr>
                        <a:t>方法学团队（数据收集、数据管理）</a:t>
                      </a:r>
                      <a:endParaRPr lang="zh-CN" altLang="en-US" sz="1200" b="0" i="0" u="none" strike="noStrike" dirty="0">
                        <a:solidFill>
                          <a:srgbClr val="000000"/>
                        </a:solidFill>
                        <a:effectLst/>
                        <a:latin typeface="Arial" panose="020B0604020202020204" pitchFamily="34" charset="0"/>
                        <a:ea typeface="宋体" panose="02010600030101010101" pitchFamily="2" charset="-122"/>
                      </a:endParaRPr>
                    </a:p>
                  </a:txBody>
                  <a:tcPr marL="6350" marR="6350" marT="6350" marB="0" anchor="ctr"/>
                </a:tc>
                <a:tc>
                  <a:txBody>
                    <a:bodyPr/>
                    <a:lstStyle/>
                    <a:p>
                      <a:pPr algn="r" fontAlgn="ctr">
                        <a:buNone/>
                      </a:pPr>
                      <a:r>
                        <a:rPr lang="en-US" altLang="zh-CN" sz="1200" u="none" strike="noStrike" dirty="0">
                          <a:effectLst/>
                        </a:rPr>
                        <a:t>200,000</a:t>
                      </a:r>
                      <a:r>
                        <a:rPr lang="zh-CN" altLang="en-US" sz="1200" u="none" strike="noStrike" dirty="0">
                          <a:effectLst/>
                        </a:rPr>
                        <a:t>元</a:t>
                      </a:r>
                      <a:r>
                        <a:rPr lang="en-US" altLang="zh-CN" sz="1200" u="none" strike="noStrike" dirty="0">
                          <a:effectLst/>
                        </a:rPr>
                        <a:t>/</a:t>
                      </a:r>
                      <a:r>
                        <a:rPr lang="en-US" sz="1200" u="none" strike="noStrike" dirty="0">
                          <a:effectLst/>
                        </a:rPr>
                        <a:t>site*4site</a:t>
                      </a:r>
                      <a:endParaRPr lang="en-US" sz="1200" b="0" i="0" u="none" strike="noStrike" dirty="0">
                        <a:solidFill>
                          <a:srgbClr val="000000"/>
                        </a:solidFill>
                        <a:effectLst/>
                        <a:latin typeface="Arial" panose="020B0604020202020204" pitchFamily="34" charset="0"/>
                        <a:ea typeface="宋体" panose="02010600030101010101" pitchFamily="2" charset="-122"/>
                      </a:endParaRPr>
                    </a:p>
                  </a:txBody>
                  <a:tcPr marL="6350" marR="6350" marT="6350" marB="0" anchor="ctr"/>
                </a:tc>
                <a:tc>
                  <a:txBody>
                    <a:bodyPr/>
                    <a:lstStyle/>
                    <a:p>
                      <a:pPr algn="r" fontAlgn="ctr">
                        <a:buNone/>
                      </a:pPr>
                      <a:r>
                        <a:rPr lang="en-US" altLang="zh-CN" sz="1200" u="none" strike="noStrike">
                          <a:effectLst/>
                        </a:rPr>
                        <a:t>800,000</a:t>
                      </a:r>
                      <a:endParaRPr lang="en-US" altLang="zh-CN" sz="1200" b="0" i="0" u="none" strike="noStrike">
                        <a:solidFill>
                          <a:srgbClr val="000000"/>
                        </a:solidFill>
                        <a:effectLst/>
                        <a:latin typeface="Arial" panose="020B0604020202020204" pitchFamily="34" charset="0"/>
                        <a:ea typeface="宋体" panose="02010600030101010101" pitchFamily="2" charset="-122"/>
                      </a:endParaRPr>
                    </a:p>
                  </a:txBody>
                  <a:tcPr marL="6350" marR="6350" marT="6350" marB="0" anchor="ctr"/>
                </a:tc>
                <a:extLst>
                  <a:ext uri="{0D108BD9-81ED-4DB2-BD59-A6C34878D82A}">
                    <a16:rowId xmlns:a16="http://schemas.microsoft.com/office/drawing/2014/main" val="2775896622"/>
                  </a:ext>
                </a:extLst>
              </a:tr>
              <a:tr h="369870">
                <a:tc>
                  <a:txBody>
                    <a:bodyPr/>
                    <a:lstStyle/>
                    <a:p>
                      <a:pPr algn="l" fontAlgn="ctr">
                        <a:buNone/>
                      </a:pPr>
                      <a:r>
                        <a:rPr lang="en-US" sz="1200" u="none" strike="noStrike" dirty="0">
                          <a:effectLst/>
                        </a:rPr>
                        <a:t>Leading PI </a:t>
                      </a:r>
                      <a:r>
                        <a:rPr lang="zh-CN" altLang="en-US" sz="1200" u="none" strike="noStrike" dirty="0">
                          <a:effectLst/>
                        </a:rPr>
                        <a:t>团队（项目管理、方案设计、数据分析、报告及文章撰写）</a:t>
                      </a:r>
                      <a:endParaRPr lang="zh-CN" altLang="en-US" sz="1200" b="0" i="0" u="none" strike="noStrike" dirty="0">
                        <a:solidFill>
                          <a:srgbClr val="000000"/>
                        </a:solidFill>
                        <a:effectLst/>
                        <a:latin typeface="Arial" panose="020B0604020202020204" pitchFamily="34" charset="0"/>
                        <a:ea typeface="宋体" panose="02010600030101010101" pitchFamily="2" charset="-122"/>
                      </a:endParaRPr>
                    </a:p>
                  </a:txBody>
                  <a:tcPr marL="6350" marR="6350" marT="6350" marB="0" anchor="ctr"/>
                </a:tc>
                <a:tc>
                  <a:txBody>
                    <a:bodyPr/>
                    <a:lstStyle/>
                    <a:p>
                      <a:pPr algn="r" fontAlgn="ctr">
                        <a:buNone/>
                      </a:pPr>
                      <a:endParaRPr lang="zh-CN" altLang="en-US" sz="1200" b="0" i="0" u="none" strike="noStrike">
                        <a:solidFill>
                          <a:srgbClr val="000000"/>
                        </a:solidFill>
                        <a:effectLst/>
                        <a:latin typeface="Arial" panose="020B0604020202020204" pitchFamily="34" charset="0"/>
                        <a:ea typeface="宋体" panose="02010600030101010101" pitchFamily="2" charset="-122"/>
                      </a:endParaRPr>
                    </a:p>
                  </a:txBody>
                  <a:tcPr marL="6350" marR="6350" marT="6350" marB="0" anchor="ctr"/>
                </a:tc>
                <a:tc>
                  <a:txBody>
                    <a:bodyPr/>
                    <a:lstStyle/>
                    <a:p>
                      <a:pPr algn="r" fontAlgn="ctr">
                        <a:buNone/>
                      </a:pPr>
                      <a:r>
                        <a:rPr lang="en-US" altLang="zh-CN" sz="1200" u="none" strike="noStrike">
                          <a:effectLst/>
                        </a:rPr>
                        <a:t>1,461,000</a:t>
                      </a:r>
                      <a:endParaRPr lang="en-US" altLang="zh-CN" sz="1200" b="0" i="0" u="none" strike="noStrike">
                        <a:solidFill>
                          <a:srgbClr val="000000"/>
                        </a:solidFill>
                        <a:effectLst/>
                        <a:latin typeface="Arial" panose="020B0604020202020204" pitchFamily="34" charset="0"/>
                        <a:ea typeface="宋体" panose="02010600030101010101" pitchFamily="2" charset="-122"/>
                      </a:endParaRPr>
                    </a:p>
                  </a:txBody>
                  <a:tcPr marL="6350" marR="6350" marT="6350" marB="0" anchor="ctr"/>
                </a:tc>
                <a:extLst>
                  <a:ext uri="{0D108BD9-81ED-4DB2-BD59-A6C34878D82A}">
                    <a16:rowId xmlns:a16="http://schemas.microsoft.com/office/drawing/2014/main" val="3280282987"/>
                  </a:ext>
                </a:extLst>
              </a:tr>
              <a:tr h="332307">
                <a:tc>
                  <a:txBody>
                    <a:bodyPr/>
                    <a:lstStyle/>
                    <a:p>
                      <a:pPr algn="l" fontAlgn="ctr">
                        <a:buNone/>
                      </a:pPr>
                      <a:r>
                        <a:rPr lang="zh-CN" altLang="en-US" sz="1200" u="none" strike="noStrike" dirty="0">
                          <a:effectLst/>
                        </a:rPr>
                        <a:t>管理费、税费</a:t>
                      </a:r>
                      <a:endParaRPr lang="zh-CN" altLang="en-US" sz="1200" b="0" i="0" u="none" strike="noStrike" dirty="0">
                        <a:solidFill>
                          <a:srgbClr val="000000"/>
                        </a:solidFill>
                        <a:effectLst/>
                        <a:latin typeface="Arial" panose="020B0604020202020204" pitchFamily="34" charset="0"/>
                        <a:ea typeface="宋体" panose="02010600030101010101" pitchFamily="2" charset="-122"/>
                      </a:endParaRPr>
                    </a:p>
                  </a:txBody>
                  <a:tcPr marL="6350" marR="6350" marT="6350" marB="0" anchor="ctr"/>
                </a:tc>
                <a:tc>
                  <a:txBody>
                    <a:bodyPr/>
                    <a:lstStyle/>
                    <a:p>
                      <a:pPr algn="r" fontAlgn="ctr">
                        <a:buNone/>
                      </a:pPr>
                      <a:endParaRPr lang="zh-CN" altLang="en-US" sz="1200" b="0" i="0" u="none" strike="noStrike" dirty="0">
                        <a:solidFill>
                          <a:srgbClr val="000000"/>
                        </a:solidFill>
                        <a:effectLst/>
                        <a:latin typeface="Arial" panose="020B0604020202020204" pitchFamily="34" charset="0"/>
                        <a:ea typeface="宋体" panose="02010600030101010101" pitchFamily="2" charset="-122"/>
                      </a:endParaRPr>
                    </a:p>
                  </a:txBody>
                  <a:tcPr marL="6350" marR="6350" marT="6350" marB="0" anchor="ctr"/>
                </a:tc>
                <a:tc>
                  <a:txBody>
                    <a:bodyPr/>
                    <a:lstStyle/>
                    <a:p>
                      <a:pPr algn="r" fontAlgn="ctr">
                        <a:buNone/>
                      </a:pPr>
                      <a:r>
                        <a:rPr lang="en-US" altLang="zh-CN" sz="1200" u="none" strike="noStrike" dirty="0">
                          <a:effectLst/>
                        </a:rPr>
                        <a:t>928,000</a:t>
                      </a:r>
                      <a:endParaRPr lang="en-US" altLang="zh-CN" sz="1200" b="0" i="0" u="none" strike="noStrike" dirty="0">
                        <a:solidFill>
                          <a:srgbClr val="000000"/>
                        </a:solidFill>
                        <a:effectLst/>
                        <a:latin typeface="Arial" panose="020B0604020202020204" pitchFamily="34" charset="0"/>
                        <a:ea typeface="宋体" panose="02010600030101010101" pitchFamily="2" charset="-122"/>
                      </a:endParaRPr>
                    </a:p>
                  </a:txBody>
                  <a:tcPr marL="6350" marR="6350" marT="6350" marB="0" anchor="ctr"/>
                </a:tc>
                <a:extLst>
                  <a:ext uri="{0D108BD9-81ED-4DB2-BD59-A6C34878D82A}">
                    <a16:rowId xmlns:a16="http://schemas.microsoft.com/office/drawing/2014/main" val="2424042053"/>
                  </a:ext>
                </a:extLst>
              </a:tr>
              <a:tr h="184935">
                <a:tc>
                  <a:txBody>
                    <a:bodyPr/>
                    <a:lstStyle/>
                    <a:p>
                      <a:pPr algn="l" fontAlgn="ctr">
                        <a:buNone/>
                      </a:pPr>
                      <a:r>
                        <a:rPr lang="zh-CN" altLang="en-US" sz="1200" b="0" i="0" u="none" strike="noStrike" dirty="0">
                          <a:solidFill>
                            <a:srgbClr val="000000"/>
                          </a:solidFill>
                          <a:effectLst/>
                          <a:latin typeface="Arial" panose="020B0604020202020204" pitchFamily="34" charset="0"/>
                          <a:ea typeface="宋体" panose="02010600030101010101" pitchFamily="2" charset="-122"/>
                        </a:rPr>
                        <a:t>勃林格内部费用</a:t>
                      </a:r>
                    </a:p>
                  </a:txBody>
                  <a:tcPr marL="6350" marR="6350" marT="6350" marB="0" anchor="ctr"/>
                </a:tc>
                <a:tc>
                  <a:txBody>
                    <a:bodyPr/>
                    <a:lstStyle/>
                    <a:p>
                      <a:pPr algn="r" fontAlgn="ctr">
                        <a:buNone/>
                      </a:pPr>
                      <a:endParaRPr lang="zh-CN" altLang="en-US" sz="1200" b="0" i="0" u="none" strike="noStrike" dirty="0">
                        <a:solidFill>
                          <a:srgbClr val="000000"/>
                        </a:solidFill>
                        <a:effectLst/>
                        <a:latin typeface="Arial" panose="020B0604020202020204" pitchFamily="34" charset="0"/>
                        <a:ea typeface="宋体" panose="02010600030101010101" pitchFamily="2" charset="-122"/>
                      </a:endParaRPr>
                    </a:p>
                  </a:txBody>
                  <a:tcPr marL="6350" marR="6350" marT="6350" marB="0" anchor="ctr"/>
                </a:tc>
                <a:tc>
                  <a:txBody>
                    <a:bodyPr/>
                    <a:lstStyle/>
                    <a:p>
                      <a:pPr algn="r" fontAlgn="ctr">
                        <a:buNone/>
                      </a:pPr>
                      <a:r>
                        <a:rPr lang="en-US" altLang="zh-CN" sz="1200" b="0" i="0" u="none" strike="noStrike" dirty="0">
                          <a:solidFill>
                            <a:srgbClr val="000000"/>
                          </a:solidFill>
                          <a:effectLst/>
                          <a:latin typeface="Arial" panose="020B0604020202020204" pitchFamily="34" charset="0"/>
                          <a:ea typeface="宋体" panose="02010600030101010101" pitchFamily="2" charset="-122"/>
                        </a:rPr>
                        <a:t>150,000</a:t>
                      </a:r>
                    </a:p>
                  </a:txBody>
                  <a:tcPr marL="6350" marR="6350" marT="6350" marB="0" anchor="ctr"/>
                </a:tc>
                <a:extLst>
                  <a:ext uri="{0D108BD9-81ED-4DB2-BD59-A6C34878D82A}">
                    <a16:rowId xmlns:a16="http://schemas.microsoft.com/office/drawing/2014/main" val="3339034903"/>
                  </a:ext>
                </a:extLst>
              </a:tr>
              <a:tr h="369870">
                <a:tc>
                  <a:txBody>
                    <a:bodyPr/>
                    <a:lstStyle/>
                    <a:p>
                      <a:pPr algn="l" fontAlgn="ctr">
                        <a:buNone/>
                      </a:pPr>
                      <a:r>
                        <a:rPr lang="zh-CN" altLang="en-US" sz="1200" u="none" strike="noStrike" dirty="0">
                          <a:effectLst/>
                        </a:rPr>
                        <a:t>合计</a:t>
                      </a:r>
                      <a:endParaRPr lang="zh-CN" altLang="en-US" sz="1200" b="1" i="0" u="none" strike="noStrike" dirty="0">
                        <a:solidFill>
                          <a:srgbClr val="000000"/>
                        </a:solidFill>
                        <a:effectLst/>
                        <a:latin typeface="Arial" panose="020B0604020202020204" pitchFamily="34" charset="0"/>
                        <a:ea typeface="宋体" panose="02010600030101010101" pitchFamily="2" charset="-122"/>
                      </a:endParaRPr>
                    </a:p>
                  </a:txBody>
                  <a:tcPr marL="6350" marR="6350" marT="6350" marB="0" anchor="ctr">
                    <a:solidFill>
                      <a:srgbClr val="E5E3DE"/>
                    </a:solidFill>
                  </a:tcPr>
                </a:tc>
                <a:tc>
                  <a:txBody>
                    <a:bodyPr/>
                    <a:lstStyle/>
                    <a:p>
                      <a:pPr algn="r" fontAlgn="ctr">
                        <a:buNone/>
                      </a:pPr>
                      <a:endParaRPr lang="zh-CN" altLang="en-US" sz="1200" b="1" i="0" u="none" strike="noStrike">
                        <a:solidFill>
                          <a:srgbClr val="000000"/>
                        </a:solidFill>
                        <a:effectLst/>
                        <a:latin typeface="Arial" panose="020B0604020202020204" pitchFamily="34" charset="0"/>
                        <a:ea typeface="宋体" panose="02010600030101010101" pitchFamily="2" charset="-122"/>
                      </a:endParaRPr>
                    </a:p>
                  </a:txBody>
                  <a:tcPr marL="6350" marR="6350" marT="6350" marB="0" anchor="ctr">
                    <a:solidFill>
                      <a:srgbClr val="E5E3DE"/>
                    </a:solidFill>
                  </a:tcPr>
                </a:tc>
                <a:tc>
                  <a:txBody>
                    <a:bodyPr/>
                    <a:lstStyle/>
                    <a:p>
                      <a:pPr algn="r" fontAlgn="ctr">
                        <a:buNone/>
                      </a:pPr>
                      <a:r>
                        <a:rPr lang="en-US" altLang="zh-CN" sz="1200" u="none" strike="noStrike" dirty="0">
                          <a:effectLst/>
                        </a:rPr>
                        <a:t>4,139,000</a:t>
                      </a:r>
                      <a:endParaRPr lang="en-US" altLang="zh-CN" sz="1200" b="1" i="0" u="none" strike="noStrike" dirty="0">
                        <a:solidFill>
                          <a:srgbClr val="000000"/>
                        </a:solidFill>
                        <a:effectLst/>
                        <a:latin typeface="Arial" panose="020B0604020202020204" pitchFamily="34" charset="0"/>
                        <a:ea typeface="宋体" panose="02010600030101010101" pitchFamily="2" charset="-122"/>
                      </a:endParaRPr>
                    </a:p>
                  </a:txBody>
                  <a:tcPr marL="6350" marR="6350" marT="6350" marB="0" anchor="ctr">
                    <a:solidFill>
                      <a:srgbClr val="E5E3DE"/>
                    </a:solidFill>
                  </a:tcPr>
                </a:tc>
                <a:extLst>
                  <a:ext uri="{0D108BD9-81ED-4DB2-BD59-A6C34878D82A}">
                    <a16:rowId xmlns:a16="http://schemas.microsoft.com/office/drawing/2014/main" val="291897671"/>
                  </a:ext>
                </a:extLst>
              </a:tr>
            </a:tbl>
          </a:graphicData>
        </a:graphic>
      </p:graphicFrame>
      <p:sp>
        <p:nvSpPr>
          <p:cNvPr id="7" name="文本框 6">
            <a:extLst>
              <a:ext uri="{FF2B5EF4-FFF2-40B4-BE49-F238E27FC236}">
                <a16:creationId xmlns:a16="http://schemas.microsoft.com/office/drawing/2014/main" id="{692E2934-3790-9E69-4707-5E8A43355371}"/>
              </a:ext>
            </a:extLst>
          </p:cNvPr>
          <p:cNvSpPr txBox="1"/>
          <p:nvPr/>
        </p:nvSpPr>
        <p:spPr bwMode="gray">
          <a:xfrm>
            <a:off x="6095999" y="3581590"/>
            <a:ext cx="1940972" cy="355418"/>
          </a:xfrm>
          <a:prstGeom prst="rect">
            <a:avLst/>
          </a:prstGeom>
          <a:noFill/>
        </p:spPr>
        <p:txBody>
          <a:bodyPr wrap="square" lIns="0" tIns="0" rIns="0" bIns="0" rtlCol="0">
            <a:spAutoFit/>
          </a:bodyPr>
          <a:lstStyle/>
          <a:p>
            <a:pPr algn="l">
              <a:lnSpc>
                <a:spcPct val="140000"/>
              </a:lnSpc>
            </a:pPr>
            <a:r>
              <a:rPr lang="en-US" altLang="zh-CN" b="1" dirty="0"/>
              <a:t>Study budget</a:t>
            </a:r>
            <a:endParaRPr lang="zh-CN" altLang="en-US" b="1" dirty="0"/>
          </a:p>
        </p:txBody>
      </p:sp>
      <p:sp>
        <p:nvSpPr>
          <p:cNvPr id="5" name="矩形 4">
            <a:extLst>
              <a:ext uri="{FF2B5EF4-FFF2-40B4-BE49-F238E27FC236}">
                <a16:creationId xmlns:a16="http://schemas.microsoft.com/office/drawing/2014/main" id="{A68728BF-6CE8-0D58-12AD-0E421971B1A5}"/>
              </a:ext>
            </a:extLst>
          </p:cNvPr>
          <p:cNvSpPr/>
          <p:nvPr/>
        </p:nvSpPr>
        <p:spPr>
          <a:xfrm>
            <a:off x="5945946" y="1499923"/>
            <a:ext cx="5354846" cy="2061789"/>
          </a:xfrm>
          <a:prstGeom prst="rect">
            <a:avLst/>
          </a:prstGeom>
        </p:spPr>
        <p:txBody>
          <a:bodyPr/>
          <a:lstStyle/>
          <a:p>
            <a:pPr lvl="0"/>
            <a:r>
              <a:rPr lang="en-US" sz="1800" b="1" dirty="0"/>
              <a:t>Publication plan</a:t>
            </a:r>
            <a:endParaRPr lang="zh-CN" sz="1800" dirty="0"/>
          </a:p>
          <a:p>
            <a:pPr lvl="1">
              <a:lnSpc>
                <a:spcPct val="150000"/>
              </a:lnSpc>
              <a:buChar char="•"/>
            </a:pPr>
            <a:r>
              <a:rPr lang="en-US" sz="1400" dirty="0"/>
              <a:t>1~2 SCI manuscripts</a:t>
            </a:r>
            <a:endParaRPr lang="zh-CN" sz="1400" dirty="0"/>
          </a:p>
          <a:p>
            <a:pPr lvl="1">
              <a:lnSpc>
                <a:spcPct val="150000"/>
              </a:lnSpc>
              <a:buChar char="•"/>
            </a:pPr>
            <a:r>
              <a:rPr lang="en-US" sz="1400" dirty="0"/>
              <a:t>2~4 conference abstracts</a:t>
            </a:r>
            <a:endParaRPr lang="zh-CN" sz="1400" dirty="0"/>
          </a:p>
          <a:p>
            <a:pPr lvl="1">
              <a:lnSpc>
                <a:spcPct val="150000"/>
              </a:lnSpc>
              <a:buChar char="•"/>
            </a:pPr>
            <a:r>
              <a:rPr lang="en-US" sz="1400" dirty="0"/>
              <a:t>Investigators will be involved in above publications and may also lead publications using the study data</a:t>
            </a:r>
            <a:endParaRPr lang="zh-CN" sz="1400" dirty="0"/>
          </a:p>
        </p:txBody>
      </p:sp>
      <p:graphicFrame>
        <p:nvGraphicFramePr>
          <p:cNvPr id="8" name="表格 7">
            <a:extLst>
              <a:ext uri="{FF2B5EF4-FFF2-40B4-BE49-F238E27FC236}">
                <a16:creationId xmlns:a16="http://schemas.microsoft.com/office/drawing/2014/main" id="{A1A1D1CE-9A53-E5D7-057D-A33592009FB1}"/>
              </a:ext>
            </a:extLst>
          </p:cNvPr>
          <p:cNvGraphicFramePr>
            <a:graphicFrameLocks noGrp="1"/>
          </p:cNvGraphicFramePr>
          <p:nvPr>
            <p:extLst>
              <p:ext uri="{D42A27DB-BD31-4B8C-83A1-F6EECF244321}">
                <p14:modId xmlns:p14="http://schemas.microsoft.com/office/powerpoint/2010/main" val="3848503750"/>
              </p:ext>
            </p:extLst>
          </p:nvPr>
        </p:nvGraphicFramePr>
        <p:xfrm>
          <a:off x="584858" y="1411357"/>
          <a:ext cx="4424464" cy="4383160"/>
        </p:xfrm>
        <a:graphic>
          <a:graphicData uri="http://schemas.openxmlformats.org/drawingml/2006/table">
            <a:tbl>
              <a:tblPr firstRow="1" bandRow="1">
                <a:tableStyleId>{5C22544A-7EE6-4342-B048-85BDC9FD1C3A}</a:tableStyleId>
              </a:tblPr>
              <a:tblGrid>
                <a:gridCol w="2210183">
                  <a:extLst>
                    <a:ext uri="{9D8B030D-6E8A-4147-A177-3AD203B41FA5}">
                      <a16:colId xmlns:a16="http://schemas.microsoft.com/office/drawing/2014/main" val="392409062"/>
                    </a:ext>
                  </a:extLst>
                </a:gridCol>
                <a:gridCol w="1094098">
                  <a:extLst>
                    <a:ext uri="{9D8B030D-6E8A-4147-A177-3AD203B41FA5}">
                      <a16:colId xmlns:a16="http://schemas.microsoft.com/office/drawing/2014/main" val="934353378"/>
                    </a:ext>
                  </a:extLst>
                </a:gridCol>
                <a:gridCol w="1120183">
                  <a:extLst>
                    <a:ext uri="{9D8B030D-6E8A-4147-A177-3AD203B41FA5}">
                      <a16:colId xmlns:a16="http://schemas.microsoft.com/office/drawing/2014/main" val="3589942554"/>
                    </a:ext>
                  </a:extLst>
                </a:gridCol>
              </a:tblGrid>
              <a:tr h="519433">
                <a:tc>
                  <a:txBody>
                    <a:bodyPr/>
                    <a:lstStyle/>
                    <a:p>
                      <a:pPr algn="l"/>
                      <a:r>
                        <a:rPr lang="en-US" altLang="zh-CN" sz="1200"/>
                        <a:t>Milestone</a:t>
                      </a:r>
                      <a:endParaRPr lang="zh-CN" altLang="en-US" sz="1200"/>
                    </a:p>
                  </a:txBody>
                  <a:tcPr anchor="ctr"/>
                </a:tc>
                <a:tc>
                  <a:txBody>
                    <a:bodyPr/>
                    <a:lstStyle/>
                    <a:p>
                      <a:pPr algn="ctr"/>
                      <a:r>
                        <a:rPr lang="en-US" altLang="zh-CN" sz="1200"/>
                        <a:t>Best case</a:t>
                      </a:r>
                      <a:endParaRPr lang="zh-CN" altLang="en-US" sz="1200"/>
                    </a:p>
                  </a:txBody>
                  <a:tcPr anchor="ctr"/>
                </a:tc>
                <a:tc>
                  <a:txBody>
                    <a:bodyPr/>
                    <a:lstStyle/>
                    <a:p>
                      <a:pPr algn="ctr"/>
                      <a:r>
                        <a:rPr lang="en-US" altLang="zh-CN" sz="1200"/>
                        <a:t>Base case</a:t>
                      </a:r>
                      <a:endParaRPr lang="zh-CN" altLang="en-US" sz="1200"/>
                    </a:p>
                  </a:txBody>
                  <a:tcPr anchor="ctr"/>
                </a:tc>
                <a:extLst>
                  <a:ext uri="{0D108BD9-81ED-4DB2-BD59-A6C34878D82A}">
                    <a16:rowId xmlns:a16="http://schemas.microsoft.com/office/drawing/2014/main" val="3561603249"/>
                  </a:ext>
                </a:extLst>
              </a:tr>
              <a:tr h="519433">
                <a:tc>
                  <a:txBody>
                    <a:bodyPr/>
                    <a:lstStyle/>
                    <a:p>
                      <a:pPr algn="l"/>
                      <a:r>
                        <a:rPr lang="en-US" altLang="zh-CN" sz="1200"/>
                        <a:t>CEC/PEC endorsement</a:t>
                      </a:r>
                      <a:endParaRPr lang="zh-CN" altLang="en-US" sz="1200"/>
                    </a:p>
                  </a:txBody>
                  <a:tcPr anchor="ctr"/>
                </a:tc>
                <a:tc>
                  <a:txBody>
                    <a:bodyPr/>
                    <a:lstStyle/>
                    <a:p>
                      <a:pPr algn="ctr"/>
                      <a:r>
                        <a:rPr lang="en-US" altLang="zh-CN" sz="1200"/>
                        <a:t>04/2026</a:t>
                      </a:r>
                      <a:endParaRPr lang="zh-CN" altLang="en-US" sz="1200"/>
                    </a:p>
                  </a:txBody>
                  <a:tcPr anchor="ctr"/>
                </a:tc>
                <a:tc>
                  <a:txBody>
                    <a:bodyPr/>
                    <a:lstStyle/>
                    <a:p>
                      <a:pPr algn="ctr"/>
                      <a:r>
                        <a:rPr lang="en-US" altLang="zh-CN" sz="1200"/>
                        <a:t>04/2026</a:t>
                      </a:r>
                      <a:endParaRPr lang="zh-CN" altLang="en-US" sz="1200"/>
                    </a:p>
                  </a:txBody>
                  <a:tcPr anchor="ctr"/>
                </a:tc>
                <a:extLst>
                  <a:ext uri="{0D108BD9-81ED-4DB2-BD59-A6C34878D82A}">
                    <a16:rowId xmlns:a16="http://schemas.microsoft.com/office/drawing/2014/main" val="1828110399"/>
                  </a:ext>
                </a:extLst>
              </a:tr>
              <a:tr h="5194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Global release</a:t>
                      </a:r>
                      <a:endParaRPr lang="zh-CN" altLang="en-US" sz="1200" dirty="0"/>
                    </a:p>
                  </a:txBody>
                  <a:tcPr anchor="ctr"/>
                </a:tc>
                <a:tc>
                  <a:txBody>
                    <a:bodyPr/>
                    <a:lstStyle/>
                    <a:p>
                      <a:pPr algn="ctr"/>
                      <a:r>
                        <a:rPr lang="en-US" altLang="zh-CN" sz="1200"/>
                        <a:t>07/2026</a:t>
                      </a:r>
                      <a:endParaRPr lang="zh-CN" altLang="en-US" sz="1200"/>
                    </a:p>
                  </a:txBody>
                  <a:tcPr anchor="ctr"/>
                </a:tc>
                <a:tc>
                  <a:txBody>
                    <a:bodyPr/>
                    <a:lstStyle/>
                    <a:p>
                      <a:pPr algn="ctr"/>
                      <a:r>
                        <a:rPr lang="en-US" altLang="zh-CN" sz="1200"/>
                        <a:t>08/2026</a:t>
                      </a:r>
                      <a:endParaRPr lang="zh-CN" altLang="en-US" sz="1200"/>
                    </a:p>
                  </a:txBody>
                  <a:tcPr anchor="ctr"/>
                </a:tc>
                <a:extLst>
                  <a:ext uri="{0D108BD9-81ED-4DB2-BD59-A6C34878D82A}">
                    <a16:rowId xmlns:a16="http://schemas.microsoft.com/office/drawing/2014/main" val="4159788203"/>
                  </a:ext>
                </a:extLst>
              </a:tr>
              <a:tr h="5194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a:t>Protocol approval</a:t>
                      </a:r>
                      <a:endParaRPr lang="zh-CN" altLang="en-US" sz="12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a:t>09/2026</a:t>
                      </a:r>
                      <a:endParaRPr lang="zh-CN" altLang="en-US" sz="1200"/>
                    </a:p>
                  </a:txBody>
                  <a:tcPr anchor="ctr"/>
                </a:tc>
                <a:tc>
                  <a:txBody>
                    <a:bodyPr/>
                    <a:lstStyle/>
                    <a:p>
                      <a:pPr algn="ctr"/>
                      <a:r>
                        <a:rPr lang="en-US" altLang="zh-CN" sz="1200"/>
                        <a:t>10/2026</a:t>
                      </a:r>
                      <a:endParaRPr lang="zh-CN" altLang="en-US" sz="1200"/>
                    </a:p>
                  </a:txBody>
                  <a:tcPr anchor="ctr"/>
                </a:tc>
                <a:extLst>
                  <a:ext uri="{0D108BD9-81ED-4DB2-BD59-A6C34878D82A}">
                    <a16:rowId xmlns:a16="http://schemas.microsoft.com/office/drawing/2014/main" val="160475052"/>
                  </a:ext>
                </a:extLst>
              </a:tr>
              <a:tr h="384238">
                <a:tc>
                  <a:txBody>
                    <a:bodyPr/>
                    <a:lstStyle/>
                    <a:p>
                      <a:pPr algn="l"/>
                      <a:r>
                        <a:rPr lang="en-US" altLang="zh-CN" sz="1200" dirty="0"/>
                        <a:t>IRB/IEC approval</a:t>
                      </a:r>
                      <a:endParaRPr lang="zh-CN" altLang="en-US" sz="1200" dirty="0"/>
                    </a:p>
                  </a:txBody>
                  <a:tcPr anchor="ctr"/>
                </a:tc>
                <a:tc>
                  <a:txBody>
                    <a:bodyPr/>
                    <a:lstStyle/>
                    <a:p>
                      <a:pPr algn="ctr"/>
                      <a:r>
                        <a:rPr lang="en-US" altLang="zh-CN" sz="1200"/>
                        <a:t>10/2026</a:t>
                      </a:r>
                      <a:endParaRPr lang="zh-CN" altLang="en-US" sz="1200"/>
                    </a:p>
                  </a:txBody>
                  <a:tcPr anchor="ctr"/>
                </a:tc>
                <a:tc>
                  <a:txBody>
                    <a:bodyPr/>
                    <a:lstStyle/>
                    <a:p>
                      <a:pPr algn="ctr"/>
                      <a:r>
                        <a:rPr lang="en-US" altLang="zh-CN" sz="1200"/>
                        <a:t>11/2026</a:t>
                      </a:r>
                      <a:endParaRPr lang="zh-CN" altLang="en-US" sz="1200"/>
                    </a:p>
                  </a:txBody>
                  <a:tcPr anchor="ctr"/>
                </a:tc>
                <a:extLst>
                  <a:ext uri="{0D108BD9-81ED-4DB2-BD59-A6C34878D82A}">
                    <a16:rowId xmlns:a16="http://schemas.microsoft.com/office/drawing/2014/main" val="3850545626"/>
                  </a:ext>
                </a:extLst>
              </a:tr>
              <a:tr h="3842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a:t>Contract sign-off</a:t>
                      </a:r>
                      <a:endParaRPr lang="zh-CN" altLang="en-US" sz="12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a:t>12/2026</a:t>
                      </a:r>
                      <a:endParaRPr lang="zh-CN" altLang="en-US" sz="1200"/>
                    </a:p>
                  </a:txBody>
                  <a:tcPr anchor="ctr"/>
                </a:tc>
                <a:tc>
                  <a:txBody>
                    <a:bodyPr/>
                    <a:lstStyle/>
                    <a:p>
                      <a:pPr algn="ctr"/>
                      <a:r>
                        <a:rPr lang="en-US" altLang="zh-CN" sz="1200"/>
                        <a:t>02/2027</a:t>
                      </a:r>
                      <a:endParaRPr lang="zh-CN" altLang="en-US" sz="1200"/>
                    </a:p>
                  </a:txBody>
                  <a:tcPr anchor="ctr"/>
                </a:tc>
                <a:extLst>
                  <a:ext uri="{0D108BD9-81ED-4DB2-BD59-A6C34878D82A}">
                    <a16:rowId xmlns:a16="http://schemas.microsoft.com/office/drawing/2014/main" val="3032261250"/>
                  </a:ext>
                </a:extLst>
              </a:tr>
              <a:tr h="384238">
                <a:tc>
                  <a:txBody>
                    <a:bodyPr/>
                    <a:lstStyle/>
                    <a:p>
                      <a:pPr algn="l"/>
                      <a:r>
                        <a:rPr lang="en-US" altLang="zh-CN" sz="1200"/>
                        <a:t>FPI</a:t>
                      </a:r>
                      <a:endParaRPr lang="zh-CN" altLang="en-US" sz="1200"/>
                    </a:p>
                  </a:txBody>
                  <a:tcPr anchor="ctr"/>
                </a:tc>
                <a:tc>
                  <a:txBody>
                    <a:bodyPr/>
                    <a:lstStyle/>
                    <a:p>
                      <a:pPr algn="ctr"/>
                      <a:r>
                        <a:rPr lang="en-US" altLang="zh-CN" sz="1200"/>
                        <a:t>03/2027</a:t>
                      </a:r>
                      <a:endParaRPr lang="zh-CN" altLang="en-US" sz="1200"/>
                    </a:p>
                  </a:txBody>
                  <a:tcPr anchor="ctr"/>
                </a:tc>
                <a:tc>
                  <a:txBody>
                    <a:bodyPr/>
                    <a:lstStyle/>
                    <a:p>
                      <a:pPr algn="ctr"/>
                      <a:r>
                        <a:rPr lang="en-US" altLang="zh-CN" sz="1200"/>
                        <a:t>04/2027</a:t>
                      </a:r>
                      <a:endParaRPr lang="zh-CN" altLang="en-US" sz="1200"/>
                    </a:p>
                  </a:txBody>
                  <a:tcPr anchor="ctr"/>
                </a:tc>
                <a:extLst>
                  <a:ext uri="{0D108BD9-81ED-4DB2-BD59-A6C34878D82A}">
                    <a16:rowId xmlns:a16="http://schemas.microsoft.com/office/drawing/2014/main" val="1671479531"/>
                  </a:ext>
                </a:extLst>
              </a:tr>
              <a:tr h="384238">
                <a:tc>
                  <a:txBody>
                    <a:bodyPr/>
                    <a:lstStyle/>
                    <a:p>
                      <a:pPr algn="l"/>
                      <a:r>
                        <a:rPr lang="en-US" altLang="zh-CN" sz="1200"/>
                        <a:t>LPI</a:t>
                      </a:r>
                      <a:endParaRPr lang="zh-CN" altLang="en-US" sz="1200"/>
                    </a:p>
                  </a:txBody>
                  <a:tcPr anchor="ctr"/>
                </a:tc>
                <a:tc>
                  <a:txBody>
                    <a:bodyPr/>
                    <a:lstStyle/>
                    <a:p>
                      <a:pPr algn="ctr"/>
                      <a:r>
                        <a:rPr lang="en-US" altLang="zh-CN" sz="1200"/>
                        <a:t>06/2027</a:t>
                      </a:r>
                      <a:endParaRPr lang="zh-CN" altLang="en-US" sz="1200"/>
                    </a:p>
                  </a:txBody>
                  <a:tcPr anchor="ctr"/>
                </a:tc>
                <a:tc>
                  <a:txBody>
                    <a:bodyPr/>
                    <a:lstStyle/>
                    <a:p>
                      <a:pPr algn="ctr"/>
                      <a:r>
                        <a:rPr lang="en-US" altLang="zh-CN" sz="1200" dirty="0"/>
                        <a:t>08/2027</a:t>
                      </a:r>
                      <a:endParaRPr lang="zh-CN" altLang="en-US" sz="1200" dirty="0"/>
                    </a:p>
                  </a:txBody>
                  <a:tcPr anchor="ctr"/>
                </a:tc>
                <a:extLst>
                  <a:ext uri="{0D108BD9-81ED-4DB2-BD59-A6C34878D82A}">
                    <a16:rowId xmlns:a16="http://schemas.microsoft.com/office/drawing/2014/main" val="920988592"/>
                  </a:ext>
                </a:extLst>
              </a:tr>
              <a:tr h="384238">
                <a:tc>
                  <a:txBody>
                    <a:bodyPr/>
                    <a:lstStyle/>
                    <a:p>
                      <a:pPr algn="l"/>
                      <a:r>
                        <a:rPr lang="en-US" altLang="zh-CN" sz="1200"/>
                        <a:t>LPO</a:t>
                      </a:r>
                      <a:endParaRPr lang="zh-CN" altLang="en-US" sz="1200"/>
                    </a:p>
                  </a:txBody>
                  <a:tcPr anchor="ctr"/>
                </a:tc>
                <a:tc>
                  <a:txBody>
                    <a:bodyPr/>
                    <a:lstStyle/>
                    <a:p>
                      <a:pPr algn="ctr"/>
                      <a:r>
                        <a:rPr lang="en-US" altLang="zh-CN" sz="1200"/>
                        <a:t>12/2027</a:t>
                      </a:r>
                      <a:endParaRPr lang="zh-CN" altLang="en-US" sz="1200"/>
                    </a:p>
                  </a:txBody>
                  <a:tcPr anchor="ctr"/>
                </a:tc>
                <a:tc>
                  <a:txBody>
                    <a:bodyPr/>
                    <a:lstStyle/>
                    <a:p>
                      <a:pPr algn="ctr"/>
                      <a:r>
                        <a:rPr lang="en-US" altLang="zh-CN" sz="1200" dirty="0"/>
                        <a:t>02/2028</a:t>
                      </a:r>
                      <a:endParaRPr lang="zh-CN" altLang="en-US" sz="1200" dirty="0"/>
                    </a:p>
                  </a:txBody>
                  <a:tcPr anchor="ctr"/>
                </a:tc>
                <a:extLst>
                  <a:ext uri="{0D108BD9-81ED-4DB2-BD59-A6C34878D82A}">
                    <a16:rowId xmlns:a16="http://schemas.microsoft.com/office/drawing/2014/main" val="1721820505"/>
                  </a:ext>
                </a:extLst>
              </a:tr>
              <a:tr h="384238">
                <a:tc>
                  <a:txBody>
                    <a:bodyPr/>
                    <a:lstStyle/>
                    <a:p>
                      <a:pPr algn="l"/>
                      <a:r>
                        <a:rPr lang="en-US" altLang="zh-CN" sz="1200"/>
                        <a:t>Study report</a:t>
                      </a:r>
                      <a:endParaRPr lang="zh-CN" altLang="en-US" sz="1200"/>
                    </a:p>
                  </a:txBody>
                  <a:tcPr anchor="ctr"/>
                </a:tc>
                <a:tc>
                  <a:txBody>
                    <a:bodyPr/>
                    <a:lstStyle/>
                    <a:p>
                      <a:pPr algn="ctr"/>
                      <a:r>
                        <a:rPr lang="en-US" altLang="zh-CN" sz="1200"/>
                        <a:t>05/2028</a:t>
                      </a:r>
                      <a:endParaRPr lang="zh-CN" altLang="en-US" sz="1200"/>
                    </a:p>
                  </a:txBody>
                  <a:tcPr anchor="ctr"/>
                </a:tc>
                <a:tc>
                  <a:txBody>
                    <a:bodyPr/>
                    <a:lstStyle/>
                    <a:p>
                      <a:pPr algn="ctr"/>
                      <a:r>
                        <a:rPr lang="en-US" altLang="zh-CN" sz="1200" dirty="0"/>
                        <a:t>07/2028</a:t>
                      </a:r>
                      <a:endParaRPr lang="zh-CN" altLang="en-US" sz="1200" dirty="0"/>
                    </a:p>
                  </a:txBody>
                  <a:tcPr anchor="ctr"/>
                </a:tc>
                <a:extLst>
                  <a:ext uri="{0D108BD9-81ED-4DB2-BD59-A6C34878D82A}">
                    <a16:rowId xmlns:a16="http://schemas.microsoft.com/office/drawing/2014/main" val="3379493162"/>
                  </a:ext>
                </a:extLst>
              </a:tr>
            </a:tbl>
          </a:graphicData>
        </a:graphic>
      </p:graphicFrame>
      <p:sp>
        <p:nvSpPr>
          <p:cNvPr id="9" name="文本框 8">
            <a:extLst>
              <a:ext uri="{FF2B5EF4-FFF2-40B4-BE49-F238E27FC236}">
                <a16:creationId xmlns:a16="http://schemas.microsoft.com/office/drawing/2014/main" id="{CB6C4AB6-50B9-1D52-AF2C-BD91BB719FFC}"/>
              </a:ext>
            </a:extLst>
          </p:cNvPr>
          <p:cNvSpPr txBox="1"/>
          <p:nvPr/>
        </p:nvSpPr>
        <p:spPr bwMode="gray">
          <a:xfrm>
            <a:off x="389971" y="5794517"/>
            <a:ext cx="4311237" cy="307777"/>
          </a:xfrm>
          <a:prstGeom prst="rect">
            <a:avLst/>
          </a:prstGeom>
          <a:noFill/>
        </p:spPr>
        <p:txBody>
          <a:bodyPr wrap="square">
            <a:spAutoFit/>
          </a:bodyPr>
          <a:lstStyle/>
          <a:p>
            <a:pPr algn="ctr"/>
            <a:r>
              <a:rPr lang="en-US" altLang="zh-CN" sz="1400" b="1" dirty="0"/>
              <a:t>*Interim analysis </a:t>
            </a:r>
            <a:r>
              <a:rPr lang="en-US" altLang="zh-CN" sz="1400" dirty="0"/>
              <a:t>will be conducted after LPI</a:t>
            </a:r>
            <a:endParaRPr lang="zh-CN" altLang="en-US" sz="1400" dirty="0"/>
          </a:p>
        </p:txBody>
      </p:sp>
    </p:spTree>
    <p:extLst>
      <p:ext uri="{BB962C8B-B14F-4D97-AF65-F5344CB8AC3E}">
        <p14:creationId xmlns:p14="http://schemas.microsoft.com/office/powerpoint/2010/main" val="3748344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6E31B-539F-2DF8-6CA3-A210090CCAB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58BA87E-0083-0E3B-29A7-5B0D978DD7EA}"/>
              </a:ext>
            </a:extLst>
          </p:cNvPr>
          <p:cNvSpPr>
            <a:spLocks noGrp="1"/>
          </p:cNvSpPr>
          <p:nvPr>
            <p:ph type="title"/>
          </p:nvPr>
        </p:nvSpPr>
        <p:spPr>
          <a:xfrm>
            <a:off x="500824" y="149100"/>
            <a:ext cx="11211800" cy="553999"/>
          </a:xfrm>
        </p:spPr>
        <p:txBody>
          <a:bodyPr/>
          <a:lstStyle/>
          <a:p>
            <a:r>
              <a:rPr lang="en-US" altLang="zh-CN"/>
              <a:t>Study sites and investigators </a:t>
            </a:r>
            <a:endParaRPr lang="zh-CN" altLang="en-US"/>
          </a:p>
        </p:txBody>
      </p:sp>
      <p:sp>
        <p:nvSpPr>
          <p:cNvPr id="4" name="文本框 3">
            <a:extLst>
              <a:ext uri="{FF2B5EF4-FFF2-40B4-BE49-F238E27FC236}">
                <a16:creationId xmlns:a16="http://schemas.microsoft.com/office/drawing/2014/main" id="{F4E9DFAD-1662-871E-0749-1DB67F0CFAFC}"/>
              </a:ext>
            </a:extLst>
          </p:cNvPr>
          <p:cNvSpPr txBox="1"/>
          <p:nvPr/>
        </p:nvSpPr>
        <p:spPr>
          <a:xfrm>
            <a:off x="1278255" y="1154431"/>
            <a:ext cx="2414859" cy="235449"/>
          </a:xfrm>
          <a:prstGeom prst="rect">
            <a:avLst/>
          </a:prstGeom>
          <a:noFill/>
        </p:spPr>
        <p:txBody>
          <a:bodyPr wrap="square" lIns="0" tIns="0" rIns="0" bIns="0" rtlCol="0" anchor="t">
            <a:spAutoFit/>
          </a:bodyPr>
          <a:lstStyle/>
          <a:p>
            <a:pPr marL="179705" indent="-179705" algn="l">
              <a:lnSpc>
                <a:spcPct val="140000"/>
              </a:lnSpc>
              <a:buFont typeface="Arial" panose="020B0604020202090204" pitchFamily="34" charset="0"/>
              <a:buChar char="•"/>
            </a:pPr>
            <a:r>
              <a:rPr lang="zh-CN" altLang="en-US" sz="1200">
                <a:sym typeface="+mn-ea"/>
              </a:rPr>
              <a:t>方法学团队</a:t>
            </a:r>
            <a:r>
              <a:rPr lang="en-US" altLang="zh-CN" sz="1200">
                <a:sym typeface="+mn-ea"/>
              </a:rPr>
              <a:t>：</a:t>
            </a:r>
          </a:p>
        </p:txBody>
      </p:sp>
      <p:sp>
        <p:nvSpPr>
          <p:cNvPr id="10" name="矩形: 圆角 3">
            <a:extLst>
              <a:ext uri="{FF2B5EF4-FFF2-40B4-BE49-F238E27FC236}">
                <a16:creationId xmlns:a16="http://schemas.microsoft.com/office/drawing/2014/main" id="{DC8EE15A-A3BC-0C3C-365D-DE6B93AA78A5}"/>
              </a:ext>
            </a:extLst>
          </p:cNvPr>
          <p:cNvSpPr/>
          <p:nvPr>
            <p:custDataLst>
              <p:tags r:id="rId1"/>
            </p:custDataLst>
          </p:nvPr>
        </p:nvSpPr>
        <p:spPr>
          <a:xfrm>
            <a:off x="6031741" y="1496844"/>
            <a:ext cx="4742053" cy="3920976"/>
          </a:xfrm>
          <a:prstGeom prst="roundRect">
            <a:avLst>
              <a:gd name="adj" fmla="val 8073"/>
            </a:avLst>
          </a:prstGeom>
          <a:solidFill>
            <a:srgbClr val="FFFFFF"/>
          </a:solidFill>
          <a:ln>
            <a:solidFill>
              <a:schemeClr val="accent2">
                <a:lumMod val="20000"/>
                <a:lumOff val="80000"/>
              </a:schemeClr>
            </a:solidFill>
          </a:ln>
          <a:effectLst>
            <a:outerShdw blurRad="203200" dist="76200" dir="8100000" algn="tr" rotWithShape="0">
              <a:schemeClr val="accent2">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288000" tIns="180000" rIns="288000" bIns="0" numCol="1" spcCol="0" rtlCol="0" fromWordArt="0" anchor="ctr" anchorCtr="0" forceAA="0" compatLnSpc="1">
            <a:noAutofit/>
          </a:bodyPr>
          <a:lstStyle/>
          <a:p>
            <a:pPr marL="742950" lvl="1" indent="-285750" algn="l" defTabSz="914400">
              <a:lnSpc>
                <a:spcPct val="150000"/>
              </a:lnSpc>
              <a:spcBef>
                <a:spcPts val="600"/>
              </a:spcBef>
              <a:spcAft>
                <a:spcPts val="600"/>
              </a:spcAft>
              <a:buClrTx/>
              <a:buSzTx/>
              <a:buFont typeface="Wingdings" panose="05000000000000000000" charset="0"/>
              <a:buChar char="l"/>
            </a:pPr>
            <a:endParaRPr lang="zh-CN" altLang="en-US" sz="1200">
              <a:solidFill>
                <a:schemeClr val="tx1"/>
              </a:solidFill>
              <a:latin typeface="微软雅黑" charset="-122"/>
              <a:ea typeface="微软雅黑" charset="-122"/>
              <a:cs typeface="微软雅黑" charset="-122"/>
            </a:endParaRPr>
          </a:p>
        </p:txBody>
      </p:sp>
      <p:sp>
        <p:nvSpPr>
          <p:cNvPr id="12" name="矩形: 圆角 7">
            <a:extLst>
              <a:ext uri="{FF2B5EF4-FFF2-40B4-BE49-F238E27FC236}">
                <a16:creationId xmlns:a16="http://schemas.microsoft.com/office/drawing/2014/main" id="{296AF439-DE1F-6CD3-2254-766AAA30DB88}"/>
              </a:ext>
            </a:extLst>
          </p:cNvPr>
          <p:cNvSpPr/>
          <p:nvPr>
            <p:custDataLst>
              <p:tags r:id="rId2"/>
            </p:custDataLst>
          </p:nvPr>
        </p:nvSpPr>
        <p:spPr>
          <a:xfrm>
            <a:off x="627063" y="1496328"/>
            <a:ext cx="4742053" cy="4022076"/>
          </a:xfrm>
          <a:prstGeom prst="roundRect">
            <a:avLst>
              <a:gd name="adj" fmla="val 8073"/>
            </a:avLst>
          </a:prstGeom>
          <a:solidFill>
            <a:srgbClr val="FFFFFF"/>
          </a:solidFill>
          <a:ln>
            <a:solidFill>
              <a:schemeClr val="accent1">
                <a:lumMod val="20000"/>
                <a:lumOff val="80000"/>
              </a:schemeClr>
            </a:solid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288000" tIns="180000" rIns="288000" bIns="0" numCol="1" spcCol="0" rtlCol="0" fromWordArt="0" anchor="ctr" anchorCtr="0" forceAA="0" compatLnSpc="1">
            <a:noAutofit/>
          </a:bodyPr>
          <a:lstStyle/>
          <a:p>
            <a:pPr>
              <a:lnSpc>
                <a:spcPct val="130000"/>
              </a:lnSpc>
            </a:pPr>
            <a:endParaRPr lang="zh-CN" altLang="zh-CN" sz="1200">
              <a:solidFill>
                <a:srgbClr val="262626"/>
              </a:solidFill>
              <a:latin typeface="微软雅黑" charset="-122"/>
              <a:ea typeface="微软雅黑" charset="-122"/>
            </a:endParaRPr>
          </a:p>
        </p:txBody>
      </p:sp>
      <p:sp>
        <p:nvSpPr>
          <p:cNvPr id="13" name="矩形: 单圆角 12">
            <a:extLst>
              <a:ext uri="{FF2B5EF4-FFF2-40B4-BE49-F238E27FC236}">
                <a16:creationId xmlns:a16="http://schemas.microsoft.com/office/drawing/2014/main" id="{3BCA465F-13BF-F83D-348E-29C361C3B23F}"/>
              </a:ext>
            </a:extLst>
          </p:cNvPr>
          <p:cNvSpPr/>
          <p:nvPr>
            <p:custDataLst>
              <p:tags r:id="rId3"/>
            </p:custDataLst>
          </p:nvPr>
        </p:nvSpPr>
        <p:spPr>
          <a:xfrm>
            <a:off x="627063" y="1174433"/>
            <a:ext cx="3507768" cy="513033"/>
          </a:xfrm>
          <a:prstGeom prst="round1Rect">
            <a:avLst/>
          </a:prstGeom>
          <a:gradFill flip="none" rotWithShape="1">
            <a:gsLst>
              <a:gs pos="100000">
                <a:schemeClr val="accent1">
                  <a:alpha val="100000"/>
                </a:schemeClr>
              </a:gs>
              <a:gs pos="0">
                <a:schemeClr val="accent1">
                  <a:lumMod val="70000"/>
                  <a:lumOff val="30000"/>
                  <a:alpha val="100000"/>
                </a:schemeClr>
              </a:gs>
            </a:gsLst>
            <a:lin ang="0" scaled="1"/>
            <a:tileRect/>
          </a:gradFill>
          <a:ln>
            <a:no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indent="452755">
              <a:spcBef>
                <a:spcPct val="0"/>
              </a:spcBef>
              <a:spcAft>
                <a:spcPct val="0"/>
              </a:spcAft>
            </a:pPr>
            <a:r>
              <a:rPr lang="zh-CN" altLang="en-US" sz="2000" b="1">
                <a:solidFill>
                  <a:schemeClr val="lt1">
                    <a:lumMod val="100000"/>
                  </a:schemeClr>
                </a:solidFill>
                <a:latin typeface="微软雅黑" charset="-122"/>
                <a:ea typeface="微软雅黑" charset="-122"/>
                <a:cs typeface="+mn-ea"/>
                <a:sym typeface="+mn-ea"/>
              </a:rPr>
              <a:t>方法学</a:t>
            </a:r>
            <a:endParaRPr lang="en-US" altLang="zh-CN" sz="2000" b="1">
              <a:solidFill>
                <a:schemeClr val="lt1">
                  <a:lumMod val="100000"/>
                </a:schemeClr>
              </a:solidFill>
              <a:latin typeface="微软雅黑" charset="-122"/>
              <a:ea typeface="微软雅黑" charset="-122"/>
              <a:cs typeface="+mn-ea"/>
              <a:sym typeface="+mn-ea"/>
            </a:endParaRPr>
          </a:p>
        </p:txBody>
      </p:sp>
      <p:sp>
        <p:nvSpPr>
          <p:cNvPr id="16" name="矩形: 单圆角 15">
            <a:extLst>
              <a:ext uri="{FF2B5EF4-FFF2-40B4-BE49-F238E27FC236}">
                <a16:creationId xmlns:a16="http://schemas.microsoft.com/office/drawing/2014/main" id="{AADF352C-D5D7-EE08-840E-760EEFF06DF6}"/>
              </a:ext>
            </a:extLst>
          </p:cNvPr>
          <p:cNvSpPr/>
          <p:nvPr>
            <p:custDataLst>
              <p:tags r:id="rId4"/>
            </p:custDataLst>
          </p:nvPr>
        </p:nvSpPr>
        <p:spPr>
          <a:xfrm>
            <a:off x="6031741" y="1174433"/>
            <a:ext cx="3446652" cy="512716"/>
          </a:xfrm>
          <a:prstGeom prst="round1Rect">
            <a:avLst/>
          </a:prstGeom>
          <a:gradFill flip="none" rotWithShape="1">
            <a:gsLst>
              <a:gs pos="100000">
                <a:schemeClr val="accent2">
                  <a:alpha val="100000"/>
                </a:schemeClr>
              </a:gs>
              <a:gs pos="0">
                <a:schemeClr val="accent2">
                  <a:lumMod val="70000"/>
                  <a:lumOff val="30000"/>
                  <a:alpha val="100000"/>
                </a:schemeClr>
              </a:gs>
            </a:gsLst>
            <a:lin ang="0" scaled="1"/>
            <a:tileRect/>
          </a:gradFill>
          <a:ln>
            <a:noFill/>
          </a:ln>
          <a:effectLst>
            <a:outerShdw blurRad="203200" dist="76200" dir="8100000" algn="tr" rotWithShape="0">
              <a:schemeClr val="accent2">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indent="452755" algn="l">
              <a:buClrTx/>
              <a:buSzTx/>
              <a:buFontTx/>
            </a:pPr>
            <a:endParaRPr lang="zh-CN" altLang="en-US" sz="1200" b="1">
              <a:solidFill>
                <a:schemeClr val="lt1">
                  <a:lumMod val="100000"/>
                </a:schemeClr>
              </a:solidFill>
              <a:latin typeface="微软雅黑" charset="-122"/>
              <a:ea typeface="微软雅黑" charset="-122"/>
              <a:cs typeface="+mn-ea"/>
              <a:sym typeface="+mn-ea"/>
            </a:endParaRPr>
          </a:p>
        </p:txBody>
      </p:sp>
      <p:sp>
        <p:nvSpPr>
          <p:cNvPr id="15" name="文本框 14">
            <a:extLst>
              <a:ext uri="{FF2B5EF4-FFF2-40B4-BE49-F238E27FC236}">
                <a16:creationId xmlns:a16="http://schemas.microsoft.com/office/drawing/2014/main" id="{56A2D4EF-224D-8DAA-745C-ED484A12CF3D}"/>
              </a:ext>
            </a:extLst>
          </p:cNvPr>
          <p:cNvSpPr txBox="1"/>
          <p:nvPr/>
        </p:nvSpPr>
        <p:spPr>
          <a:xfrm>
            <a:off x="6356984" y="1301433"/>
            <a:ext cx="4837315" cy="389790"/>
          </a:xfrm>
          <a:prstGeom prst="rect">
            <a:avLst/>
          </a:prstGeom>
          <a:noFill/>
        </p:spPr>
        <p:txBody>
          <a:bodyPr wrap="square" lIns="0" tIns="0" rIns="0" bIns="0" rtlCol="0" anchor="t">
            <a:noAutofit/>
          </a:bodyPr>
          <a:lstStyle/>
          <a:p>
            <a:pPr indent="452755" algn="l">
              <a:buClrTx/>
              <a:buSzTx/>
              <a:buFontTx/>
            </a:pPr>
            <a:r>
              <a:rPr lang="zh-CN" altLang="en-US" sz="2000" b="1">
                <a:solidFill>
                  <a:schemeClr val="bg2"/>
                </a:solidFill>
                <a:latin typeface="微软雅黑" charset="-122"/>
                <a:ea typeface="微软雅黑" charset="-122"/>
                <a:cs typeface="+mn-ea"/>
                <a:sym typeface="+mn-ea"/>
              </a:rPr>
              <a:t>临床</a:t>
            </a:r>
            <a:endParaRPr lang="en-US" altLang="zh-CN" sz="2000" b="1">
              <a:solidFill>
                <a:schemeClr val="bg2"/>
              </a:solidFill>
              <a:latin typeface="微软雅黑" charset="-122"/>
              <a:ea typeface="微软雅黑" charset="-122"/>
              <a:cs typeface="+mn-ea"/>
              <a:sym typeface="+mn-ea"/>
            </a:endParaRPr>
          </a:p>
        </p:txBody>
      </p:sp>
      <p:sp>
        <p:nvSpPr>
          <p:cNvPr id="17" name="文本框 16">
            <a:extLst>
              <a:ext uri="{FF2B5EF4-FFF2-40B4-BE49-F238E27FC236}">
                <a16:creationId xmlns:a16="http://schemas.microsoft.com/office/drawing/2014/main" id="{E73B32F3-AC14-9E22-44B7-DB3923385F95}"/>
              </a:ext>
            </a:extLst>
          </p:cNvPr>
          <p:cNvSpPr txBox="1"/>
          <p:nvPr/>
        </p:nvSpPr>
        <p:spPr>
          <a:xfrm>
            <a:off x="886777" y="1793914"/>
            <a:ext cx="4222623" cy="3660682"/>
          </a:xfrm>
          <a:prstGeom prst="rect">
            <a:avLst/>
          </a:prstGeom>
          <a:noFill/>
        </p:spPr>
        <p:txBody>
          <a:bodyPr wrap="square" lIns="0" tIns="0" rIns="0" bIns="0" rtlCol="0" anchor="t">
            <a:spAutoFit/>
          </a:bodyPr>
          <a:lstStyle/>
          <a:p>
            <a:pPr marL="0" lvl="1" indent="-285750" algn="l">
              <a:lnSpc>
                <a:spcPct val="150000"/>
              </a:lnSpc>
              <a:buClrTx/>
              <a:buSzTx/>
              <a:buFont typeface="Wingdings" panose="05000000000000000000" charset="0"/>
              <a:buChar char="l"/>
            </a:pPr>
            <a:r>
              <a:rPr lang="zh-CN" altLang="en-US" sz="1400" b="1">
                <a:latin typeface="微软雅黑" charset="-122"/>
                <a:ea typeface="微软雅黑" charset="-122"/>
                <a:cs typeface="微软雅黑" charset="-122"/>
                <a:sym typeface="+mn-ea"/>
              </a:rPr>
              <a:t>成员</a:t>
            </a:r>
            <a:endParaRPr lang="en-US" altLang="zh-CN" sz="1400" b="1">
              <a:latin typeface="微软雅黑" charset="-122"/>
              <a:ea typeface="微软雅黑" charset="-122"/>
              <a:cs typeface="微软雅黑" charset="-122"/>
              <a:sym typeface="+mn-ea"/>
            </a:endParaRPr>
          </a:p>
          <a:p>
            <a:pPr marL="457200" lvl="2" indent="-285750">
              <a:lnSpc>
                <a:spcPct val="150000"/>
              </a:lnSpc>
              <a:buFont typeface="Arial" panose="020B0604020202020204" pitchFamily="34" charset="0"/>
              <a:buChar char="•"/>
            </a:pPr>
            <a:r>
              <a:rPr lang="zh-CN" altLang="en-US" sz="1200">
                <a:latin typeface="微软雅黑" charset="-122"/>
                <a:ea typeface="微软雅黑" charset="-122"/>
                <a:cs typeface="微软雅黑" charset="-122"/>
                <a:sym typeface="+mn-ea"/>
              </a:rPr>
              <a:t>北京大学第三医院临床流行病学研究中心：</a:t>
            </a:r>
            <a:r>
              <a:rPr lang="zh-CN" altLang="en-US" sz="1200" b="1">
                <a:latin typeface="微软雅黑" charset="-122"/>
                <a:ea typeface="微软雅黑" charset="-122"/>
                <a:cs typeface="微软雅黑" charset="-122"/>
                <a:sym typeface="+mn-ea"/>
              </a:rPr>
              <a:t>褚红玲 （</a:t>
            </a:r>
            <a:r>
              <a:rPr lang="en-US" altLang="zh-CN" sz="1200" b="1">
                <a:latin typeface="微软雅黑" charset="-122"/>
                <a:ea typeface="微软雅黑" charset="-122"/>
                <a:cs typeface="微软雅黑" charset="-122"/>
                <a:sym typeface="+mn-ea"/>
              </a:rPr>
              <a:t>Leading PI</a:t>
            </a:r>
            <a:r>
              <a:rPr lang="zh-CN" altLang="en-US" sz="1200" b="1">
                <a:latin typeface="微软雅黑" charset="-122"/>
                <a:ea typeface="微软雅黑" charset="-122"/>
                <a:cs typeface="微软雅黑" charset="-122"/>
                <a:sym typeface="+mn-ea"/>
              </a:rPr>
              <a:t>）</a:t>
            </a:r>
            <a:r>
              <a:rPr lang="zh-CN" altLang="en-US" sz="1200">
                <a:latin typeface="微软雅黑" charset="-122"/>
                <a:ea typeface="微软雅黑" charset="-122"/>
                <a:cs typeface="微软雅黑" charset="-122"/>
                <a:sym typeface="+mn-ea"/>
              </a:rPr>
              <a:t>、闫碧轩、刘宁；詹思延教授和沈宁教授为科学顾问</a:t>
            </a:r>
            <a:endParaRPr lang="en-US" altLang="zh-CN" sz="1200">
              <a:latin typeface="微软雅黑" charset="-122"/>
              <a:ea typeface="微软雅黑" charset="-122"/>
              <a:cs typeface="微软雅黑" charset="-122"/>
              <a:sym typeface="+mn-ea"/>
            </a:endParaRPr>
          </a:p>
          <a:p>
            <a:pPr marL="457200" lvl="2" indent="-285750">
              <a:lnSpc>
                <a:spcPct val="150000"/>
              </a:lnSpc>
              <a:buFont typeface="Arial" panose="020B0604020202020204" pitchFamily="34" charset="0"/>
              <a:buChar char="•"/>
            </a:pPr>
            <a:r>
              <a:rPr lang="zh-CN" altLang="en-US" sz="1200">
                <a:latin typeface="微软雅黑" charset="-122"/>
                <a:ea typeface="微软雅黑" charset="-122"/>
                <a:cs typeface="微软雅黑" charset="-122"/>
                <a:sym typeface="+mn-ea"/>
              </a:rPr>
              <a:t>浙江中医药大学：周云仙</a:t>
            </a:r>
            <a:endParaRPr lang="en-US" altLang="zh-CN" sz="1200">
              <a:latin typeface="微软雅黑" charset="-122"/>
              <a:ea typeface="微软雅黑" charset="-122"/>
              <a:cs typeface="微软雅黑" charset="-122"/>
              <a:sym typeface="+mn-ea"/>
            </a:endParaRPr>
          </a:p>
          <a:p>
            <a:pPr marL="457200" lvl="2" indent="-285750">
              <a:lnSpc>
                <a:spcPct val="150000"/>
              </a:lnSpc>
              <a:buFont typeface="Arial" panose="020B0604020202020204" pitchFamily="34" charset="0"/>
              <a:buChar char="•"/>
            </a:pPr>
            <a:r>
              <a:rPr lang="zh-CN" altLang="en-US" sz="1200">
                <a:latin typeface="微软雅黑" charset="-122"/>
                <a:ea typeface="微软雅黑" charset="-122"/>
                <a:cs typeface="微软雅黑" charset="-122"/>
                <a:sym typeface="+mn-ea"/>
              </a:rPr>
              <a:t>四川大学华西第二医院</a:t>
            </a:r>
            <a:r>
              <a:rPr lang="en-US" altLang="zh-CN" sz="1200">
                <a:latin typeface="微软雅黑" charset="-122"/>
                <a:ea typeface="微软雅黑" charset="-122"/>
                <a:cs typeface="微软雅黑" charset="-122"/>
                <a:sym typeface="+mn-ea"/>
              </a:rPr>
              <a:t>：</a:t>
            </a:r>
            <a:r>
              <a:rPr lang="zh-CN" altLang="en-US" sz="1200">
                <a:latin typeface="微软雅黑" charset="-122"/>
                <a:ea typeface="微软雅黑" charset="-122"/>
                <a:cs typeface="微软雅黑" charset="-122"/>
                <a:sym typeface="+mn-ea"/>
              </a:rPr>
              <a:t>方厢</a:t>
            </a:r>
            <a:endParaRPr lang="en-US" altLang="zh-CN" sz="1200">
              <a:latin typeface="微软雅黑" charset="-122"/>
              <a:ea typeface="微软雅黑" charset="-122"/>
              <a:cs typeface="微软雅黑" charset="-122"/>
              <a:sym typeface="+mn-ea"/>
            </a:endParaRPr>
          </a:p>
          <a:p>
            <a:pPr marL="457200" lvl="2" indent="-285750">
              <a:lnSpc>
                <a:spcPct val="150000"/>
              </a:lnSpc>
              <a:buFont typeface="Arial" panose="020B0604020202020204" pitchFamily="34" charset="0"/>
              <a:buChar char="•"/>
            </a:pPr>
            <a:r>
              <a:rPr lang="zh-CN" altLang="en-US" sz="1200">
                <a:latin typeface="微软雅黑" charset="-122"/>
                <a:ea typeface="微软雅黑" charset="-122"/>
                <a:cs typeface="微软雅黑" charset="-122"/>
                <a:sym typeface="+mn-ea"/>
              </a:rPr>
              <a:t>复旦大学</a:t>
            </a:r>
            <a:r>
              <a:rPr lang="en-US" altLang="zh-CN" sz="1200">
                <a:latin typeface="微软雅黑" charset="-122"/>
                <a:ea typeface="微软雅黑" charset="-122"/>
                <a:cs typeface="微软雅黑" charset="-122"/>
                <a:sym typeface="+mn-ea"/>
              </a:rPr>
              <a:t>：</a:t>
            </a:r>
            <a:r>
              <a:rPr lang="zh-CN" altLang="en-US" sz="1200">
                <a:latin typeface="微软雅黑" charset="-122"/>
                <a:ea typeface="微软雅黑" charset="-122"/>
                <a:cs typeface="微软雅黑" charset="-122"/>
                <a:sym typeface="+mn-ea"/>
              </a:rPr>
              <a:t>胡雁</a:t>
            </a:r>
          </a:p>
          <a:p>
            <a:pPr marL="0" lvl="1" indent="-285750" algn="l">
              <a:lnSpc>
                <a:spcPct val="150000"/>
              </a:lnSpc>
              <a:buClrTx/>
              <a:buSzTx/>
              <a:buFont typeface="Wingdings" panose="05000000000000000000" charset="0"/>
              <a:buChar char="l"/>
            </a:pPr>
            <a:r>
              <a:rPr lang="zh-CN" altLang="en-US" sz="1400" b="1">
                <a:latin typeface="微软雅黑" charset="-122"/>
                <a:ea typeface="微软雅黑" charset="-122"/>
                <a:cs typeface="微软雅黑" charset="-122"/>
                <a:sym typeface="+mn-ea"/>
              </a:rPr>
              <a:t>主要职责</a:t>
            </a:r>
            <a:endParaRPr lang="en-US" altLang="zh-CN" sz="1400" b="1">
              <a:latin typeface="微软雅黑" charset="-122"/>
              <a:ea typeface="微软雅黑" charset="-122"/>
              <a:cs typeface="微软雅黑" charset="-122"/>
              <a:sym typeface="+mn-ea"/>
            </a:endParaRPr>
          </a:p>
          <a:p>
            <a:pPr marL="457200" lvl="2" indent="-285750">
              <a:lnSpc>
                <a:spcPct val="150000"/>
              </a:lnSpc>
              <a:buFont typeface="Arial" panose="020B0604020202020204" pitchFamily="34" charset="0"/>
              <a:buChar char="•"/>
            </a:pPr>
            <a:r>
              <a:rPr lang="zh-CN" altLang="en-US" sz="1200">
                <a:latin typeface="微软雅黑" charset="-122"/>
                <a:ea typeface="微软雅黑" charset="-122"/>
                <a:sym typeface="+mn-ea"/>
              </a:rPr>
              <a:t>研究方案设计</a:t>
            </a:r>
            <a:endParaRPr lang="en-US" altLang="zh-CN" sz="1200">
              <a:latin typeface="微软雅黑" charset="-122"/>
              <a:ea typeface="微软雅黑" charset="-122"/>
              <a:sym typeface="+mn-ea"/>
            </a:endParaRPr>
          </a:p>
          <a:p>
            <a:pPr marL="457200" lvl="2" indent="-285750">
              <a:lnSpc>
                <a:spcPct val="150000"/>
              </a:lnSpc>
              <a:buFont typeface="Arial" panose="020B0604020202020204" pitchFamily="34" charset="0"/>
              <a:buChar char="•"/>
            </a:pPr>
            <a:r>
              <a:rPr lang="zh-CN" altLang="en-US" sz="1200">
                <a:latin typeface="微软雅黑" charset="-122"/>
                <a:ea typeface="微软雅黑" charset="-122"/>
                <a:sym typeface="+mn-ea"/>
              </a:rPr>
              <a:t>定性访谈实施</a:t>
            </a:r>
            <a:endParaRPr lang="en-US" altLang="zh-CN" sz="1200">
              <a:latin typeface="微软雅黑" charset="-122"/>
              <a:ea typeface="微软雅黑" charset="-122"/>
              <a:sym typeface="+mn-ea"/>
            </a:endParaRPr>
          </a:p>
          <a:p>
            <a:pPr marL="457200" lvl="2" indent="-285750">
              <a:lnSpc>
                <a:spcPct val="150000"/>
              </a:lnSpc>
              <a:buFont typeface="Arial" panose="020B0604020202020204" pitchFamily="34" charset="0"/>
              <a:buChar char="•"/>
            </a:pPr>
            <a:r>
              <a:rPr lang="zh-CN" altLang="en-US" sz="1200">
                <a:latin typeface="微软雅黑" charset="-122"/>
                <a:ea typeface="微软雅黑" charset="-122"/>
                <a:sym typeface="+mn-ea"/>
              </a:rPr>
              <a:t>数据分析、研究报告及文章撰写</a:t>
            </a:r>
            <a:endParaRPr lang="en-US" altLang="zh-CN" sz="1200">
              <a:latin typeface="微软雅黑" charset="-122"/>
              <a:ea typeface="微软雅黑" charset="-122"/>
              <a:sym typeface="+mn-ea"/>
            </a:endParaRPr>
          </a:p>
          <a:p>
            <a:pPr marL="457200" lvl="2" indent="-285750">
              <a:lnSpc>
                <a:spcPct val="150000"/>
              </a:lnSpc>
              <a:buFont typeface="Arial" panose="020B0604020202020204" pitchFamily="34" charset="0"/>
              <a:buChar char="•"/>
            </a:pPr>
            <a:r>
              <a:rPr lang="zh-CN" altLang="en-US" sz="1200">
                <a:latin typeface="微软雅黑" charset="-122"/>
                <a:ea typeface="微软雅黑" charset="-122"/>
                <a:sym typeface="+mn-ea"/>
              </a:rPr>
              <a:t>与各参研医院签署研究合同并拨付研究经费</a:t>
            </a:r>
            <a:endParaRPr lang="en-US" altLang="zh-CN" sz="1200">
              <a:latin typeface="微软雅黑" charset="-122"/>
              <a:ea typeface="微软雅黑" charset="-122"/>
              <a:sym typeface="+mn-ea"/>
            </a:endParaRPr>
          </a:p>
          <a:p>
            <a:pPr marL="0" lvl="1" indent="-285750" algn="l">
              <a:lnSpc>
                <a:spcPct val="150000"/>
              </a:lnSpc>
              <a:buClrTx/>
              <a:buSzTx/>
              <a:buFont typeface="Wingdings" panose="05000000000000000000" charset="0"/>
              <a:buChar char="l"/>
            </a:pPr>
            <a:endParaRPr lang="en-US" altLang="zh-CN" sz="1200">
              <a:latin typeface="微软雅黑" charset="-122"/>
              <a:ea typeface="微软雅黑" charset="-122"/>
              <a:cs typeface="微软雅黑" charset="-122"/>
              <a:sym typeface="+mn-ea"/>
            </a:endParaRPr>
          </a:p>
        </p:txBody>
      </p:sp>
      <p:sp>
        <p:nvSpPr>
          <p:cNvPr id="18" name="文本框 17">
            <a:extLst>
              <a:ext uri="{FF2B5EF4-FFF2-40B4-BE49-F238E27FC236}">
                <a16:creationId xmlns:a16="http://schemas.microsoft.com/office/drawing/2014/main" id="{6ED50A18-3838-03D7-5A45-6DC1C65987F7}"/>
              </a:ext>
            </a:extLst>
          </p:cNvPr>
          <p:cNvSpPr txBox="1"/>
          <p:nvPr/>
        </p:nvSpPr>
        <p:spPr>
          <a:xfrm>
            <a:off x="6117511" y="1932306"/>
            <a:ext cx="4866536" cy="3428850"/>
          </a:xfrm>
          <a:prstGeom prst="rect">
            <a:avLst/>
          </a:prstGeom>
          <a:noFill/>
        </p:spPr>
        <p:txBody>
          <a:bodyPr wrap="square" lIns="0" tIns="0" rIns="0" bIns="0" rtlCol="0" anchor="t">
            <a:noAutofit/>
          </a:bodyPr>
          <a:lstStyle/>
          <a:p>
            <a:pPr marL="742950" lvl="1" indent="-285750" algn="l" defTabSz="914400">
              <a:lnSpc>
                <a:spcPct val="150000"/>
              </a:lnSpc>
              <a:buClrTx/>
              <a:buSzTx/>
              <a:buFont typeface="Wingdings" panose="05000000000000000000" charset="0"/>
              <a:buChar char="l"/>
            </a:pPr>
            <a:r>
              <a:rPr lang="zh-CN" altLang="en-US" sz="1400" b="1">
                <a:latin typeface="微软雅黑"/>
                <a:ea typeface="微软雅黑"/>
                <a:cs typeface="微软雅黑" charset="-122"/>
                <a:sym typeface="+mn-ea"/>
              </a:rPr>
              <a:t>参研医院</a:t>
            </a:r>
            <a:endParaRPr lang="en-US" altLang="zh-CN" sz="1400" b="1">
              <a:latin typeface="微软雅黑"/>
              <a:ea typeface="微软雅黑"/>
              <a:cs typeface="微软雅黑" charset="-122"/>
              <a:sym typeface="+mn-ea"/>
            </a:endParaRPr>
          </a:p>
          <a:p>
            <a:pPr marL="1200150" lvl="2" indent="-285750">
              <a:lnSpc>
                <a:spcPct val="150000"/>
              </a:lnSpc>
              <a:buFont typeface="Arial" panose="020B0604020202020204" pitchFamily="34" charset="0"/>
              <a:buChar char="•"/>
            </a:pPr>
            <a:r>
              <a:rPr lang="zh-CN" altLang="en-US" sz="1200">
                <a:latin typeface="微软雅黑" charset="-122"/>
                <a:ea typeface="微软雅黑" charset="-122"/>
                <a:cs typeface="微软雅黑" charset="-122"/>
                <a:sym typeface="+mn-ea"/>
              </a:rPr>
              <a:t>首都医科大学附属朝阳医院：詹曦</a:t>
            </a:r>
          </a:p>
          <a:p>
            <a:pPr marL="1200150" lvl="2" indent="-285750">
              <a:lnSpc>
                <a:spcPct val="150000"/>
              </a:lnSpc>
              <a:buFont typeface="Arial" panose="020B0604020202020204" pitchFamily="34" charset="0"/>
              <a:buChar char="•"/>
            </a:pPr>
            <a:r>
              <a:rPr lang="zh-CN" altLang="en-US" sz="1200">
                <a:latin typeface="微软雅黑"/>
                <a:ea typeface="微软雅黑"/>
                <a:cs typeface="微软雅黑" charset="-122"/>
                <a:sym typeface="+mn-ea"/>
              </a:rPr>
              <a:t>浙江大学医学院附属第一医院：周建娅</a:t>
            </a:r>
            <a:endParaRPr lang="zh-CN" altLang="en-US" sz="1200">
              <a:latin typeface="微软雅黑"/>
              <a:ea typeface="微软雅黑"/>
              <a:cs typeface="微软雅黑" charset="-122"/>
            </a:endParaRPr>
          </a:p>
          <a:p>
            <a:pPr marL="1200150" lvl="2" indent="-285750">
              <a:lnSpc>
                <a:spcPct val="150000"/>
              </a:lnSpc>
              <a:buFont typeface="Arial" panose="020B0604020202020204" pitchFamily="34" charset="0"/>
              <a:buChar char="•"/>
            </a:pPr>
            <a:r>
              <a:rPr lang="zh-CN" altLang="en-US" sz="1200">
                <a:latin typeface="微软雅黑" charset="-122"/>
                <a:ea typeface="微软雅黑" charset="-122"/>
                <a:cs typeface="微软雅黑" charset="-122"/>
                <a:sym typeface="+mn-ea"/>
              </a:rPr>
              <a:t>四川大学华西医院</a:t>
            </a:r>
            <a:r>
              <a:rPr lang="en-US" altLang="zh-CN" sz="1200">
                <a:latin typeface="微软雅黑" charset="-122"/>
                <a:ea typeface="微软雅黑" charset="-122"/>
                <a:cs typeface="微软雅黑" charset="-122"/>
                <a:sym typeface="+mn-ea"/>
              </a:rPr>
              <a:t>：</a:t>
            </a:r>
            <a:r>
              <a:rPr lang="zh-CN" altLang="en-US" sz="1200">
                <a:latin typeface="微软雅黑" charset="-122"/>
                <a:ea typeface="微软雅黑" charset="-122"/>
                <a:cs typeface="微软雅黑" charset="-122"/>
                <a:sym typeface="+mn-ea"/>
              </a:rPr>
              <a:t>杨婷</a:t>
            </a:r>
          </a:p>
          <a:p>
            <a:pPr marL="1200150" lvl="2" indent="-285750">
              <a:lnSpc>
                <a:spcPct val="150000"/>
              </a:lnSpc>
              <a:buFont typeface="Arial" panose="020B0604020202020204" pitchFamily="34" charset="0"/>
              <a:buChar char="•"/>
            </a:pPr>
            <a:r>
              <a:rPr lang="zh-CN" altLang="en-US" sz="1200">
                <a:latin typeface="微软雅黑" charset="-122"/>
                <a:ea typeface="微软雅黑" charset="-122"/>
                <a:cs typeface="微软雅黑" charset="-122"/>
                <a:sym typeface="+mn-ea"/>
              </a:rPr>
              <a:t>上海市肺科医院</a:t>
            </a:r>
            <a:r>
              <a:rPr lang="en-US" altLang="zh-CN" sz="1200">
                <a:latin typeface="微软雅黑" charset="-122"/>
                <a:ea typeface="微软雅黑" charset="-122"/>
                <a:cs typeface="微软雅黑" charset="-122"/>
                <a:sym typeface="+mn-ea"/>
              </a:rPr>
              <a:t>：</a:t>
            </a:r>
            <a:r>
              <a:rPr lang="zh-CN" altLang="en-US" sz="1200">
                <a:latin typeface="微软雅黑" charset="-122"/>
                <a:ea typeface="微软雅黑" charset="-122"/>
                <a:cs typeface="微软雅黑" charset="-122"/>
                <a:sym typeface="+mn-ea"/>
              </a:rPr>
              <a:t>张苑</a:t>
            </a:r>
          </a:p>
          <a:p>
            <a:pPr marL="742950" lvl="1" indent="-285750" algn="l" defTabSz="914400">
              <a:lnSpc>
                <a:spcPct val="150000"/>
              </a:lnSpc>
              <a:buClrTx/>
              <a:buSzTx/>
              <a:buFont typeface="Wingdings" panose="05000000000000000000" charset="0"/>
              <a:buChar char="l"/>
            </a:pPr>
            <a:r>
              <a:rPr lang="zh-CN" altLang="en-US" sz="1400" b="1">
                <a:latin typeface="微软雅黑" charset="-122"/>
                <a:ea typeface="微软雅黑" charset="-122"/>
                <a:cs typeface="微软雅黑" charset="-122"/>
                <a:sym typeface="+mn-ea"/>
              </a:rPr>
              <a:t>主要职责</a:t>
            </a:r>
            <a:endParaRPr lang="en-US" altLang="zh-CN" sz="1400" b="1">
              <a:latin typeface="微软雅黑" charset="-122"/>
              <a:ea typeface="微软雅黑" charset="-122"/>
              <a:cs typeface="微软雅黑" charset="-122"/>
              <a:sym typeface="+mn-ea"/>
            </a:endParaRPr>
          </a:p>
          <a:p>
            <a:pPr marL="1200150" lvl="2" indent="-285750">
              <a:lnSpc>
                <a:spcPct val="150000"/>
              </a:lnSpc>
              <a:buFont typeface="Arial" panose="020B0604020202020204" pitchFamily="34" charset="0"/>
              <a:buChar char="•"/>
            </a:pPr>
            <a:r>
              <a:rPr lang="zh-CN" altLang="en-US" sz="1200">
                <a:latin typeface="微软雅黑" charset="-122"/>
                <a:ea typeface="微软雅黑" charset="-122"/>
                <a:cs typeface="微软雅黑" charset="-122"/>
                <a:sym typeface="+mn-ea"/>
              </a:rPr>
              <a:t>医院内研究立项及伦理</a:t>
            </a:r>
            <a:endParaRPr lang="en-US" altLang="zh-CN" sz="1200">
              <a:latin typeface="微软雅黑" charset="-122"/>
              <a:ea typeface="微软雅黑" charset="-122"/>
              <a:cs typeface="微软雅黑" charset="-122"/>
              <a:sym typeface="+mn-ea"/>
            </a:endParaRPr>
          </a:p>
          <a:p>
            <a:pPr marL="1200150" lvl="2" indent="-285750">
              <a:lnSpc>
                <a:spcPct val="150000"/>
              </a:lnSpc>
              <a:buFont typeface="Arial" panose="020B0604020202020204" pitchFamily="34" charset="0"/>
              <a:buChar char="•"/>
            </a:pPr>
            <a:r>
              <a:rPr lang="zh-CN" altLang="en-US" sz="1200">
                <a:latin typeface="微软雅黑" charset="-122"/>
                <a:ea typeface="微软雅黑" charset="-122"/>
                <a:cs typeface="微软雅黑" charset="-122"/>
                <a:sym typeface="+mn-ea"/>
              </a:rPr>
              <a:t>推荐符合条件的患者参与研究与随访</a:t>
            </a:r>
            <a:endParaRPr lang="en-US" altLang="zh-CN" sz="1200">
              <a:latin typeface="微软雅黑" charset="-122"/>
              <a:ea typeface="微软雅黑" charset="-122"/>
              <a:cs typeface="微软雅黑" charset="-122"/>
              <a:sym typeface="+mn-ea"/>
            </a:endParaRPr>
          </a:p>
          <a:p>
            <a:pPr marL="1200150" lvl="2" indent="-285750">
              <a:lnSpc>
                <a:spcPct val="150000"/>
              </a:lnSpc>
              <a:buFont typeface="Arial" panose="020B0604020202020204" pitchFamily="34" charset="0"/>
              <a:buChar char="•"/>
            </a:pPr>
            <a:r>
              <a:rPr lang="zh-CN" altLang="en-US" sz="1200">
                <a:latin typeface="微软雅黑" charset="-122"/>
                <a:ea typeface="微软雅黑" charset="-122"/>
                <a:cs typeface="微软雅黑" charset="-122"/>
                <a:sym typeface="+mn-ea"/>
              </a:rPr>
              <a:t>推荐医生参与医生访谈</a:t>
            </a:r>
            <a:endParaRPr lang="en-US" altLang="zh-CN" sz="1200">
              <a:latin typeface="微软雅黑" charset="-122"/>
              <a:ea typeface="微软雅黑" charset="-122"/>
              <a:cs typeface="微软雅黑" charset="-122"/>
              <a:sym typeface="+mn-ea"/>
            </a:endParaRPr>
          </a:p>
          <a:p>
            <a:pPr marL="1200150" lvl="2" indent="-285750">
              <a:lnSpc>
                <a:spcPct val="150000"/>
              </a:lnSpc>
              <a:buFont typeface="Arial" panose="020B0604020202020204" pitchFamily="34" charset="0"/>
              <a:buChar char="•"/>
            </a:pPr>
            <a:r>
              <a:rPr lang="zh-CN" altLang="en-US" sz="1200">
                <a:latin typeface="微软雅黑" charset="-122"/>
                <a:ea typeface="微软雅黑" charset="-122"/>
                <a:cs typeface="微软雅黑" charset="-122"/>
                <a:sym typeface="+mn-ea"/>
              </a:rPr>
              <a:t>参与研究方案、报告、文章撰写及审阅</a:t>
            </a:r>
          </a:p>
          <a:p>
            <a:pPr marL="742950" lvl="1" indent="-285750" algn="l" defTabSz="914400">
              <a:lnSpc>
                <a:spcPct val="150000"/>
              </a:lnSpc>
              <a:buClrTx/>
              <a:buSzTx/>
              <a:buFont typeface="Wingdings" panose="05000000000000000000" charset="0"/>
              <a:buChar char="l"/>
            </a:pPr>
            <a:endParaRPr lang="zh-CN" altLang="en-US" sz="1200">
              <a:latin typeface="微软雅黑" charset="-122"/>
              <a:ea typeface="微软雅黑" charset="-122"/>
              <a:cs typeface="微软雅黑" charset="-122"/>
              <a:sym typeface="+mn-ea"/>
            </a:endParaRPr>
          </a:p>
          <a:p>
            <a:pPr marL="742950" lvl="1" indent="-285750" algn="l" defTabSz="914400">
              <a:lnSpc>
                <a:spcPct val="150000"/>
              </a:lnSpc>
              <a:buClrTx/>
              <a:buSzTx/>
              <a:buFont typeface="Wingdings" panose="05000000000000000000" charset="0"/>
              <a:buChar char="l"/>
            </a:pPr>
            <a:endParaRPr lang="zh-CN" altLang="en-US" sz="1200" b="0" i="0">
              <a:latin typeface="微软雅黑" charset="-122"/>
              <a:ea typeface="微软雅黑" charset="-122"/>
              <a:cs typeface="微软雅黑" charset="-122"/>
            </a:endParaRPr>
          </a:p>
        </p:txBody>
      </p:sp>
    </p:spTree>
    <p:extLst>
      <p:ext uri="{BB962C8B-B14F-4D97-AF65-F5344CB8AC3E}">
        <p14:creationId xmlns:p14="http://schemas.microsoft.com/office/powerpoint/2010/main" val="1711760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81CD4376-270D-45C7-4A0B-B364C974F93F}"/>
              </a:ext>
            </a:extLst>
          </p:cNvPr>
          <p:cNvSpPr>
            <a:spLocks noGrp="1"/>
          </p:cNvSpPr>
          <p:nvPr>
            <p:ph type="title"/>
          </p:nvPr>
        </p:nvSpPr>
        <p:spPr/>
        <p:txBody>
          <a:bodyPr/>
          <a:lstStyle/>
          <a:p>
            <a:r>
              <a:rPr lang="en-US" altLang="zh-CN"/>
              <a:t>Backup slides</a:t>
            </a:r>
            <a:endParaRPr lang="zh-CN" altLang="en-US"/>
          </a:p>
        </p:txBody>
      </p:sp>
      <p:sp>
        <p:nvSpPr>
          <p:cNvPr id="5" name="副标题 4">
            <a:extLst>
              <a:ext uri="{FF2B5EF4-FFF2-40B4-BE49-F238E27FC236}">
                <a16:creationId xmlns:a16="http://schemas.microsoft.com/office/drawing/2014/main" id="{9735FECD-B008-DA2F-7F4D-00F8D6C5E09A}"/>
              </a:ext>
            </a:extLst>
          </p:cNvPr>
          <p:cNvSpPr>
            <a:spLocks noGrp="1"/>
          </p:cNvSpPr>
          <p:nvPr>
            <p:ph type="subTitle" idx="14"/>
          </p:nvPr>
        </p:nvSpPr>
        <p:spPr/>
        <p:txBody>
          <a:bodyPr/>
          <a:lstStyle/>
          <a:p>
            <a:endParaRPr lang="zh-CN" altLang="en-US"/>
          </a:p>
        </p:txBody>
      </p:sp>
    </p:spTree>
    <p:extLst>
      <p:ext uri="{BB962C8B-B14F-4D97-AF65-F5344CB8AC3E}">
        <p14:creationId xmlns:p14="http://schemas.microsoft.com/office/powerpoint/2010/main" val="3919571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6457891"/>
            <a:ext cx="12192000" cy="400109"/>
          </a:xfrm>
          <a:prstGeom prst="rect">
            <a:avLst/>
          </a:prstGeom>
          <a:gradFill flip="none" rotWithShape="1">
            <a:gsLst>
              <a:gs pos="0">
                <a:srgbClr val="18937B">
                  <a:shade val="30000"/>
                  <a:satMod val="115000"/>
                </a:srgbClr>
              </a:gs>
              <a:gs pos="50000">
                <a:srgbClr val="18937B">
                  <a:shade val="67500"/>
                  <a:satMod val="115000"/>
                </a:srgbClr>
              </a:gs>
              <a:gs pos="100000">
                <a:srgbClr val="18937B">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00"/>
            <a:endParaRPr kumimoji="1" lang="zh-CN" altLang="en-US">
              <a:solidFill>
                <a:prstClr val="white"/>
              </a:solidFill>
              <a:latin typeface="Calibri" panose="020F0502020204030204"/>
              <a:ea typeface="等线" panose="02010600030101010101" pitchFamily="2" charset="-122"/>
            </a:endParaRPr>
          </a:p>
        </p:txBody>
      </p:sp>
      <p:sp>
        <p:nvSpPr>
          <p:cNvPr id="4" name="灯片编号占位符 3"/>
          <p:cNvSpPr>
            <a:spLocks noGrp="1"/>
          </p:cNvSpPr>
          <p:nvPr>
            <p:ph type="sldNum" sz="quarter" idx="12"/>
          </p:nvPr>
        </p:nvSpPr>
        <p:spPr/>
        <p:txBody>
          <a:bodyPr/>
          <a:lstStyle/>
          <a:p>
            <a:pPr defTabSz="609600"/>
            <a:fld id="{16D0293A-1EB0-E24D-BA87-60F038E87B25}" type="slidenum">
              <a:rPr kumimoji="1" lang="zh-CN" altLang="en-US">
                <a:solidFill>
                  <a:prstClr val="black">
                    <a:tint val="75000"/>
                  </a:prstClr>
                </a:solidFill>
                <a:latin typeface="Calibri" panose="020F0502020204030204"/>
                <a:ea typeface="等线" panose="02010600030101010101" pitchFamily="2" charset="-122"/>
              </a:rPr>
              <a:t>10</a:t>
            </a:fld>
            <a:endParaRPr kumimoji="1" lang="zh-CN" altLang="en-US">
              <a:solidFill>
                <a:prstClr val="black">
                  <a:tint val="75000"/>
                </a:prstClr>
              </a:solidFill>
              <a:latin typeface="Calibri" panose="020F0502020204030204"/>
              <a:ea typeface="等线" panose="02010600030101010101" pitchFamily="2" charset="-122"/>
            </a:endParaRPr>
          </a:p>
        </p:txBody>
      </p:sp>
      <p:sp>
        <p:nvSpPr>
          <p:cNvPr id="60" name="矩形 59"/>
          <p:cNvSpPr/>
          <p:nvPr/>
        </p:nvSpPr>
        <p:spPr>
          <a:xfrm>
            <a:off x="13970" y="125730"/>
            <a:ext cx="197485" cy="518795"/>
          </a:xfrm>
          <a:prstGeom prst="rect">
            <a:avLst/>
          </a:prstGeom>
          <a:gradFill flip="none" rotWithShape="1">
            <a:gsLst>
              <a:gs pos="0">
                <a:srgbClr val="18937B">
                  <a:shade val="30000"/>
                  <a:satMod val="115000"/>
                </a:srgbClr>
              </a:gs>
              <a:gs pos="50000">
                <a:srgbClr val="18937B">
                  <a:shade val="67500"/>
                  <a:satMod val="115000"/>
                </a:srgbClr>
              </a:gs>
              <a:gs pos="100000">
                <a:srgbClr val="18937B">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00"/>
            <a:endParaRPr kumimoji="1" lang="zh-CN" altLang="en-US">
              <a:solidFill>
                <a:prstClr val="white"/>
              </a:solidFill>
              <a:latin typeface="Calibri" panose="020F0502020204030204"/>
              <a:ea typeface="等线" panose="02010600030101010101" pitchFamily="2" charset="-122"/>
            </a:endParaRPr>
          </a:p>
        </p:txBody>
      </p:sp>
      <p:sp>
        <p:nvSpPr>
          <p:cNvPr id="67" name="文本框 66"/>
          <p:cNvSpPr txBox="1"/>
          <p:nvPr/>
        </p:nvSpPr>
        <p:spPr>
          <a:xfrm>
            <a:off x="378460" y="167640"/>
            <a:ext cx="8312912" cy="461665"/>
          </a:xfrm>
          <a:prstGeom prst="rect">
            <a:avLst/>
          </a:prstGeom>
          <a:noFill/>
        </p:spPr>
        <p:txBody>
          <a:bodyPr wrap="square" rtlCol="0" anchor="t">
            <a:spAutoFit/>
          </a:bodyPr>
          <a:lstStyle/>
          <a:p>
            <a:r>
              <a:rPr lang="zh-CN" altLang="en-US" sz="2400" b="1">
                <a:latin typeface="微软雅黑" charset="0"/>
                <a:ea typeface="微软雅黑" charset="0"/>
                <a:sym typeface="+mn-ea"/>
              </a:rPr>
              <a:t>北大团队在中国定性和混合方法研究中的推动与引领</a:t>
            </a:r>
          </a:p>
        </p:txBody>
      </p:sp>
      <p:pic>
        <p:nvPicPr>
          <p:cNvPr id="101" name="图片 100"/>
          <p:cNvPicPr/>
          <p:nvPr/>
        </p:nvPicPr>
        <p:blipFill>
          <a:blip r:embed="rId9"/>
          <a:stretch>
            <a:fillRect/>
          </a:stretch>
        </p:blipFill>
        <p:spPr>
          <a:xfrm>
            <a:off x="43180" y="6471920"/>
            <a:ext cx="986790" cy="365125"/>
          </a:xfrm>
          <a:prstGeom prst="rect">
            <a:avLst/>
          </a:prstGeom>
        </p:spPr>
      </p:pic>
      <p:pic>
        <p:nvPicPr>
          <p:cNvPr id="102" name="图片 101" descr="4c74d3a7324d88d155d5aebf2222d577"/>
          <p:cNvPicPr>
            <a:picLocks noChangeAspect="1"/>
          </p:cNvPicPr>
          <p:nvPr/>
        </p:nvPicPr>
        <p:blipFill>
          <a:blip r:embed="rId10"/>
          <a:stretch>
            <a:fillRect/>
          </a:stretch>
        </p:blipFill>
        <p:spPr>
          <a:xfrm>
            <a:off x="1088390" y="6471920"/>
            <a:ext cx="1339215" cy="357505"/>
          </a:xfrm>
          <a:prstGeom prst="rect">
            <a:avLst/>
          </a:prstGeom>
        </p:spPr>
      </p:pic>
      <p:sp>
        <p:nvSpPr>
          <p:cNvPr id="36" name="灯片编号占位符 35"/>
          <p:cNvSpPr>
            <a:spLocks noGrp="1"/>
          </p:cNvSpPr>
          <p:nvPr>
            <p:custDataLst>
              <p:tags r:id="rId1"/>
            </p:custDataLst>
          </p:nvPr>
        </p:nvSpPr>
        <p:spPr>
          <a:xfrm>
            <a:off x="8110010" y="5337092"/>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rgbClr val="404040">
                    <a:lumMod val="60000"/>
                    <a:lumOff val="40000"/>
                  </a:srgbClr>
                </a:solidFill>
                <a:latin typeface="Arial" panose="020B0604020202090204" pitchFamily="34" charset="0"/>
                <a:ea typeface="+mn-ea"/>
                <a:cs typeface="+mn-ea"/>
              </a:defRPr>
            </a:lvl1pPr>
            <a:lvl2pPr marL="457200" algn="l" defTabSz="457200" rtl="0" eaLnBrk="1" latinLnBrk="0" hangingPunct="1">
              <a:defRPr sz="1800" kern="1200">
                <a:solidFill>
                  <a:srgbClr val="404040"/>
                </a:solidFill>
                <a:latin typeface="Arial" panose="020B0604020202090204" pitchFamily="34" charset="0"/>
                <a:ea typeface="+mn-ea"/>
                <a:cs typeface="+mn-ea"/>
              </a:defRPr>
            </a:lvl2pPr>
            <a:lvl3pPr marL="914400" algn="l" defTabSz="457200" rtl="0" eaLnBrk="1" latinLnBrk="0" hangingPunct="1">
              <a:defRPr sz="1800" kern="1200">
                <a:solidFill>
                  <a:srgbClr val="404040"/>
                </a:solidFill>
                <a:latin typeface="Arial" panose="020B0604020202090204" pitchFamily="34" charset="0"/>
                <a:ea typeface="+mn-ea"/>
                <a:cs typeface="+mn-ea"/>
              </a:defRPr>
            </a:lvl3pPr>
            <a:lvl4pPr marL="1371600" algn="l" defTabSz="457200" rtl="0" eaLnBrk="1" latinLnBrk="0" hangingPunct="1">
              <a:defRPr sz="1800" kern="1200">
                <a:solidFill>
                  <a:srgbClr val="404040"/>
                </a:solidFill>
                <a:latin typeface="Arial" panose="020B0604020202090204" pitchFamily="34" charset="0"/>
                <a:ea typeface="+mn-ea"/>
                <a:cs typeface="+mn-ea"/>
              </a:defRPr>
            </a:lvl4pPr>
            <a:lvl5pPr marL="1828800" algn="l" defTabSz="457200" rtl="0" eaLnBrk="1" latinLnBrk="0" hangingPunct="1">
              <a:defRPr sz="1800" kern="1200">
                <a:solidFill>
                  <a:srgbClr val="404040"/>
                </a:solidFill>
                <a:latin typeface="Arial" panose="020B0604020202090204" pitchFamily="34" charset="0"/>
                <a:ea typeface="+mn-ea"/>
                <a:cs typeface="+mn-ea"/>
              </a:defRPr>
            </a:lvl5pPr>
            <a:lvl6pPr marL="2286000" algn="l" defTabSz="457200" rtl="0" eaLnBrk="1" latinLnBrk="0" hangingPunct="1">
              <a:defRPr sz="1800" kern="1200">
                <a:solidFill>
                  <a:srgbClr val="404040"/>
                </a:solidFill>
                <a:latin typeface="Arial" panose="020B0604020202090204" pitchFamily="34" charset="0"/>
                <a:ea typeface="+mn-ea"/>
                <a:cs typeface="+mn-ea"/>
              </a:defRPr>
            </a:lvl6pPr>
            <a:lvl7pPr marL="2743200" algn="l" defTabSz="457200" rtl="0" eaLnBrk="1" latinLnBrk="0" hangingPunct="1">
              <a:defRPr sz="1800" kern="1200">
                <a:solidFill>
                  <a:srgbClr val="404040"/>
                </a:solidFill>
                <a:latin typeface="Arial" panose="020B0604020202090204" pitchFamily="34" charset="0"/>
                <a:ea typeface="+mn-ea"/>
                <a:cs typeface="+mn-ea"/>
              </a:defRPr>
            </a:lvl7pPr>
            <a:lvl8pPr marL="3200400" algn="l" defTabSz="457200" rtl="0" eaLnBrk="1" latinLnBrk="0" hangingPunct="1">
              <a:defRPr sz="1800" kern="1200">
                <a:solidFill>
                  <a:srgbClr val="404040"/>
                </a:solidFill>
                <a:latin typeface="Arial" panose="020B0604020202090204" pitchFamily="34" charset="0"/>
                <a:ea typeface="+mn-ea"/>
                <a:cs typeface="+mn-ea"/>
              </a:defRPr>
            </a:lvl8pPr>
            <a:lvl9pPr marL="3657600" algn="l" defTabSz="457200" rtl="0" eaLnBrk="1" latinLnBrk="0" hangingPunct="1">
              <a:defRPr sz="1800" kern="1200">
                <a:solidFill>
                  <a:srgbClr val="404040"/>
                </a:solidFill>
                <a:latin typeface="Arial" panose="020B0604020202090204" pitchFamily="34" charset="0"/>
                <a:ea typeface="+mn-ea"/>
                <a:cs typeface="+mn-ea"/>
              </a:defRPr>
            </a:lvl9pPr>
          </a:lstStyle>
          <a:p>
            <a:pPr defTabSz="609600"/>
            <a:fld id="{16D0293A-1EB0-E24D-BA87-60F038E87B25}" type="slidenum">
              <a:rPr kumimoji="1" lang="zh-CN" altLang="en-US">
                <a:solidFill>
                  <a:prstClr val="black">
                    <a:tint val="75000"/>
                  </a:prstClr>
                </a:solidFill>
                <a:latin typeface="Calibri" panose="020F0502020204030204"/>
                <a:ea typeface="等线" panose="02010600030101010101" pitchFamily="2" charset="-122"/>
              </a:rPr>
              <a:t>10</a:t>
            </a:fld>
            <a:endParaRPr kumimoji="1" lang="zh-CN" altLang="en-US">
              <a:solidFill>
                <a:prstClr val="black">
                  <a:tint val="75000"/>
                </a:prstClr>
              </a:solidFill>
              <a:latin typeface="Calibri" panose="020F0502020204030204"/>
              <a:ea typeface="等线" panose="02010600030101010101" pitchFamily="2" charset="-122"/>
            </a:endParaRPr>
          </a:p>
        </p:txBody>
      </p:sp>
      <p:pic>
        <p:nvPicPr>
          <p:cNvPr id="44" name="图片 43"/>
          <p:cNvPicPr>
            <a:picLocks noChangeAspect="1"/>
          </p:cNvPicPr>
          <p:nvPr>
            <p:custDataLst>
              <p:tags r:id="rId2"/>
            </p:custDataLst>
          </p:nvPr>
        </p:nvPicPr>
        <p:blipFill rotWithShape="1">
          <a:blip r:embed="rId11" cstate="print">
            <a:extLst>
              <a:ext uri="{28A0092B-C50C-407E-A947-70E740481C1C}">
                <a14:useLocalDpi xmlns:a14="http://schemas.microsoft.com/office/drawing/2010/main" val="0"/>
              </a:ext>
            </a:extLst>
          </a:blip>
          <a:srcRect l="9326" r="9055"/>
          <a:stretch>
            <a:fillRect/>
          </a:stretch>
        </p:blipFill>
        <p:spPr>
          <a:xfrm>
            <a:off x="3889375" y="4370705"/>
            <a:ext cx="1320800" cy="1533525"/>
          </a:xfrm>
          <a:prstGeom prst="rect">
            <a:avLst/>
          </a:prstGeom>
        </p:spPr>
      </p:pic>
      <p:pic>
        <p:nvPicPr>
          <p:cNvPr id="2" name="图片 1"/>
          <p:cNvPicPr>
            <a:picLocks noChangeAspect="1" noChangeArrowheads="1"/>
          </p:cNvPicPr>
          <p:nvPr>
            <p:custDataLst>
              <p:tags r:id="rId3"/>
            </p:custDataLst>
          </p:nvPr>
        </p:nvPicPr>
        <p:blipFill>
          <a:blip r:embed="rId12" cstate="print">
            <a:extLst>
              <a:ext uri="{28A0092B-C50C-407E-A947-70E740481C1C}">
                <a14:useLocalDpi xmlns:a14="http://schemas.microsoft.com/office/drawing/2010/main" val="0"/>
              </a:ext>
            </a:extLst>
          </a:blip>
          <a:srcRect/>
          <a:stretch>
            <a:fillRect/>
          </a:stretch>
        </p:blipFill>
        <p:spPr bwMode="auto">
          <a:xfrm>
            <a:off x="5393055" y="4461510"/>
            <a:ext cx="993140" cy="1363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7" name="直接连接符 46"/>
          <p:cNvCxnSpPr/>
          <p:nvPr>
            <p:custDataLst>
              <p:tags r:id="rId4"/>
            </p:custDataLst>
          </p:nvPr>
        </p:nvCxnSpPr>
        <p:spPr>
          <a:xfrm>
            <a:off x="4366895" y="3862070"/>
            <a:ext cx="3088640" cy="4445"/>
          </a:xfrm>
          <a:prstGeom prst="line">
            <a:avLst/>
          </a:prstGeom>
          <a:noFill/>
          <a:ln w="38100" cap="flat" cmpd="sng" algn="ctr">
            <a:solidFill>
              <a:srgbClr val="007665"/>
            </a:solidFill>
            <a:prstDash val="solid"/>
          </a:ln>
          <a:effectLst/>
        </p:spPr>
      </p:cxnSp>
      <p:pic>
        <p:nvPicPr>
          <p:cNvPr id="43" name="图片 42"/>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3615055" y="880110"/>
            <a:ext cx="4550410" cy="3514725"/>
          </a:xfrm>
          <a:prstGeom prst="rect">
            <a:avLst/>
          </a:prstGeom>
        </p:spPr>
      </p:pic>
      <p:pic>
        <p:nvPicPr>
          <p:cNvPr id="8" name="图片 7" descr="发展历程"/>
          <p:cNvPicPr>
            <a:picLocks noChangeAspect="1"/>
          </p:cNvPicPr>
          <p:nvPr>
            <p:custDataLst>
              <p:tags r:id="rId6"/>
            </p:custDataLst>
          </p:nvPr>
        </p:nvPicPr>
        <p:blipFill>
          <a:blip r:embed="rId14"/>
          <a:stretch>
            <a:fillRect/>
          </a:stretch>
        </p:blipFill>
        <p:spPr>
          <a:xfrm>
            <a:off x="8171815" y="1782445"/>
            <a:ext cx="3921125" cy="4345940"/>
          </a:xfrm>
          <a:prstGeom prst="rect">
            <a:avLst/>
          </a:prstGeom>
        </p:spPr>
      </p:pic>
      <p:pic>
        <p:nvPicPr>
          <p:cNvPr id="12" name="图片 11"/>
          <p:cNvPicPr>
            <a:picLocks noChangeAspect="1"/>
          </p:cNvPicPr>
          <p:nvPr/>
        </p:nvPicPr>
        <p:blipFill>
          <a:blip r:embed="rId15"/>
          <a:stretch>
            <a:fillRect/>
          </a:stretch>
        </p:blipFill>
        <p:spPr>
          <a:xfrm>
            <a:off x="147955" y="5254625"/>
            <a:ext cx="3467735" cy="1203325"/>
          </a:xfrm>
          <a:prstGeom prst="rect">
            <a:avLst/>
          </a:prstGeom>
        </p:spPr>
      </p:pic>
      <p:pic>
        <p:nvPicPr>
          <p:cNvPr id="13" name="图片 12" descr="d7817f276c9fb15001a774eb57b511a8"/>
          <p:cNvPicPr>
            <a:picLocks noChangeAspect="1"/>
          </p:cNvPicPr>
          <p:nvPr/>
        </p:nvPicPr>
        <p:blipFill>
          <a:blip r:embed="rId16"/>
          <a:stretch>
            <a:fillRect/>
          </a:stretch>
        </p:blipFill>
        <p:spPr>
          <a:xfrm>
            <a:off x="106680" y="4770755"/>
            <a:ext cx="3467735" cy="1301750"/>
          </a:xfrm>
          <a:prstGeom prst="rect">
            <a:avLst/>
          </a:prstGeom>
        </p:spPr>
      </p:pic>
      <p:pic>
        <p:nvPicPr>
          <p:cNvPr id="15" name="图片 14" descr="ff1522329da32157ad60d5cd70ab9a48"/>
          <p:cNvPicPr>
            <a:picLocks noChangeAspect="1"/>
          </p:cNvPicPr>
          <p:nvPr/>
        </p:nvPicPr>
        <p:blipFill>
          <a:blip r:embed="rId17"/>
          <a:stretch>
            <a:fillRect/>
          </a:stretch>
        </p:blipFill>
        <p:spPr>
          <a:xfrm>
            <a:off x="147955" y="992505"/>
            <a:ext cx="3459480" cy="1111885"/>
          </a:xfrm>
          <a:prstGeom prst="rect">
            <a:avLst/>
          </a:prstGeom>
        </p:spPr>
      </p:pic>
      <p:pic>
        <p:nvPicPr>
          <p:cNvPr id="11" name="图片 10" descr="789aba75082905a4b087dc5c35616f68"/>
          <p:cNvPicPr>
            <a:picLocks noChangeAspect="1"/>
          </p:cNvPicPr>
          <p:nvPr/>
        </p:nvPicPr>
        <p:blipFill>
          <a:blip r:embed="rId18"/>
          <a:stretch>
            <a:fillRect/>
          </a:stretch>
        </p:blipFill>
        <p:spPr>
          <a:xfrm>
            <a:off x="66675" y="4053840"/>
            <a:ext cx="3536315" cy="1213485"/>
          </a:xfrm>
          <a:prstGeom prst="rect">
            <a:avLst/>
          </a:prstGeom>
        </p:spPr>
      </p:pic>
      <p:pic>
        <p:nvPicPr>
          <p:cNvPr id="16" name="图片 15" descr="0a2d06a3e7f4259d38fedfdfe7b0a5fd"/>
          <p:cNvPicPr>
            <a:picLocks noChangeAspect="1"/>
          </p:cNvPicPr>
          <p:nvPr/>
        </p:nvPicPr>
        <p:blipFill>
          <a:blip r:embed="rId19"/>
          <a:stretch>
            <a:fillRect/>
          </a:stretch>
        </p:blipFill>
        <p:spPr>
          <a:xfrm>
            <a:off x="106045" y="2074545"/>
            <a:ext cx="3524885" cy="1186815"/>
          </a:xfrm>
          <a:prstGeom prst="rect">
            <a:avLst/>
          </a:prstGeom>
        </p:spPr>
      </p:pic>
      <p:pic>
        <p:nvPicPr>
          <p:cNvPr id="14" name="图片 13" descr="d3b6136aeb6b7c278cadbc07b37f4479"/>
          <p:cNvPicPr>
            <a:picLocks noChangeAspect="1"/>
          </p:cNvPicPr>
          <p:nvPr/>
        </p:nvPicPr>
        <p:blipFill>
          <a:blip r:embed="rId20"/>
          <a:stretch>
            <a:fillRect/>
          </a:stretch>
        </p:blipFill>
        <p:spPr>
          <a:xfrm>
            <a:off x="60325" y="3291205"/>
            <a:ext cx="3536315" cy="1125220"/>
          </a:xfrm>
          <a:prstGeom prst="rect">
            <a:avLst/>
          </a:prstGeom>
        </p:spPr>
      </p:pic>
      <p:pic>
        <p:nvPicPr>
          <p:cNvPr id="17" name="图片 16" descr="98da56cdb68a5ab90f0088a2b223fda2"/>
          <p:cNvPicPr>
            <a:picLocks noChangeAspect="1"/>
          </p:cNvPicPr>
          <p:nvPr/>
        </p:nvPicPr>
        <p:blipFill>
          <a:blip r:embed="rId21"/>
          <a:stretch>
            <a:fillRect/>
          </a:stretch>
        </p:blipFill>
        <p:spPr>
          <a:xfrm>
            <a:off x="6743065" y="4464050"/>
            <a:ext cx="1045845" cy="1363980"/>
          </a:xfrm>
          <a:prstGeom prst="rect">
            <a:avLst/>
          </a:prstGeom>
        </p:spPr>
      </p:pic>
      <p:sp>
        <p:nvSpPr>
          <p:cNvPr id="19" name="文本框 18"/>
          <p:cNvSpPr txBox="1"/>
          <p:nvPr/>
        </p:nvSpPr>
        <p:spPr>
          <a:xfrm>
            <a:off x="4043045" y="5921375"/>
            <a:ext cx="2499360" cy="252095"/>
          </a:xfrm>
          <a:prstGeom prst="rect">
            <a:avLst/>
          </a:prstGeom>
          <a:noFill/>
        </p:spPr>
        <p:txBody>
          <a:bodyPr wrap="square" rtlCol="0" anchor="t">
            <a:noAutofit/>
          </a:bodyPr>
          <a:lstStyle/>
          <a:p>
            <a:r>
              <a:rPr lang="en-US" altLang="zh-CN" sz="1400">
                <a:latin typeface="微软雅黑" charset="0"/>
                <a:ea typeface="微软雅黑" charset="0"/>
                <a:sym typeface="+mn-ea"/>
              </a:rPr>
              <a:t>2019，2022</a:t>
            </a:r>
            <a:r>
              <a:rPr lang="zh-CN" altLang="en-US" sz="1400">
                <a:latin typeface="微软雅黑" charset="0"/>
                <a:ea typeface="微软雅黑" charset="0"/>
                <a:sym typeface="+mn-ea"/>
              </a:rPr>
              <a:t>年出版</a:t>
            </a:r>
            <a:r>
              <a:rPr lang="en-US" altLang="zh-CN" sz="1400">
                <a:latin typeface="微软雅黑" charset="0"/>
                <a:ea typeface="微软雅黑" charset="0"/>
                <a:sym typeface="+mn-ea"/>
              </a:rPr>
              <a:t>，</a:t>
            </a:r>
            <a:r>
              <a:rPr lang="zh-CN" altLang="en-US" sz="1400">
                <a:latin typeface="微软雅黑" charset="0"/>
                <a:ea typeface="微软雅黑" charset="0"/>
                <a:sym typeface="+mn-ea"/>
              </a:rPr>
              <a:t>译著</a:t>
            </a:r>
          </a:p>
        </p:txBody>
      </p:sp>
      <p:sp>
        <p:nvSpPr>
          <p:cNvPr id="20" name="文本框 19"/>
          <p:cNvSpPr txBox="1"/>
          <p:nvPr/>
        </p:nvSpPr>
        <p:spPr>
          <a:xfrm>
            <a:off x="6399530" y="5920740"/>
            <a:ext cx="1873885" cy="400050"/>
          </a:xfrm>
          <a:prstGeom prst="rect">
            <a:avLst/>
          </a:prstGeom>
          <a:noFill/>
        </p:spPr>
        <p:txBody>
          <a:bodyPr wrap="square" rtlCol="0" anchor="t">
            <a:noAutofit/>
          </a:bodyPr>
          <a:lstStyle/>
          <a:p>
            <a:r>
              <a:rPr lang="zh-CN" altLang="en-US" sz="1400">
                <a:latin typeface="微软雅黑" charset="0"/>
                <a:ea typeface="微软雅黑" charset="0"/>
                <a:sym typeface="+mn-ea"/>
              </a:rPr>
              <a:t>国内编写</a:t>
            </a:r>
            <a:r>
              <a:rPr lang="en-US" altLang="zh-CN" sz="1400">
                <a:latin typeface="微软雅黑" charset="0"/>
                <a:ea typeface="微软雅黑" charset="0"/>
                <a:sym typeface="+mn-ea"/>
              </a:rPr>
              <a:t>，</a:t>
            </a:r>
            <a:r>
              <a:rPr lang="zh-CN" altLang="en-US" sz="1400">
                <a:latin typeface="微软雅黑" charset="0"/>
                <a:ea typeface="微软雅黑" charset="0"/>
                <a:sym typeface="+mn-ea"/>
              </a:rPr>
              <a:t>即将出版</a:t>
            </a:r>
          </a:p>
        </p:txBody>
      </p:sp>
      <p:sp>
        <p:nvSpPr>
          <p:cNvPr id="21" name="文本框 20"/>
          <p:cNvSpPr txBox="1"/>
          <p:nvPr/>
        </p:nvSpPr>
        <p:spPr>
          <a:xfrm>
            <a:off x="5163185" y="6158865"/>
            <a:ext cx="2368550" cy="327025"/>
          </a:xfrm>
          <a:prstGeom prst="rect">
            <a:avLst/>
          </a:prstGeom>
          <a:noFill/>
        </p:spPr>
        <p:txBody>
          <a:bodyPr wrap="square" rtlCol="0" anchor="t">
            <a:noAutofit/>
          </a:bodyPr>
          <a:lstStyle/>
          <a:p>
            <a:r>
              <a:rPr lang="zh-CN" altLang="en-US" sz="1600">
                <a:sym typeface="+mn-ea"/>
              </a:rPr>
              <a:t>三本书主审</a:t>
            </a:r>
            <a:r>
              <a:rPr lang="en-US" altLang="zh-CN" sz="1600">
                <a:sym typeface="+mn-ea"/>
              </a:rPr>
              <a:t>：</a:t>
            </a:r>
            <a:r>
              <a:rPr lang="zh-CN" altLang="en-US" sz="1600">
                <a:sym typeface="+mn-ea"/>
              </a:rPr>
              <a:t>詹思延</a:t>
            </a:r>
          </a:p>
        </p:txBody>
      </p:sp>
      <p:pic>
        <p:nvPicPr>
          <p:cNvPr id="25" name="图片 24" descr="be56ed2f1c57f0da7f4242d8255743ac"/>
          <p:cNvPicPr>
            <a:picLocks noChangeAspect="1"/>
          </p:cNvPicPr>
          <p:nvPr/>
        </p:nvPicPr>
        <p:blipFill>
          <a:blip r:embed="rId22"/>
          <a:stretch>
            <a:fillRect/>
          </a:stretch>
        </p:blipFill>
        <p:spPr>
          <a:xfrm>
            <a:off x="10029825" y="1330960"/>
            <a:ext cx="236855" cy="459740"/>
          </a:xfrm>
          <a:prstGeom prst="rect">
            <a:avLst/>
          </a:prstGeom>
        </p:spPr>
      </p:pic>
      <p:sp>
        <p:nvSpPr>
          <p:cNvPr id="26" name="椭圆 25"/>
          <p:cNvSpPr/>
          <p:nvPr/>
        </p:nvSpPr>
        <p:spPr>
          <a:xfrm>
            <a:off x="9941560" y="1480185"/>
            <a:ext cx="395605" cy="141605"/>
          </a:xfrm>
          <a:prstGeom prst="ellipse">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9" name="文本框 28"/>
          <p:cNvSpPr txBox="1"/>
          <p:nvPr/>
        </p:nvSpPr>
        <p:spPr>
          <a:xfrm>
            <a:off x="9926955" y="1438275"/>
            <a:ext cx="729615" cy="400050"/>
          </a:xfrm>
          <a:prstGeom prst="rect">
            <a:avLst/>
          </a:prstGeom>
          <a:noFill/>
        </p:spPr>
        <p:txBody>
          <a:bodyPr wrap="square" rtlCol="0" anchor="t">
            <a:noAutofit/>
          </a:bodyPr>
          <a:lstStyle/>
          <a:p>
            <a:r>
              <a:rPr lang="en-US" altLang="zh-CN" sz="900">
                <a:solidFill>
                  <a:schemeClr val="bg1"/>
                </a:solidFill>
                <a:sym typeface="+mn-ea"/>
              </a:rPr>
              <a:t>2025</a:t>
            </a:r>
          </a:p>
        </p:txBody>
      </p:sp>
      <p:pic>
        <p:nvPicPr>
          <p:cNvPr id="30" name="图片 29" descr="a30f40cb34975255a7835533b7ce7f1e"/>
          <p:cNvPicPr>
            <a:picLocks noChangeAspect="1"/>
          </p:cNvPicPr>
          <p:nvPr/>
        </p:nvPicPr>
        <p:blipFill>
          <a:blip r:embed="rId23"/>
          <a:stretch>
            <a:fillRect/>
          </a:stretch>
        </p:blipFill>
        <p:spPr>
          <a:xfrm>
            <a:off x="10375900" y="1059815"/>
            <a:ext cx="1682750" cy="1111885"/>
          </a:xfrm>
          <a:prstGeom prst="rect">
            <a:avLst/>
          </a:prstGeom>
        </p:spPr>
      </p:pic>
      <p:pic>
        <p:nvPicPr>
          <p:cNvPr id="32" name="图片 31" descr="图片7"/>
          <p:cNvPicPr>
            <a:picLocks noChangeAspect="1"/>
          </p:cNvPicPr>
          <p:nvPr/>
        </p:nvPicPr>
        <p:blipFill>
          <a:blip r:embed="rId24"/>
          <a:stretch>
            <a:fillRect/>
          </a:stretch>
        </p:blipFill>
        <p:spPr>
          <a:xfrm>
            <a:off x="8171180" y="1041400"/>
            <a:ext cx="1757680" cy="7073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6457891"/>
            <a:ext cx="12192000" cy="400109"/>
          </a:xfrm>
          <a:prstGeom prst="rect">
            <a:avLst/>
          </a:prstGeom>
          <a:gradFill flip="none" rotWithShape="1">
            <a:gsLst>
              <a:gs pos="0">
                <a:srgbClr val="18937B">
                  <a:shade val="30000"/>
                  <a:satMod val="115000"/>
                </a:srgbClr>
              </a:gs>
              <a:gs pos="50000">
                <a:srgbClr val="18937B">
                  <a:shade val="67500"/>
                  <a:satMod val="115000"/>
                </a:srgbClr>
              </a:gs>
              <a:gs pos="100000">
                <a:srgbClr val="18937B">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00"/>
            <a:endParaRPr kumimoji="1" lang="zh-CN" altLang="en-US">
              <a:solidFill>
                <a:prstClr val="white"/>
              </a:solidFill>
              <a:latin typeface="Calibri" panose="020F0502020204030204"/>
              <a:ea typeface="等线" panose="02010600030101010101" pitchFamily="2" charset="-122"/>
            </a:endParaRPr>
          </a:p>
        </p:txBody>
      </p:sp>
      <p:sp>
        <p:nvSpPr>
          <p:cNvPr id="4" name="灯片编号占位符 3"/>
          <p:cNvSpPr>
            <a:spLocks noGrp="1"/>
          </p:cNvSpPr>
          <p:nvPr>
            <p:ph type="sldNum" sz="quarter" idx="12"/>
          </p:nvPr>
        </p:nvSpPr>
        <p:spPr/>
        <p:txBody>
          <a:bodyPr/>
          <a:lstStyle/>
          <a:p>
            <a:pPr defTabSz="609600"/>
            <a:fld id="{16D0293A-1EB0-E24D-BA87-60F038E87B25}" type="slidenum">
              <a:rPr kumimoji="1" lang="zh-CN" altLang="en-US">
                <a:solidFill>
                  <a:prstClr val="black">
                    <a:tint val="75000"/>
                  </a:prstClr>
                </a:solidFill>
                <a:latin typeface="Calibri" panose="020F0502020204030204"/>
                <a:ea typeface="等线" panose="02010600030101010101" pitchFamily="2" charset="-122"/>
              </a:rPr>
              <a:t>11</a:t>
            </a:fld>
            <a:endParaRPr kumimoji="1" lang="zh-CN" altLang="en-US">
              <a:solidFill>
                <a:prstClr val="black">
                  <a:tint val="75000"/>
                </a:prstClr>
              </a:solidFill>
              <a:latin typeface="Calibri" panose="020F0502020204030204"/>
              <a:ea typeface="等线" panose="02010600030101010101" pitchFamily="2" charset="-122"/>
            </a:endParaRPr>
          </a:p>
        </p:txBody>
      </p:sp>
      <p:sp>
        <p:nvSpPr>
          <p:cNvPr id="60" name="矩形 59"/>
          <p:cNvSpPr/>
          <p:nvPr/>
        </p:nvSpPr>
        <p:spPr>
          <a:xfrm>
            <a:off x="13970" y="125730"/>
            <a:ext cx="197485" cy="518795"/>
          </a:xfrm>
          <a:prstGeom prst="rect">
            <a:avLst/>
          </a:prstGeom>
          <a:gradFill flip="none" rotWithShape="1">
            <a:gsLst>
              <a:gs pos="0">
                <a:srgbClr val="18937B">
                  <a:shade val="30000"/>
                  <a:satMod val="115000"/>
                </a:srgbClr>
              </a:gs>
              <a:gs pos="50000">
                <a:srgbClr val="18937B">
                  <a:shade val="67500"/>
                  <a:satMod val="115000"/>
                </a:srgbClr>
              </a:gs>
              <a:gs pos="100000">
                <a:srgbClr val="18937B">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00"/>
            <a:endParaRPr kumimoji="1" lang="zh-CN" altLang="en-US">
              <a:solidFill>
                <a:prstClr val="white"/>
              </a:solidFill>
              <a:latin typeface="Calibri" panose="020F0502020204030204"/>
              <a:ea typeface="等线" panose="02010600030101010101" pitchFamily="2" charset="-122"/>
            </a:endParaRPr>
          </a:p>
        </p:txBody>
      </p:sp>
      <p:pic>
        <p:nvPicPr>
          <p:cNvPr id="101" name="图片 100"/>
          <p:cNvPicPr/>
          <p:nvPr/>
        </p:nvPicPr>
        <p:blipFill>
          <a:blip r:embed="rId4"/>
          <a:stretch>
            <a:fillRect/>
          </a:stretch>
        </p:blipFill>
        <p:spPr>
          <a:xfrm>
            <a:off x="43180" y="6471920"/>
            <a:ext cx="986790" cy="365125"/>
          </a:xfrm>
          <a:prstGeom prst="rect">
            <a:avLst/>
          </a:prstGeom>
        </p:spPr>
      </p:pic>
      <p:pic>
        <p:nvPicPr>
          <p:cNvPr id="102" name="图片 101" descr="4c74d3a7324d88d155d5aebf2222d577"/>
          <p:cNvPicPr>
            <a:picLocks noChangeAspect="1"/>
          </p:cNvPicPr>
          <p:nvPr/>
        </p:nvPicPr>
        <p:blipFill>
          <a:blip r:embed="rId5"/>
          <a:stretch>
            <a:fillRect/>
          </a:stretch>
        </p:blipFill>
        <p:spPr>
          <a:xfrm>
            <a:off x="1088390" y="6471920"/>
            <a:ext cx="1339215" cy="357505"/>
          </a:xfrm>
          <a:prstGeom prst="rect">
            <a:avLst/>
          </a:prstGeom>
        </p:spPr>
      </p:pic>
      <p:pic>
        <p:nvPicPr>
          <p:cNvPr id="53" name="图片 52"/>
          <p:cNvPicPr>
            <a:picLocks noChangeAspect="1"/>
          </p:cNvPicPr>
          <p:nvPr>
            <p:custDataLst>
              <p:tags r:id="rId1"/>
            </p:custDataLst>
          </p:nvPr>
        </p:nvPicPr>
        <p:blipFill>
          <a:blip r:embed="rId6"/>
          <a:stretch>
            <a:fillRect/>
          </a:stretch>
        </p:blipFill>
        <p:spPr>
          <a:xfrm>
            <a:off x="11424592" y="165447"/>
            <a:ext cx="362013" cy="451772"/>
          </a:xfrm>
          <a:prstGeom prst="rect">
            <a:avLst/>
          </a:prstGeom>
        </p:spPr>
      </p:pic>
      <p:sp>
        <p:nvSpPr>
          <p:cNvPr id="55" name="文本框 54"/>
          <p:cNvSpPr txBox="1"/>
          <p:nvPr/>
        </p:nvSpPr>
        <p:spPr>
          <a:xfrm>
            <a:off x="222883" y="165447"/>
            <a:ext cx="10849307" cy="812453"/>
          </a:xfrm>
          <a:prstGeom prst="rect">
            <a:avLst/>
          </a:prstGeom>
        </p:spPr>
        <p:txBody>
          <a:bodyPr wrap="square">
            <a:noAutofit/>
          </a:bodyPr>
          <a:lstStyle/>
          <a:p>
            <a:pPr marL="0" lvl="1" defTabSz="457200">
              <a:buClrTx/>
              <a:buSzTx/>
              <a:buFont typeface="Arial" panose="020B0604020202090204" pitchFamily="34" charset="0"/>
            </a:pPr>
            <a:r>
              <a:rPr lang="zh-CN" altLang="en-US" sz="2400" b="1" dirty="0">
                <a:latin typeface="微软雅黑" charset="-122"/>
                <a:ea typeface="微软雅黑" charset="-122"/>
              </a:rPr>
              <a:t>在研项目：中国特发性肺纤维化的诊疗现状及生活质量研究（</a:t>
            </a:r>
            <a:r>
              <a:rPr lang="en-US" altLang="zh-CN" sz="2000" b="1" dirty="0">
                <a:latin typeface="微软雅黑" charset="-122"/>
                <a:ea typeface="微软雅黑" charset="-122"/>
              </a:rPr>
              <a:t>1199-0562</a:t>
            </a:r>
            <a:r>
              <a:rPr lang="zh-CN" altLang="en-US" sz="2000" b="1" dirty="0">
                <a:latin typeface="微软雅黑" charset="-122"/>
                <a:ea typeface="微软雅黑" charset="-122"/>
              </a:rPr>
              <a:t>IPFLife）</a:t>
            </a:r>
          </a:p>
        </p:txBody>
      </p:sp>
      <p:pic>
        <p:nvPicPr>
          <p:cNvPr id="89" name="图片 88"/>
          <p:cNvPicPr>
            <a:picLocks noChangeAspect="1"/>
          </p:cNvPicPr>
          <p:nvPr/>
        </p:nvPicPr>
        <p:blipFill>
          <a:blip r:embed="rId7"/>
          <a:stretch>
            <a:fillRect/>
          </a:stretch>
        </p:blipFill>
        <p:spPr>
          <a:xfrm>
            <a:off x="683387" y="1442593"/>
            <a:ext cx="5197594" cy="2640203"/>
          </a:xfrm>
          <a:prstGeom prst="rect">
            <a:avLst/>
          </a:prstGeom>
        </p:spPr>
      </p:pic>
      <p:sp>
        <p:nvSpPr>
          <p:cNvPr id="3" name="文本框 2"/>
          <p:cNvSpPr txBox="1"/>
          <p:nvPr/>
        </p:nvSpPr>
        <p:spPr bwMode="gray">
          <a:xfrm>
            <a:off x="1929384" y="914400"/>
            <a:ext cx="2436876" cy="353238"/>
          </a:xfrm>
          <a:prstGeom prst="rect">
            <a:avLst/>
          </a:prstGeom>
          <a:noFill/>
        </p:spPr>
        <p:txBody>
          <a:bodyPr wrap="square" lIns="0" tIns="0" rIns="0" bIns="0" rtlCol="0">
            <a:spAutoFit/>
          </a:bodyPr>
          <a:lstStyle/>
          <a:p>
            <a:pPr algn="ctr">
              <a:lnSpc>
                <a:spcPct val="140000"/>
              </a:lnSpc>
            </a:pPr>
            <a:r>
              <a:rPr lang="zh-CN" altLang="en-US" b="1" dirty="0"/>
              <a:t>研究设计</a:t>
            </a:r>
          </a:p>
        </p:txBody>
      </p:sp>
      <p:graphicFrame>
        <p:nvGraphicFramePr>
          <p:cNvPr id="7" name="图示 6"/>
          <p:cNvGraphicFramePr/>
          <p:nvPr>
            <p:extLst>
              <p:ext uri="{D42A27DB-BD31-4B8C-83A1-F6EECF244321}">
                <p14:modId xmlns:p14="http://schemas.microsoft.com/office/powerpoint/2010/main" val="842910952"/>
              </p:ext>
            </p:extLst>
          </p:nvPr>
        </p:nvGraphicFramePr>
        <p:xfrm>
          <a:off x="666130" y="4438003"/>
          <a:ext cx="5066612" cy="150559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9" name="文本框 8"/>
          <p:cNvSpPr txBox="1"/>
          <p:nvPr/>
        </p:nvSpPr>
        <p:spPr bwMode="gray">
          <a:xfrm>
            <a:off x="6407150" y="1449070"/>
            <a:ext cx="4874260" cy="4431030"/>
          </a:xfrm>
          <a:prstGeom prst="rect">
            <a:avLst/>
          </a:prstGeom>
          <a:noFill/>
        </p:spPr>
        <p:txBody>
          <a:bodyPr wrap="square">
            <a:spAutoFit/>
          </a:bodyPr>
          <a:lstStyle/>
          <a:p>
            <a:endParaRPr lang="en-US" altLang="zh-CN" sz="1200" b="0" i="0" dirty="0">
              <a:solidFill>
                <a:srgbClr val="333333"/>
              </a:solidFill>
              <a:effectLst/>
              <a:latin typeface="Arial" panose="020B0604020202090204" pitchFamily="34" charset="0"/>
            </a:endParaRPr>
          </a:p>
          <a:p>
            <a:pPr>
              <a:lnSpc>
                <a:spcPts val="1800"/>
              </a:lnSpc>
              <a:spcBef>
                <a:spcPts val="600"/>
              </a:spcBef>
            </a:pPr>
            <a:r>
              <a:rPr lang="zh-CN" altLang="en-US" b="1" dirty="0">
                <a:latin typeface="Microsoft YaHei" pitchFamily="34" charset="-122"/>
                <a:ea typeface="Microsoft YaHei" pitchFamily="34" charset="-122"/>
              </a:rPr>
              <a:t>褚红玲</a:t>
            </a:r>
            <a:r>
              <a:rPr lang="zh-CN" altLang="en-US" dirty="0">
                <a:latin typeface="Microsoft YaHei" pitchFamily="34" charset="-122"/>
                <a:ea typeface="Microsoft YaHei" pitchFamily="34" charset="-122"/>
              </a:rPr>
              <a:t>  </a:t>
            </a:r>
            <a:r>
              <a:rPr lang="zh-CN" altLang="en-US" sz="1100" dirty="0">
                <a:latin typeface="Microsoft YaHei" pitchFamily="34" charset="-122"/>
                <a:ea typeface="Microsoft YaHei" pitchFamily="34" charset="-122"/>
              </a:rPr>
              <a:t>北京大学第三医院临床流行病学研究中心</a:t>
            </a:r>
            <a:endParaRPr lang="en-US" altLang="zh-CN" sz="1100" dirty="0">
              <a:latin typeface="Microsoft YaHei" pitchFamily="34" charset="-122"/>
              <a:ea typeface="Microsoft YaHei" pitchFamily="34" charset="-122"/>
            </a:endParaRPr>
          </a:p>
          <a:p>
            <a:pPr marL="171450" indent="-171450">
              <a:lnSpc>
                <a:spcPts val="1800"/>
              </a:lnSpc>
              <a:spcBef>
                <a:spcPts val="600"/>
              </a:spcBef>
              <a:buFont typeface="Arial" panose="020B0604020202090204" pitchFamily="34" charset="0"/>
              <a:buChar char="•"/>
            </a:pPr>
            <a:r>
              <a:rPr lang="zh-CN" altLang="en-US" sz="1200" dirty="0">
                <a:solidFill>
                  <a:srgbClr val="333333"/>
                </a:solidFill>
                <a:effectLst/>
                <a:latin typeface="Microsoft YaHei" pitchFamily="34" charset="-122"/>
                <a:ea typeface="Microsoft YaHei" pitchFamily="34" charset="-122"/>
                <a:sym typeface="+mn-ea"/>
              </a:rPr>
              <a:t>临床研究方法学博士</a:t>
            </a:r>
            <a:r>
              <a:rPr lang="en-US" altLang="zh-CN" sz="1200" dirty="0">
                <a:solidFill>
                  <a:srgbClr val="333333"/>
                </a:solidFill>
                <a:effectLst/>
                <a:latin typeface="Microsoft YaHei" pitchFamily="34" charset="-122"/>
                <a:ea typeface="Microsoft YaHei" pitchFamily="34" charset="-122"/>
                <a:sym typeface="+mn-ea"/>
              </a:rPr>
              <a:t>，</a:t>
            </a:r>
            <a:r>
              <a:rPr lang="zh-CN" altLang="en-US" sz="1200" b="0" i="0" dirty="0">
                <a:solidFill>
                  <a:srgbClr val="333333"/>
                </a:solidFill>
                <a:effectLst/>
                <a:latin typeface="Microsoft YaHei" pitchFamily="34" charset="-122"/>
                <a:ea typeface="Microsoft YaHei" pitchFamily="34" charset="-122"/>
              </a:rPr>
              <a:t>副研究员，硕士生导师</a:t>
            </a:r>
            <a:r>
              <a:rPr lang="en-US" altLang="zh-CN" sz="1200" b="0" i="0" dirty="0">
                <a:solidFill>
                  <a:srgbClr val="333333"/>
                </a:solidFill>
                <a:effectLst/>
                <a:latin typeface="Microsoft YaHei" pitchFamily="34" charset="-122"/>
                <a:ea typeface="Microsoft YaHei" pitchFamily="34" charset="-122"/>
              </a:rPr>
              <a:t>，</a:t>
            </a:r>
            <a:r>
              <a:rPr lang="zh-CN" altLang="en-US" sz="1200" b="0" i="0" dirty="0">
                <a:solidFill>
                  <a:srgbClr val="333333"/>
                </a:solidFill>
                <a:effectLst/>
                <a:latin typeface="Microsoft YaHei" pitchFamily="34" charset="-122"/>
                <a:ea typeface="Microsoft YaHei" pitchFamily="34" charset="-122"/>
              </a:rPr>
              <a:t>博士后合作导师</a:t>
            </a:r>
            <a:r>
              <a:rPr lang="en-US" altLang="zh-CN" sz="1200" b="0" i="0" dirty="0">
                <a:solidFill>
                  <a:srgbClr val="333333"/>
                </a:solidFill>
                <a:effectLst/>
                <a:latin typeface="Microsoft YaHei" pitchFamily="34" charset="-122"/>
                <a:ea typeface="Microsoft YaHei" pitchFamily="34" charset="-122"/>
              </a:rPr>
              <a:t>，</a:t>
            </a:r>
            <a:r>
              <a:rPr lang="zh-CN" altLang="en-US" sz="1200" b="0" i="0" dirty="0">
                <a:solidFill>
                  <a:srgbClr val="333333"/>
                </a:solidFill>
                <a:effectLst/>
                <a:latin typeface="Microsoft YaHei" pitchFamily="34" charset="-122"/>
                <a:ea typeface="Microsoft YaHei" pitchFamily="34" charset="-122"/>
              </a:rPr>
              <a:t>密歇根大学</a:t>
            </a:r>
            <a:r>
              <a:rPr lang="en-US" altLang="zh-CN" sz="1200" b="0" i="0" dirty="0">
                <a:solidFill>
                  <a:srgbClr val="333333"/>
                </a:solidFill>
                <a:effectLst/>
                <a:latin typeface="Microsoft YaHei" pitchFamily="34" charset="-122"/>
                <a:ea typeface="Microsoft YaHei" pitchFamily="34" charset="-122"/>
              </a:rPr>
              <a:t>、</a:t>
            </a:r>
            <a:r>
              <a:rPr lang="zh-CN" altLang="en-US" sz="1200" b="0" i="0" dirty="0">
                <a:solidFill>
                  <a:srgbClr val="333333"/>
                </a:solidFill>
                <a:effectLst/>
                <a:latin typeface="Microsoft YaHei" pitchFamily="34" charset="-122"/>
                <a:ea typeface="Microsoft YaHei" pitchFamily="34" charset="-122"/>
              </a:rPr>
              <a:t>牛津大学访问学者</a:t>
            </a:r>
            <a:endParaRPr lang="en-US" altLang="zh-CN" sz="1200" b="0" i="0" dirty="0">
              <a:solidFill>
                <a:srgbClr val="333333"/>
              </a:solidFill>
              <a:effectLst/>
              <a:latin typeface="Microsoft YaHei" pitchFamily="34" charset="-122"/>
              <a:ea typeface="Microsoft YaHei" pitchFamily="34" charset="-122"/>
            </a:endParaRPr>
          </a:p>
          <a:p>
            <a:pPr marL="171450" indent="-171450">
              <a:lnSpc>
                <a:spcPts val="1800"/>
              </a:lnSpc>
              <a:spcBef>
                <a:spcPts val="600"/>
              </a:spcBef>
              <a:buFont typeface="Arial" panose="020B0604020202090204" pitchFamily="34" charset="0"/>
              <a:buChar char="•"/>
            </a:pPr>
            <a:r>
              <a:rPr lang="zh-CN" altLang="en-US" sz="1200" b="0" i="0" dirty="0">
                <a:solidFill>
                  <a:srgbClr val="333333"/>
                </a:solidFill>
                <a:effectLst/>
                <a:latin typeface="Microsoft YaHei" pitchFamily="34" charset="-122"/>
                <a:ea typeface="Microsoft YaHei" pitchFamily="34" charset="-122"/>
              </a:rPr>
              <a:t>主要研究方向为：临床研究设计与实施、实施科学、患者体验与行为研究，尤其聚焦于定性与混合方法研究。</a:t>
            </a:r>
            <a:endParaRPr lang="en-US" altLang="zh-CN" sz="1200" b="0" i="0" dirty="0">
              <a:solidFill>
                <a:srgbClr val="333333"/>
              </a:solidFill>
              <a:effectLst/>
              <a:latin typeface="Microsoft YaHei" pitchFamily="34" charset="-122"/>
              <a:ea typeface="Microsoft YaHei" pitchFamily="34" charset="-122"/>
            </a:endParaRPr>
          </a:p>
          <a:p>
            <a:pPr marL="171450" indent="-171450">
              <a:lnSpc>
                <a:spcPts val="1800"/>
              </a:lnSpc>
              <a:spcBef>
                <a:spcPts val="600"/>
              </a:spcBef>
              <a:buFont typeface="Arial" panose="020B0604020202090204" pitchFamily="34" charset="0"/>
              <a:buChar char="•"/>
            </a:pPr>
            <a:r>
              <a:rPr lang="zh-CN" altLang="en-US" sz="1200" b="0" i="0" dirty="0">
                <a:solidFill>
                  <a:srgbClr val="333333"/>
                </a:solidFill>
                <a:effectLst/>
                <a:latin typeface="Microsoft YaHei" pitchFamily="34" charset="-122"/>
                <a:ea typeface="Microsoft YaHei" pitchFamily="34" charset="-122"/>
              </a:rPr>
              <a:t>担任国际混合方法研究学会管委会成员、中国分会秘书长，中国健康促进与健康教育协会健康教育方法学研究分会秘书长，</a:t>
            </a:r>
            <a:r>
              <a:rPr lang="en-US" altLang="zh-CN" sz="1200" b="0" i="0" dirty="0">
                <a:solidFill>
                  <a:srgbClr val="333333"/>
                </a:solidFill>
                <a:effectLst/>
                <a:latin typeface="Microsoft YaHei" pitchFamily="34" charset="-122"/>
                <a:ea typeface="Microsoft YaHei" pitchFamily="34" charset="-122"/>
              </a:rPr>
              <a:t>STAR</a:t>
            </a:r>
            <a:r>
              <a:rPr lang="zh-CN" altLang="en-US" sz="1200" b="0" i="0" dirty="0">
                <a:solidFill>
                  <a:srgbClr val="333333"/>
                </a:solidFill>
                <a:effectLst/>
                <a:latin typeface="Microsoft YaHei" pitchFamily="34" charset="-122"/>
                <a:ea typeface="Microsoft YaHei" pitchFamily="34" charset="-122"/>
              </a:rPr>
              <a:t>指南评级专业委员会康复医学专科副主任委员等。</a:t>
            </a:r>
            <a:endParaRPr lang="en-US" altLang="zh-CN" sz="1200" b="0" i="0" dirty="0">
              <a:solidFill>
                <a:srgbClr val="333333"/>
              </a:solidFill>
              <a:effectLst/>
              <a:latin typeface="Microsoft YaHei" pitchFamily="34" charset="-122"/>
              <a:ea typeface="Microsoft YaHei" pitchFamily="34" charset="-122"/>
            </a:endParaRPr>
          </a:p>
          <a:p>
            <a:pPr marL="171450" indent="-171450">
              <a:lnSpc>
                <a:spcPts val="1800"/>
              </a:lnSpc>
              <a:spcBef>
                <a:spcPts val="600"/>
              </a:spcBef>
              <a:buFont typeface="Arial" panose="020B0604020202090204" pitchFamily="34" charset="0"/>
              <a:buChar char="•"/>
            </a:pPr>
            <a:r>
              <a:rPr lang="zh-CN" altLang="en-US" sz="1200" b="0" i="0" dirty="0">
                <a:solidFill>
                  <a:srgbClr val="333333"/>
                </a:solidFill>
                <a:effectLst/>
                <a:latin typeface="Microsoft YaHei" pitchFamily="34" charset="-122"/>
                <a:ea typeface="Microsoft YaHei" pitchFamily="34" charset="-122"/>
              </a:rPr>
              <a:t>主译书籍</a:t>
            </a:r>
            <a:r>
              <a:rPr lang="en-US" altLang="zh-CN" sz="1200" b="0" i="0" dirty="0">
                <a:solidFill>
                  <a:srgbClr val="333333"/>
                </a:solidFill>
                <a:effectLst/>
                <a:latin typeface="Microsoft YaHei" pitchFamily="34" charset="-122"/>
                <a:ea typeface="Microsoft YaHei" pitchFamily="34" charset="-122"/>
              </a:rPr>
              <a:t>《</a:t>
            </a:r>
            <a:r>
              <a:rPr lang="zh-CN" altLang="en-US" sz="1200" b="0" i="0" dirty="0">
                <a:solidFill>
                  <a:srgbClr val="333333"/>
                </a:solidFill>
                <a:effectLst/>
                <a:latin typeface="Microsoft YaHei" pitchFamily="34" charset="-122"/>
                <a:ea typeface="Microsoft YaHei" pitchFamily="34" charset="-122"/>
              </a:rPr>
              <a:t>混合方法研究实践手册</a:t>
            </a:r>
            <a:r>
              <a:rPr lang="en-US" altLang="zh-CN" sz="1200" b="0" i="0" dirty="0">
                <a:solidFill>
                  <a:srgbClr val="333333"/>
                </a:solidFill>
                <a:effectLst/>
                <a:latin typeface="Microsoft YaHei" pitchFamily="34" charset="-122"/>
                <a:ea typeface="Microsoft YaHei" pitchFamily="34" charset="-122"/>
              </a:rPr>
              <a:t>—</a:t>
            </a:r>
            <a:r>
              <a:rPr lang="zh-CN" altLang="en-US" sz="1200" b="0" i="0" dirty="0">
                <a:solidFill>
                  <a:srgbClr val="333333"/>
                </a:solidFill>
                <a:effectLst/>
                <a:latin typeface="Microsoft YaHei" pitchFamily="34" charset="-122"/>
                <a:ea typeface="Microsoft YaHei" pitchFamily="34" charset="-122"/>
              </a:rPr>
              <a:t>设计、实施和发表</a:t>
            </a:r>
            <a:r>
              <a:rPr lang="en-US" altLang="zh-CN" sz="1200" b="0" i="0" dirty="0">
                <a:solidFill>
                  <a:srgbClr val="333333"/>
                </a:solidFill>
                <a:effectLst/>
                <a:latin typeface="Microsoft YaHei" pitchFamily="34" charset="-122"/>
                <a:ea typeface="Microsoft YaHei" pitchFamily="34" charset="-122"/>
              </a:rPr>
              <a:t>》</a:t>
            </a:r>
            <a:r>
              <a:rPr lang="zh-CN" altLang="en-US" sz="1200" b="0" i="0" dirty="0">
                <a:solidFill>
                  <a:srgbClr val="333333"/>
                </a:solidFill>
                <a:effectLst/>
                <a:latin typeface="Microsoft YaHei" pitchFamily="34" charset="-122"/>
                <a:ea typeface="Microsoft YaHei" pitchFamily="34" charset="-122"/>
              </a:rPr>
              <a:t>、</a:t>
            </a:r>
            <a:r>
              <a:rPr lang="en-US" altLang="zh-CN" sz="1200" b="0" i="0" dirty="0">
                <a:solidFill>
                  <a:srgbClr val="333333"/>
                </a:solidFill>
                <a:effectLst/>
                <a:latin typeface="Microsoft YaHei" pitchFamily="34" charset="-122"/>
                <a:ea typeface="Microsoft YaHei" pitchFamily="34" charset="-122"/>
              </a:rPr>
              <a:t>《</a:t>
            </a:r>
            <a:r>
              <a:rPr lang="zh-CN" altLang="en-US" sz="1200" b="0" i="0" dirty="0">
                <a:solidFill>
                  <a:srgbClr val="333333"/>
                </a:solidFill>
                <a:effectLst/>
                <a:latin typeface="Microsoft YaHei" pitchFamily="34" charset="-122"/>
                <a:ea typeface="Microsoft YaHei" pitchFamily="34" charset="-122"/>
              </a:rPr>
              <a:t>定性研究在随机对照试验中的应用指南</a:t>
            </a:r>
            <a:r>
              <a:rPr lang="en-US" altLang="zh-CN" sz="1200" b="0" i="0" dirty="0">
                <a:solidFill>
                  <a:srgbClr val="333333"/>
                </a:solidFill>
                <a:effectLst/>
                <a:latin typeface="Microsoft YaHei" pitchFamily="34" charset="-122"/>
                <a:ea typeface="Microsoft YaHei" pitchFamily="34" charset="-122"/>
              </a:rPr>
              <a:t>》</a:t>
            </a:r>
            <a:r>
              <a:rPr lang="zh-CN" altLang="en-US" sz="1200" b="0" i="0" dirty="0">
                <a:solidFill>
                  <a:srgbClr val="333333"/>
                </a:solidFill>
                <a:effectLst/>
                <a:latin typeface="Microsoft YaHei" pitchFamily="34" charset="-122"/>
                <a:ea typeface="Microsoft YaHei" pitchFamily="34" charset="-122"/>
              </a:rPr>
              <a:t>，参编</a:t>
            </a:r>
            <a:r>
              <a:rPr lang="en-US" altLang="zh-CN" sz="1200" b="0" i="0" dirty="0">
                <a:solidFill>
                  <a:srgbClr val="333333"/>
                </a:solidFill>
                <a:effectLst/>
                <a:latin typeface="Microsoft YaHei" pitchFamily="34" charset="-122"/>
                <a:ea typeface="Microsoft YaHei" pitchFamily="34" charset="-122"/>
              </a:rPr>
              <a:t>《The SAGE Handbook of Mixed Methods Research Design》</a:t>
            </a:r>
            <a:r>
              <a:rPr lang="zh-CN" altLang="en-US" sz="1200" b="0" i="0" dirty="0">
                <a:solidFill>
                  <a:srgbClr val="333333"/>
                </a:solidFill>
                <a:effectLst/>
                <a:latin typeface="Microsoft YaHei" pitchFamily="34" charset="-122"/>
                <a:ea typeface="Microsoft YaHei" pitchFamily="34" charset="-122"/>
              </a:rPr>
              <a:t>、</a:t>
            </a:r>
            <a:r>
              <a:rPr lang="en-US" altLang="zh-CN" sz="1200" b="0" i="0" dirty="0">
                <a:solidFill>
                  <a:srgbClr val="333333"/>
                </a:solidFill>
                <a:effectLst/>
                <a:latin typeface="Microsoft YaHei" pitchFamily="34" charset="-122"/>
                <a:ea typeface="Microsoft YaHei" pitchFamily="34" charset="-122"/>
              </a:rPr>
              <a:t>《</a:t>
            </a:r>
            <a:r>
              <a:rPr lang="zh-CN" altLang="en-US" sz="1200" b="0" i="0" dirty="0">
                <a:solidFill>
                  <a:srgbClr val="333333"/>
                </a:solidFill>
                <a:effectLst/>
                <a:latin typeface="Microsoft YaHei" pitchFamily="34" charset="-122"/>
                <a:ea typeface="Microsoft YaHei" pitchFamily="34" charset="-122"/>
              </a:rPr>
              <a:t>临床研究方法与实用技巧</a:t>
            </a:r>
            <a:r>
              <a:rPr lang="en-US" altLang="zh-CN" sz="1200" b="0" i="0" dirty="0">
                <a:solidFill>
                  <a:srgbClr val="333333"/>
                </a:solidFill>
                <a:effectLst/>
                <a:latin typeface="Microsoft YaHei" pitchFamily="34" charset="-122"/>
                <a:ea typeface="Microsoft YaHei" pitchFamily="34" charset="-122"/>
              </a:rPr>
              <a:t>》</a:t>
            </a:r>
            <a:r>
              <a:rPr lang="zh-CN" altLang="en-US" sz="1200" b="0" i="0" dirty="0">
                <a:solidFill>
                  <a:srgbClr val="333333"/>
                </a:solidFill>
                <a:effectLst/>
                <a:latin typeface="Microsoft YaHei" pitchFamily="34" charset="-122"/>
                <a:ea typeface="Microsoft YaHei" pitchFamily="34" charset="-122"/>
              </a:rPr>
              <a:t>方法学系列丛书。正主编书籍</a:t>
            </a:r>
            <a:r>
              <a:rPr lang="en-US" altLang="zh-CN" sz="1200" b="0" i="0" dirty="0">
                <a:solidFill>
                  <a:srgbClr val="333333"/>
                </a:solidFill>
                <a:effectLst/>
                <a:latin typeface="Microsoft YaHei" pitchFamily="34" charset="-122"/>
                <a:ea typeface="Microsoft YaHei" pitchFamily="34" charset="-122"/>
              </a:rPr>
              <a:t>《</a:t>
            </a:r>
            <a:r>
              <a:rPr lang="zh-CN" altLang="en-US" sz="1200" b="0" i="0" dirty="0">
                <a:solidFill>
                  <a:srgbClr val="333333"/>
                </a:solidFill>
                <a:effectLst/>
                <a:latin typeface="Microsoft YaHei" pitchFamily="34" charset="-122"/>
                <a:ea typeface="Microsoft YaHei" pitchFamily="34" charset="-122"/>
              </a:rPr>
              <a:t>混合方法研究理论与实践</a:t>
            </a:r>
            <a:r>
              <a:rPr lang="en-US" altLang="zh-CN" sz="1200" b="0" i="0" dirty="0">
                <a:solidFill>
                  <a:srgbClr val="333333"/>
                </a:solidFill>
                <a:effectLst/>
                <a:latin typeface="Microsoft YaHei" pitchFamily="34" charset="-122"/>
                <a:ea typeface="Microsoft YaHei" pitchFamily="34" charset="-122"/>
              </a:rPr>
              <a:t>》</a:t>
            </a:r>
          </a:p>
          <a:p>
            <a:pPr marL="171450" indent="-171450">
              <a:lnSpc>
                <a:spcPts val="1800"/>
              </a:lnSpc>
              <a:spcBef>
                <a:spcPts val="600"/>
              </a:spcBef>
              <a:buFont typeface="Arial" panose="020B0604020202090204" pitchFamily="34" charset="0"/>
              <a:buChar char="•"/>
            </a:pPr>
            <a:r>
              <a:rPr lang="zh-CN" altLang="en-US" sz="1200" b="0" i="0" dirty="0">
                <a:solidFill>
                  <a:srgbClr val="333333"/>
                </a:solidFill>
                <a:effectLst/>
                <a:latin typeface="Microsoft YaHei" pitchFamily="34" charset="-122"/>
                <a:ea typeface="Microsoft YaHei" pitchFamily="34" charset="-122"/>
              </a:rPr>
              <a:t>主持国自然青年课题</a:t>
            </a:r>
            <a:r>
              <a:rPr lang="en-US" altLang="zh-CN" sz="1200" b="0" i="0" dirty="0">
                <a:solidFill>
                  <a:srgbClr val="333333"/>
                </a:solidFill>
                <a:effectLst/>
                <a:latin typeface="Microsoft YaHei" pitchFamily="34" charset="-122"/>
                <a:ea typeface="Microsoft YaHei" pitchFamily="34" charset="-122"/>
              </a:rPr>
              <a:t>1</a:t>
            </a:r>
            <a:r>
              <a:rPr lang="zh-CN" altLang="en-US" sz="1200" b="0" i="0" dirty="0">
                <a:solidFill>
                  <a:srgbClr val="333333"/>
                </a:solidFill>
                <a:effectLst/>
                <a:latin typeface="Microsoft YaHei" pitchFamily="34" charset="-122"/>
                <a:ea typeface="Microsoft YaHei" pitchFamily="34" charset="-122"/>
              </a:rPr>
              <a:t>项，北京市自然科学基金面上项目</a:t>
            </a:r>
            <a:r>
              <a:rPr lang="en-US" altLang="zh-CN" sz="1200" b="0" i="0" dirty="0">
                <a:solidFill>
                  <a:srgbClr val="333333"/>
                </a:solidFill>
                <a:effectLst/>
                <a:latin typeface="Microsoft YaHei" pitchFamily="34" charset="-122"/>
                <a:ea typeface="Microsoft YaHei" pitchFamily="34" charset="-122"/>
              </a:rPr>
              <a:t>1</a:t>
            </a:r>
            <a:r>
              <a:rPr lang="zh-CN" altLang="en-US" sz="1200" b="0" i="0" dirty="0">
                <a:solidFill>
                  <a:srgbClr val="333333"/>
                </a:solidFill>
                <a:effectLst/>
                <a:latin typeface="Microsoft YaHei" pitchFamily="34" charset="-122"/>
                <a:ea typeface="Microsoft YaHei" pitchFamily="34" charset="-122"/>
              </a:rPr>
              <a:t>项</a:t>
            </a:r>
            <a:r>
              <a:rPr lang="en-US" altLang="zh-CN" sz="1200" b="0" i="0" dirty="0">
                <a:solidFill>
                  <a:srgbClr val="333333"/>
                </a:solidFill>
                <a:effectLst/>
                <a:latin typeface="Microsoft YaHei" pitchFamily="34" charset="-122"/>
                <a:ea typeface="Microsoft YaHei" pitchFamily="34" charset="-122"/>
              </a:rPr>
              <a:t>，</a:t>
            </a:r>
            <a:r>
              <a:rPr lang="zh-CN" altLang="en-US" sz="1200" b="0" i="0" dirty="0">
                <a:solidFill>
                  <a:srgbClr val="333333"/>
                </a:solidFill>
                <a:effectLst/>
                <a:latin typeface="Microsoft YaHei" pitchFamily="34" charset="-122"/>
                <a:ea typeface="Microsoft YaHei" pitchFamily="34" charset="-122"/>
              </a:rPr>
              <a:t>牵头全国多中心罕见病研究</a:t>
            </a:r>
            <a:r>
              <a:rPr lang="en-US" altLang="zh-CN" sz="1200" b="0" i="0" dirty="0">
                <a:solidFill>
                  <a:srgbClr val="333333"/>
                </a:solidFill>
                <a:effectLst/>
                <a:latin typeface="Microsoft YaHei" pitchFamily="34" charset="-122"/>
                <a:ea typeface="Microsoft YaHei" pitchFamily="34" charset="-122"/>
              </a:rPr>
              <a:t>1</a:t>
            </a:r>
            <a:r>
              <a:rPr lang="zh-CN" altLang="en-US" sz="1200" b="0" i="0" dirty="0">
                <a:solidFill>
                  <a:srgbClr val="333333"/>
                </a:solidFill>
                <a:effectLst/>
                <a:latin typeface="Microsoft YaHei" pitchFamily="34" charset="-122"/>
                <a:ea typeface="Microsoft YaHei" pitchFamily="34" charset="-122"/>
              </a:rPr>
              <a:t>项，其他各类横纵向课题</a:t>
            </a:r>
            <a:r>
              <a:rPr lang="en-US" altLang="zh-CN" sz="1200" b="0" i="0" dirty="0">
                <a:solidFill>
                  <a:srgbClr val="333333"/>
                </a:solidFill>
                <a:effectLst/>
                <a:latin typeface="Microsoft YaHei" pitchFamily="34" charset="-122"/>
                <a:ea typeface="Microsoft YaHei" pitchFamily="34" charset="-122"/>
              </a:rPr>
              <a:t>7</a:t>
            </a:r>
            <a:r>
              <a:rPr lang="zh-CN" altLang="en-US" sz="1200" b="0" i="0" dirty="0">
                <a:solidFill>
                  <a:srgbClr val="333333"/>
                </a:solidFill>
                <a:effectLst/>
                <a:latin typeface="Microsoft YaHei" pitchFamily="34" charset="-122"/>
                <a:ea typeface="Microsoft YaHei" pitchFamily="34" charset="-122"/>
              </a:rPr>
              <a:t>项。在</a:t>
            </a:r>
            <a:r>
              <a:rPr lang="en-US" altLang="zh-CN" sz="1200" b="0" i="0" dirty="0">
                <a:solidFill>
                  <a:srgbClr val="333333"/>
                </a:solidFill>
                <a:effectLst/>
                <a:latin typeface="Microsoft YaHei" pitchFamily="34" charset="-122"/>
                <a:ea typeface="Microsoft YaHei" pitchFamily="34" charset="-122"/>
              </a:rPr>
              <a:t>Lancet rheumatology</a:t>
            </a:r>
            <a:r>
              <a:rPr lang="zh-CN" altLang="en-US" sz="1200" b="0" i="0" dirty="0">
                <a:solidFill>
                  <a:srgbClr val="333333"/>
                </a:solidFill>
                <a:effectLst/>
                <a:latin typeface="Microsoft YaHei" pitchFamily="34" charset="-122"/>
                <a:ea typeface="Microsoft YaHei" pitchFamily="34" charset="-122"/>
              </a:rPr>
              <a:t>，</a:t>
            </a:r>
            <a:r>
              <a:rPr lang="en-US" altLang="zh-CN" sz="1200" b="0" i="0" dirty="0">
                <a:solidFill>
                  <a:srgbClr val="333333"/>
                </a:solidFill>
                <a:effectLst/>
                <a:latin typeface="Microsoft YaHei" pitchFamily="34" charset="-122"/>
                <a:ea typeface="Microsoft YaHei" pitchFamily="34" charset="-122"/>
              </a:rPr>
              <a:t>JAMA Network Open</a:t>
            </a:r>
            <a:r>
              <a:rPr lang="zh-CN" altLang="en-US" sz="1200" b="0" i="0" dirty="0">
                <a:solidFill>
                  <a:srgbClr val="333333"/>
                </a:solidFill>
                <a:effectLst/>
                <a:latin typeface="Microsoft YaHei" pitchFamily="34" charset="-122"/>
                <a:ea typeface="Microsoft YaHei" pitchFamily="34" charset="-122"/>
              </a:rPr>
              <a:t>，中华医学杂志等中英文期刊参与累计发表中英文文章</a:t>
            </a:r>
            <a:r>
              <a:rPr lang="en-US" altLang="zh-CN" sz="1200" b="0" i="0" dirty="0">
                <a:solidFill>
                  <a:srgbClr val="333333"/>
                </a:solidFill>
                <a:effectLst/>
                <a:latin typeface="Microsoft YaHei" pitchFamily="34" charset="-122"/>
                <a:ea typeface="Microsoft YaHei" pitchFamily="34" charset="-122"/>
              </a:rPr>
              <a:t>100</a:t>
            </a:r>
            <a:r>
              <a:rPr lang="zh-CN" altLang="en-US" sz="1200" b="0" i="0" dirty="0">
                <a:solidFill>
                  <a:srgbClr val="333333"/>
                </a:solidFill>
                <a:effectLst/>
                <a:latin typeface="Microsoft YaHei" pitchFamily="34" charset="-122"/>
                <a:ea typeface="Microsoft YaHei" pitchFamily="34" charset="-122"/>
              </a:rPr>
              <a:t>余篇。</a:t>
            </a:r>
            <a:endParaRPr lang="zh-CN" altLang="en-US" sz="1200" dirty="0">
              <a:latin typeface="Microsoft YaHei" pitchFamily="34" charset="-122"/>
              <a:ea typeface="Microsoft YaHei" pitchFamily="34" charset="-122"/>
            </a:endParaRPr>
          </a:p>
        </p:txBody>
      </p:sp>
      <p:pic>
        <p:nvPicPr>
          <p:cNvPr id="10" name="图片 9" descr="穿蓝色衣服的人&#10;&#10;描述已自动生成"/>
          <p:cNvPicPr>
            <a:picLocks noChangeAspect="1"/>
          </p:cNvPicPr>
          <p:nvPr/>
        </p:nvPicPr>
        <p:blipFill>
          <a:blip r:embed="rId13"/>
          <a:stretch>
            <a:fillRect/>
          </a:stretch>
        </p:blipFill>
        <p:spPr>
          <a:xfrm>
            <a:off x="9930828" y="723906"/>
            <a:ext cx="886079" cy="1285168"/>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DJUSTMENTS" val="0"/>
</p:tagLst>
</file>

<file path=ppt/tags/tag2.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3.xml><?xml version="1.0" encoding="utf-8"?>
<p:tagLst xmlns:a="http://schemas.openxmlformats.org/drawingml/2006/main" xmlns:r="http://schemas.openxmlformats.org/officeDocument/2006/relationships" xmlns:p="http://schemas.openxmlformats.org/presentationml/2006/main">
  <p:tag name="ADJUSTMENTS" val="0"/>
</p:tagLst>
</file>

<file path=ppt/tags/tag4.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5.xml><?xml version="1.0" encoding="utf-8"?>
<p:tagLst xmlns:a="http://schemas.openxmlformats.org/drawingml/2006/main" xmlns:r="http://schemas.openxmlformats.org/officeDocument/2006/relationships" xmlns:p="http://schemas.openxmlformats.org/presentationml/2006/main">
  <p:tag name="ADJUSTMENTS" val="3.162912"/>
</p:tagLst>
</file>

<file path=ppt/tags/tag6.xml><?xml version="1.0" encoding="utf-8"?>
<p:tagLst xmlns:a="http://schemas.openxmlformats.org/drawingml/2006/main" xmlns:r="http://schemas.openxmlformats.org/officeDocument/2006/relationships" xmlns:p="http://schemas.openxmlformats.org/presentationml/2006/main">
  <p:tag name="ADJUSTMENTS" val="3.162912"/>
</p:tagLst>
</file>

<file path=ppt/tags/tag7.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684_1*l_h_f*1_2_1"/>
  <p:tag name="KSO_WM_TEMPLATE_CATEGORY" val="diagram"/>
  <p:tag name="KSO_WM_TEMPLATE_INDEX" val="20231684"/>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24.51059665469677,&quot;left&quot;:49.37503937007874,&quot;top&quot;:4.539403345303254,&quot;width&quot;:866.3749606299212}"/>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PRESET_TEXT" val="单击此处输入你的智能图形项正文，文字是您思想的提炼，请尽量言简意赅"/>
  <p:tag name="KSO_WM_UNIT_LINE_FORE_SCHEMECOLOR_INDEX" val="5"/>
  <p:tag name="KSO_WM_UNIT_TEXT_TYPE" val="1"/>
  <p:tag name="KSO_WM_DIAGRAM_USE_COLOR_VALUE" val="{&quot;color_scheme&quot;:1,&quot;color_type&quot;:1,&quot;theme_color_indexes&quot;:[5,6,5,6,5,6]}"/>
</p:tagLst>
</file>

<file path=ppt/tags/tag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684_1*l_h_f*1_1_1"/>
  <p:tag name="KSO_WM_TEMPLATE_CATEGORY" val="diagram"/>
  <p:tag name="KSO_WM_TEMPLATE_INDEX" val="20231684"/>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95001220703125,&quot;left&quot;:49.37503937007874,&quot;top&quot;:4.539403345303254,&quot;width&quot;:866.3749606299212}"/>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PRESET_TEXT" val="单击此处输入你的智能图形项正文，文字是您思想的提炼，请尽量言简意赅"/>
  <p:tag name="KSO_WM_UNIT_LINE_FORE_SCHEMECOLOR_INDEX" val="5"/>
  <p:tag name="KSO_WM_UNIT_TEXT_TYPE" val="1"/>
  <p:tag name="KSO_WM_DIAGRAM_USE_COLOR_VALUE" val="{&quot;color_scheme&quot;:1,&quot;color_type&quot;:1,&quot;theme_color_indexes&quot;:[5,6,5,6,5,6]}"/>
</p:tagLst>
</file>

<file path=ppt/tags/tag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684_1*l_h_a*1_1_1"/>
  <p:tag name="KSO_WM_TEMPLATE_CATEGORY" val="diagram"/>
  <p:tag name="KSO_WM_TEMPLATE_INDEX" val="20231684"/>
  <p:tag name="KSO_WM_UNIT_LAYERLEVEL" val="1_1_1"/>
  <p:tag name="KSO_WM_TAG_VERSION" val="3.0"/>
  <p:tag name="KSO_WM_DIAGRAM_VERSION" val="3"/>
  <p:tag name="KSO_WM_DIAGRAM_COLOR_TRICK" val="1"/>
  <p:tag name="KSO_WM_DIAGRAM_COLOR_TEXT_CAN_REMOVE" val="n"/>
  <p:tag name="KSO_WM_DIAGRAM_GROUP_CODE" val="l1-1"/>
  <p:tag name="KSO_WM_BEAUTIFY_FLAG" val="#wm#"/>
  <p:tag name="KSO_WM_DIAGRAM_MAX_ITEMCNT" val="6"/>
  <p:tag name="KSO_WM_DIAGRAM_MIN_ITEMCNT" val="2"/>
  <p:tag name="KSO_WM_DIAGRAM_VIRTUALLY_FRAME" val="{&quot;height&quot;:424.51059665469677,&quot;left&quot;:49.37503937007874,&quot;top&quot;:4.539403345303254,&quot;width&quot;:866.3749606299212}"/>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684_1*l_h_a*1_2_1"/>
  <p:tag name="KSO_WM_TEMPLATE_CATEGORY" val="diagram"/>
  <p:tag name="KSO_WM_TEMPLATE_INDEX" val="20231684"/>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95001220703125,&quot;left&quot;:46.825039370078734,&quot;top&quot;:79.53940334530326,&quot;width&quot;:866.3630708661418}"/>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79705" indent="-179705" algn="l">
          <a:lnSpc>
            <a:spcPct val="140000"/>
          </a:lnSpc>
          <a:buFont typeface="Arial" panose="020B060402020209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7F85DEB-1E2B-4216-9AEF-A4A989438D77}"/>
</file>

<file path=customXml/itemProps2.xml><?xml version="1.0" encoding="utf-8"?>
<ds:datastoreItem xmlns:ds="http://schemas.openxmlformats.org/officeDocument/2006/customXml" ds:itemID="{663EDF35-B13A-43E1-B8CA-C956A2BF0519}">
  <ds:schemaRefs>
    <ds:schemaRef ds:uri="3bf1e40b-b310-4774-88e2-db1d51a3eab1"/>
    <ds:schemaRef ds:uri="3e6c12b9-8ddc-4867-a0d6-e1515d106c9b"/>
    <ds:schemaRef ds:uri="e47812bf-c8f0-415c-9dc6-75659472579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A116F68-9670-4423-BFAC-CBEF5411B73B}">
  <ds:schemaRefs>
    <ds:schemaRef ds:uri="http://schemas.microsoft.com/sharepoint/v3/contenttype/forms"/>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emplate>Boehringer_Ingelheim_Master_1.0 (4)</Template>
  <TotalTime>1017</TotalTime>
  <Words>1194</Words>
  <Application>Microsoft Office PowerPoint</Application>
  <PresentationFormat>宽屏</PresentationFormat>
  <Paragraphs>174</Paragraphs>
  <Slides>11</Slides>
  <Notes>5</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11</vt:i4>
      </vt:variant>
    </vt:vector>
  </HeadingPairs>
  <TitlesOfParts>
    <vt:vector size="23" baseType="lpstr">
      <vt:lpstr>Boehringer Forward Head</vt:lpstr>
      <vt:lpstr>Wingdings</vt:lpstr>
      <vt:lpstr>Arial Black</vt:lpstr>
      <vt:lpstr>OPPOSans B</vt:lpstr>
      <vt:lpstr>Calibri</vt:lpstr>
      <vt:lpstr>Microsoft YaHei</vt:lpstr>
      <vt:lpstr>Boehringer Forward Text</vt:lpstr>
      <vt:lpstr>Arial</vt:lpstr>
      <vt:lpstr>Microsoft YaHei</vt:lpstr>
      <vt:lpstr>DengXian</vt:lpstr>
      <vt:lpstr>OPPOSans H</vt:lpstr>
      <vt:lpstr>Boehringer Ingelheim 16:9</vt:lpstr>
      <vt:lpstr>ECR proposal Exploring patients’ experiences with nerandomilast:  a longitudinal qualitative research among IPF patients</vt:lpstr>
      <vt:lpstr>PowerPoint 演示文稿</vt:lpstr>
      <vt:lpstr>Background</vt:lpstr>
      <vt:lpstr>Objectives</vt:lpstr>
      <vt:lpstr>Study design: longitudinal qualitative research</vt:lpstr>
      <vt:lpstr>Data collection and analysis</vt:lpstr>
      <vt:lpstr>Timeline, budget and publication plan</vt:lpstr>
      <vt:lpstr>Study sites and investigators </vt:lpstr>
      <vt:lpstr>Backup slides</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Template for ONIS/EAP Proposal</dc:title>
  <dc:creator>Feng,Guoze (MED MA) BII-CN-B</dc:creator>
  <cp:lastModifiedBy>Feng,Guoze (HP Medicine) BII-CN-B</cp:lastModifiedBy>
  <cp:revision>1</cp:revision>
  <dcterms:created xsi:type="dcterms:W3CDTF">2026-03-09T14:27:47Z</dcterms:created>
  <dcterms:modified xsi:type="dcterms:W3CDTF">2026-04-21T03:28:58Z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2052-12.1.24031.24031</vt:lpwstr>
  </property>
  <property fmtid="{D5CDD505-2E9C-101B-9397-08002B2CF9AE}" pid="3" name="ICV">
    <vt:lpwstr>1E37BB7299E260B771AAA56987586A19_42</vt:lpwstr>
  </property>
  <property fmtid="{D5CDD505-2E9C-101B-9397-08002B2CF9AE}" pid="4" name="ContentTypeId">
    <vt:lpwstr>0x010100B9242DF3D1D04D43AAE539FB642C880D</vt:lpwstr>
  </property>
  <property fmtid="{D5CDD505-2E9C-101B-9397-08002B2CF9AE}" pid="5" name="MediaServiceImageTags">
    <vt:lpwstr/>
  </property>
</Properties>
</file>