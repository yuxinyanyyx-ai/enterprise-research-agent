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2.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theme/theme3.xml" ContentType="application/vnd.openxmlformats-officedocument.theme+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notesSlides/notesSlide6.xml" ContentType="application/vnd.openxmlformats-officedocument.presentationml.notesSlide+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notesSlides/notesSlide9.xml" ContentType="application/vnd.openxmlformats-officedocument.presentationml.notesSlide+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notesSlides/notesSlide12.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notesSlides/notesSlide20.xml" ContentType="application/vnd.openxmlformats-officedocument.presentationml.notesSlide+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notesSlides/notesSlide21.xml" ContentType="application/vnd.openxmlformats-officedocument.presentationml.notesSlide+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notesSlides/notesSlide22.xml" ContentType="application/vnd.openxmlformats-officedocument.presentationml.notesSlide+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4"/>
    <p:sldMasterId id="2147483788" r:id="rId5"/>
    <p:sldMasterId id="2147483878" r:id="rId6"/>
    <p:sldMasterId id="2147483915" r:id="rId7"/>
  </p:sldMasterIdLst>
  <p:notesMasterIdLst>
    <p:notesMasterId r:id="rId43"/>
  </p:notesMasterIdLst>
  <p:sldIdLst>
    <p:sldId id="9849" r:id="rId8"/>
    <p:sldId id="9850" r:id="rId9"/>
    <p:sldId id="9856" r:id="rId10"/>
    <p:sldId id="9852" r:id="rId11"/>
    <p:sldId id="292" r:id="rId12"/>
    <p:sldId id="290" r:id="rId13"/>
    <p:sldId id="276" r:id="rId14"/>
    <p:sldId id="2147480196" r:id="rId15"/>
    <p:sldId id="2147480185" r:id="rId16"/>
    <p:sldId id="2147483620" r:id="rId17"/>
    <p:sldId id="285" r:id="rId18"/>
    <p:sldId id="295" r:id="rId19"/>
    <p:sldId id="263" r:id="rId20"/>
    <p:sldId id="261" r:id="rId21"/>
    <p:sldId id="271" r:id="rId22"/>
    <p:sldId id="256" r:id="rId23"/>
    <p:sldId id="258" r:id="rId24"/>
    <p:sldId id="278" r:id="rId25"/>
    <p:sldId id="2147483647" r:id="rId26"/>
    <p:sldId id="259" r:id="rId27"/>
    <p:sldId id="260" r:id="rId28"/>
    <p:sldId id="296" r:id="rId29"/>
    <p:sldId id="9813" r:id="rId30"/>
    <p:sldId id="257" r:id="rId31"/>
    <p:sldId id="298" r:id="rId32"/>
    <p:sldId id="299" r:id="rId33"/>
    <p:sldId id="2147483646" r:id="rId34"/>
    <p:sldId id="2147483631" r:id="rId35"/>
    <p:sldId id="2147483621" r:id="rId36"/>
    <p:sldId id="268" r:id="rId37"/>
    <p:sldId id="269" r:id="rId38"/>
    <p:sldId id="270" r:id="rId39"/>
    <p:sldId id="273" r:id="rId40"/>
    <p:sldId id="274" r:id="rId41"/>
    <p:sldId id="2147483627" r:id="rId4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3141F08-FBC8-F6A4-1DF1-9049E70CD26A}" name="Xiao,Jingbo (HP Medicine) BII-CN-S" initials="" userId="S::jingbo.xiao@boehringer-ingelheim.com::240cea10-594f-4a4d-87cc-57b72bd70599" providerId="AD"/>
  <p188:author id="{BF72691A-881E-DB3F-B5DE-CFB2E60E289E}" name="Kong,Shenqi (HP Medicine) BII-CN-S" initials="" userId="S::shenqi.kong@boehringer-ingelheim.com::4d81765c-e2f0-440b-b25b-1cd7f4e6edd9" providerId="AD"/>
  <p188:author id="{5E45A13C-8950-BD5F-BEEA-8AAE6323E523}" name="Zhu,Dr.,Freya (HP Medicine) BII-CN-S" initials="" userId="S::freya.zhu@boehringer-ingelheim.com::ba7ac7f0-888b-42e4-ba04-1b1f5a949861" providerId="AD"/>
  <p188:author id="{BA46E86C-FE0F-10C8-6227-60BF076478F0}" name="Ma,Jiayi (MED CDO) BII-CN-S" initials="" userId="S::jiayi.ma@boehringer-ingelheim.com::4bb250b1-eaf6-4ab9-91ce-2c35378e4e69" providerId="AD"/>
  <p188:author id="{3C62718A-852D-A254-B361-9150D9DB2D0E}" name="Li,Yuting (HP Medicine) BII-CN-S" initials="YL" userId="S::yuting.li@boehringer-ingelheim.com::ce8fbb54-122c-426d-b8da-fdcc5e1b5022" providerId="AD"/>
  <p188:author id="{43386C97-67BA-EFE4-1767-4ED6C84849D7}" name="Zheng,Dr.,Raven (HP Medicine) BII-CN-S" initials="" userId="S::raven.zheng@boehringer-ingelheim.com::da291d12-50a2-4cab-8c44-2d904d758f6b" providerId="AD"/>
  <p188:author id="{D02E7CB4-282E-A6E2-4F34-22B5D2DCEC89}" name="Liu,Dr.,Meiruo (HP Medicine) BII-CN-S" initials="ML" userId="S::meiruo.liu@boehringer-ingelheim.com::ece9aa16-5bba-4d2f-b200-019c8e2ba0a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Kong,Shenqi (HP Medicine) BII-CN-S" initials="KB" lastIdx="1" clrIdx="6">
    <p:extLst>
      <p:ext uri="{19B8F6BF-5375-455C-9EA6-DF929625EA0E}">
        <p15:presenceInfo xmlns:p15="http://schemas.microsoft.com/office/powerpoint/2012/main" userId="S::shenqi.kong@boehringer-ingelheim.com::4d81765c-e2f0-440b-b25b-1cd7f4e6edd9" providerId="AD"/>
      </p:ext>
    </p:extLst>
  </p:cmAuthor>
  <p:cmAuthor id="1" name="Liu,Dr.,Meiruo (HP Medicine) BII-CN-S" initials="ML" lastIdx="10" clrIdx="0">
    <p:extLst>
      <p:ext uri="{19B8F6BF-5375-455C-9EA6-DF929625EA0E}">
        <p15:presenceInfo xmlns:p15="http://schemas.microsoft.com/office/powerpoint/2012/main" userId="S::meiruo.liu@boehringer-ingelheim.com::ece9aa16-5bba-4d2f-b200-019c8e2ba0a0" providerId="AD"/>
      </p:ext>
    </p:extLst>
  </p:cmAuthor>
  <p:cmAuthor id="2" name="Herrmann,Dr.,Rolf (TMCP TAs) BIP-DE-B" initials="RH" lastIdx="1" clrIdx="1">
    <p:extLst>
      <p:ext uri="{19B8F6BF-5375-455C-9EA6-DF929625EA0E}">
        <p15:presenceInfo xmlns:p15="http://schemas.microsoft.com/office/powerpoint/2012/main" userId="S::rolf_1.herrmann@boehringer-ingelheim.com::0c623976-502e-4ef6-85a2-6caeddf1a16e" providerId="AD"/>
      </p:ext>
    </p:extLst>
  </p:cmAuthor>
  <p:cmAuthor id="3" name="Sahaboglu,Dr.,Ayse (TMCP TAs) BIP-DE-B" initials="SB" lastIdx="2" clrIdx="2">
    <p:extLst>
      <p:ext uri="{19B8F6BF-5375-455C-9EA6-DF929625EA0E}">
        <p15:presenceInfo xmlns:p15="http://schemas.microsoft.com/office/powerpoint/2012/main" userId="S::ayse.sahaboglu@boehringer-ingelheim.com::745bff41-f132-4c42-a5d8-e58c0781cdae" providerId="AD"/>
      </p:ext>
    </p:extLst>
  </p:cmAuthor>
  <p:cmAuthor id="4" name="Liang,Sarah (HP Medicine) BII-CN-S" initials="SL" lastIdx="1" clrIdx="3">
    <p:extLst>
      <p:ext uri="{19B8F6BF-5375-455C-9EA6-DF929625EA0E}">
        <p15:presenceInfo xmlns:p15="http://schemas.microsoft.com/office/powerpoint/2012/main" userId="S::sarah.liang@boehringer-ingelheim.com::b5b94567-963a-4c9d-af99-146fb15290a2" providerId="AD"/>
      </p:ext>
    </p:extLst>
  </p:cmAuthor>
  <p:cmAuthor id="5" name="Xiao,Jingbo (HP Medicine) BII-CN-S" initials="JX" lastIdx="1" clrIdx="4">
    <p:extLst>
      <p:ext uri="{19B8F6BF-5375-455C-9EA6-DF929625EA0E}">
        <p15:presenceInfo xmlns:p15="http://schemas.microsoft.com/office/powerpoint/2012/main" userId="S::jingbo.xiao@boehringer-ingelheim.com::240cea10-594f-4a4d-87cc-57b72bd70599" providerId="AD"/>
      </p:ext>
    </p:extLst>
  </p:cmAuthor>
  <p:cmAuthor id="6" name="Zhu,Dr.,Freya (HP Medicine) BII-CN-S" initials="SZ" lastIdx="3" clrIdx="5">
    <p:extLst>
      <p:ext uri="{19B8F6BF-5375-455C-9EA6-DF929625EA0E}">
        <p15:presenceInfo xmlns:p15="http://schemas.microsoft.com/office/powerpoint/2012/main" userId="S::freya.zhu@boehringer-ingelheim.com::ba7ac7f0-888b-42e4-ba04-1b1f5a94986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EAE9F8"/>
    <a:srgbClr val="002060"/>
    <a:srgbClr val="800080"/>
    <a:srgbClr val="405888"/>
    <a:srgbClr val="D6EAEC"/>
    <a:srgbClr val="F0F0F0"/>
    <a:srgbClr val="F9F9F9"/>
    <a:srgbClr val="D5E9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F57C20-B57B-4825-B945-ED55036B462B}" v="59" dt="2026-04-23T09:24:58.213"/>
    <p1510:client id="{650D2C0A-6023-4AA9-801F-9BCB213E8FD2}" v="113" dt="2026-04-23T09:30:54.7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microsoft.com/office/2016/11/relationships/changesInfo" Target="changesInfos/changesInfo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1.xml"/><Relationship Id="rId51"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viewProps" Target="viewProps.xml"/><Relationship Id="rId20" Type="http://schemas.openxmlformats.org/officeDocument/2006/relationships/slide" Target="slides/slide13.xml"/><Relationship Id="rId41" Type="http://schemas.openxmlformats.org/officeDocument/2006/relationships/slide" Target="slides/slide34.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ao,Jingbo (HP Medicine) BII-CN-S" userId="240cea10-594f-4a4d-87cc-57b72bd70599" providerId="ADAL" clId="{1EB586AE-5835-4AA4-B215-8BA3435CADB4}"/>
    <pc:docChg chg="addSld delSld modSld">
      <pc:chgData name="Xiao,Jingbo (HP Medicine) BII-CN-S" userId="240cea10-594f-4a4d-87cc-57b72bd70599" providerId="ADAL" clId="{1EB586AE-5835-4AA4-B215-8BA3435CADB4}" dt="2026-04-20T02:55:04.374" v="173" actId="20577"/>
      <pc:docMkLst>
        <pc:docMk/>
      </pc:docMkLst>
      <pc:sldChg chg="addSp modSp add mod">
        <pc:chgData name="Xiao,Jingbo (HP Medicine) BII-CN-S" userId="240cea10-594f-4a4d-87cc-57b72bd70599" providerId="ADAL" clId="{1EB586AE-5835-4AA4-B215-8BA3435CADB4}" dt="2026-04-20T02:55:04.374" v="173" actId="20577"/>
        <pc:sldMkLst>
          <pc:docMk/>
          <pc:sldMk cId="912955066" sldId="268"/>
        </pc:sldMkLst>
        <pc:spChg chg="add mod">
          <ac:chgData name="Xiao,Jingbo (HP Medicine) BII-CN-S" userId="240cea10-594f-4a4d-87cc-57b72bd70599" providerId="ADAL" clId="{1EB586AE-5835-4AA4-B215-8BA3435CADB4}" dt="2026-04-20T02:55:04.374" v="173" actId="20577"/>
          <ac:spMkLst>
            <pc:docMk/>
            <pc:sldMk cId="912955066" sldId="268"/>
            <ac:spMk id="15" creationId="{F65A20FC-A009-B05E-2FE5-FE3F3912E1B5}"/>
          </ac:spMkLst>
        </pc:spChg>
      </pc:sldChg>
      <pc:sldChg chg="add mod modShow">
        <pc:chgData name="Xiao,Jingbo (HP Medicine) BII-CN-S" userId="240cea10-594f-4a4d-87cc-57b72bd70599" providerId="ADAL" clId="{1EB586AE-5835-4AA4-B215-8BA3435CADB4}" dt="2026-04-20T02:45:50.438" v="26" actId="729"/>
        <pc:sldMkLst>
          <pc:docMk/>
          <pc:sldMk cId="4094354591" sldId="269"/>
        </pc:sldMkLst>
      </pc:sldChg>
      <pc:sldChg chg="add mod modShow">
        <pc:chgData name="Xiao,Jingbo (HP Medicine) BII-CN-S" userId="240cea10-594f-4a4d-87cc-57b72bd70599" providerId="ADAL" clId="{1EB586AE-5835-4AA4-B215-8BA3435CADB4}" dt="2026-04-20T02:45:50.438" v="26" actId="729"/>
        <pc:sldMkLst>
          <pc:docMk/>
          <pc:sldMk cId="2795362438" sldId="270"/>
        </pc:sldMkLst>
      </pc:sldChg>
      <pc:sldChg chg="add mod modShow">
        <pc:chgData name="Xiao,Jingbo (HP Medicine) BII-CN-S" userId="240cea10-594f-4a4d-87cc-57b72bd70599" providerId="ADAL" clId="{1EB586AE-5835-4AA4-B215-8BA3435CADB4}" dt="2026-04-20T02:45:50.438" v="26" actId="729"/>
        <pc:sldMkLst>
          <pc:docMk/>
          <pc:sldMk cId="408746160" sldId="273"/>
        </pc:sldMkLst>
      </pc:sldChg>
      <pc:sldChg chg="modSp mod">
        <pc:chgData name="Xiao,Jingbo (HP Medicine) BII-CN-S" userId="240cea10-594f-4a4d-87cc-57b72bd70599" providerId="ADAL" clId="{1EB586AE-5835-4AA4-B215-8BA3435CADB4}" dt="2026-04-20T02:45:42.056" v="25" actId="20577"/>
        <pc:sldMkLst>
          <pc:docMk/>
          <pc:sldMk cId="3725315837" sldId="274"/>
        </pc:sldMkLst>
        <pc:graphicFrameChg chg="modGraphic">
          <ac:chgData name="Xiao,Jingbo (HP Medicine) BII-CN-S" userId="240cea10-594f-4a4d-87cc-57b72bd70599" providerId="ADAL" clId="{1EB586AE-5835-4AA4-B215-8BA3435CADB4}" dt="2026-04-20T02:45:42.056" v="25" actId="20577"/>
          <ac:graphicFrameMkLst>
            <pc:docMk/>
            <pc:sldMk cId="3725315837" sldId="274"/>
            <ac:graphicFrameMk id="7" creationId="{5DD7B900-FCC7-19CC-3395-F642AA9955AD}"/>
          </ac:graphicFrameMkLst>
        </pc:graphicFrameChg>
      </pc:sldChg>
    </pc:docChg>
  </pc:docChgLst>
  <pc:docChgLst>
    <pc:chgData name="Tian,Liqun (HP Medicine) BII-CN-S" userId="5424a580-e195-4277-8a43-0a39a25c1936" providerId="ADAL" clId="{537BF928-B50C-474D-B9FF-4406546E8881}"/>
    <pc:docChg chg="addSld delSld modSld">
      <pc:chgData name="Tian,Liqun (HP Medicine) BII-CN-S" userId="5424a580-e195-4277-8a43-0a39a25c1936" providerId="ADAL" clId="{537BF928-B50C-474D-B9FF-4406546E8881}" dt="2026-04-20T06:03:57.206" v="2" actId="207"/>
      <pc:docMkLst>
        <pc:docMk/>
      </pc:docMkLst>
      <pc:sldChg chg="add">
        <pc:chgData name="Tian,Liqun (HP Medicine) BII-CN-S" userId="5424a580-e195-4277-8a43-0a39a25c1936" providerId="ADAL" clId="{537BF928-B50C-474D-B9FF-4406546E8881}" dt="2026-04-20T06:03:44.646" v="0"/>
        <pc:sldMkLst>
          <pc:docMk/>
          <pc:sldMk cId="1537414043" sldId="2147480185"/>
        </pc:sldMkLst>
      </pc:sldChg>
      <pc:sldChg chg="modSp add mod">
        <pc:chgData name="Tian,Liqun (HP Medicine) BII-CN-S" userId="5424a580-e195-4277-8a43-0a39a25c1936" providerId="ADAL" clId="{537BF928-B50C-474D-B9FF-4406546E8881}" dt="2026-04-20T06:03:57.206" v="2" actId="207"/>
        <pc:sldMkLst>
          <pc:docMk/>
          <pc:sldMk cId="2930190392" sldId="2147480196"/>
        </pc:sldMkLst>
        <pc:spChg chg="mod">
          <ac:chgData name="Tian,Liqun (HP Medicine) BII-CN-S" userId="5424a580-e195-4277-8a43-0a39a25c1936" providerId="ADAL" clId="{537BF928-B50C-474D-B9FF-4406546E8881}" dt="2026-04-20T06:03:57.206" v="2" actId="207"/>
          <ac:spMkLst>
            <pc:docMk/>
            <pc:sldMk cId="2930190392" sldId="2147480196"/>
            <ac:spMk id="6" creationId="{EB08455F-302B-C7F5-55FE-6FAAFD02416A}"/>
          </ac:spMkLst>
        </pc:spChg>
      </pc:sldChg>
    </pc:docChg>
  </pc:docChgLst>
  <pc:docChgLst>
    <pc:chgData name="Zhu,Dr.,Freya (HP Medicine) BII-CN-S" userId="ba7ac7f0-888b-42e4-ba04-1b1f5a949861" providerId="ADAL" clId="{531400F0-CFF9-4D10-860F-C34EE8FC565A}"/>
    <pc:docChg chg="undo custSel addSld delSld modSld sldOrd delMainMaster">
      <pc:chgData name="Zhu,Dr.,Freya (HP Medicine) BII-CN-S" userId="ba7ac7f0-888b-42e4-ba04-1b1f5a949861" providerId="ADAL" clId="{531400F0-CFF9-4D10-860F-C34EE8FC565A}" dt="2026-04-23T09:30:54.781" v="2764" actId="1038"/>
      <pc:docMkLst>
        <pc:docMk/>
      </pc:docMkLst>
      <pc:sldChg chg="modSp add mod">
        <pc:chgData name="Zhu,Dr.,Freya (HP Medicine) BII-CN-S" userId="ba7ac7f0-888b-42e4-ba04-1b1f5a949861" providerId="ADAL" clId="{531400F0-CFF9-4D10-860F-C34EE8FC565A}" dt="2026-04-17T02:20:45.040" v="712" actId="20577"/>
        <pc:sldMkLst>
          <pc:docMk/>
          <pc:sldMk cId="1593470441" sldId="256"/>
        </pc:sldMkLst>
        <pc:spChg chg="mod">
          <ac:chgData name="Zhu,Dr.,Freya (HP Medicine) BII-CN-S" userId="ba7ac7f0-888b-42e4-ba04-1b1f5a949861" providerId="ADAL" clId="{531400F0-CFF9-4D10-860F-C34EE8FC565A}" dt="2026-04-17T02:20:45.040" v="712" actId="20577"/>
          <ac:spMkLst>
            <pc:docMk/>
            <pc:sldMk cId="1593470441" sldId="256"/>
            <ac:spMk id="224" creationId="{CFC75FA6-FDEB-F4F3-CE22-DDDB6675CBA5}"/>
          </ac:spMkLst>
        </pc:spChg>
      </pc:sldChg>
      <pc:sldChg chg="mod modShow">
        <pc:chgData name="Zhu,Dr.,Freya (HP Medicine) BII-CN-S" userId="ba7ac7f0-888b-42e4-ba04-1b1f5a949861" providerId="ADAL" clId="{531400F0-CFF9-4D10-860F-C34EE8FC565A}" dt="2026-04-16T08:33:17.061" v="532" actId="729"/>
        <pc:sldMkLst>
          <pc:docMk/>
          <pc:sldMk cId="684754131" sldId="257"/>
        </pc:sldMkLst>
      </pc:sldChg>
      <pc:sldChg chg="modSp add mod">
        <pc:chgData name="Zhu,Dr.,Freya (HP Medicine) BII-CN-S" userId="ba7ac7f0-888b-42e4-ba04-1b1f5a949861" providerId="ADAL" clId="{531400F0-CFF9-4D10-860F-C34EE8FC565A}" dt="2026-04-23T09:30:54.781" v="2764" actId="1038"/>
        <pc:sldMkLst>
          <pc:docMk/>
          <pc:sldMk cId="1983143318" sldId="258"/>
        </pc:sldMkLst>
        <pc:spChg chg="mod">
          <ac:chgData name="Zhu,Dr.,Freya (HP Medicine) BII-CN-S" userId="ba7ac7f0-888b-42e4-ba04-1b1f5a949861" providerId="ADAL" clId="{531400F0-CFF9-4D10-860F-C34EE8FC565A}" dt="2026-04-22T02:19:52.712" v="2575" actId="20577"/>
          <ac:spMkLst>
            <pc:docMk/>
            <pc:sldMk cId="1983143318" sldId="258"/>
            <ac:spMk id="312" creationId="{B82A092A-FDC5-E6CC-1758-7CC59A17A7EA}"/>
          </ac:spMkLst>
        </pc:spChg>
        <pc:grpChg chg="mod">
          <ac:chgData name="Zhu,Dr.,Freya (HP Medicine) BII-CN-S" userId="ba7ac7f0-888b-42e4-ba04-1b1f5a949861" providerId="ADAL" clId="{531400F0-CFF9-4D10-860F-C34EE8FC565A}" dt="2026-04-23T09:30:54.781" v="2764" actId="1038"/>
          <ac:grpSpMkLst>
            <pc:docMk/>
            <pc:sldMk cId="1983143318" sldId="258"/>
            <ac:grpSpMk id="227" creationId="{C5843D3C-152A-21AD-D211-072FBE414710}"/>
          </ac:grpSpMkLst>
        </pc:grpChg>
      </pc:sldChg>
      <pc:sldChg chg="modSp add mod modShow">
        <pc:chgData name="Zhu,Dr.,Freya (HP Medicine) BII-CN-S" userId="ba7ac7f0-888b-42e4-ba04-1b1f5a949861" providerId="ADAL" clId="{531400F0-CFF9-4D10-860F-C34EE8FC565A}" dt="2026-04-16T08:33:17.061" v="532" actId="729"/>
        <pc:sldMkLst>
          <pc:docMk/>
          <pc:sldMk cId="838288779" sldId="259"/>
        </pc:sldMkLst>
      </pc:sldChg>
      <pc:sldChg chg="modSp add mod modShow">
        <pc:chgData name="Zhu,Dr.,Freya (HP Medicine) BII-CN-S" userId="ba7ac7f0-888b-42e4-ba04-1b1f5a949861" providerId="ADAL" clId="{531400F0-CFF9-4D10-860F-C34EE8FC565A}" dt="2026-04-16T08:33:17.061" v="532" actId="729"/>
        <pc:sldMkLst>
          <pc:docMk/>
          <pc:sldMk cId="2538774869" sldId="260"/>
        </pc:sldMkLst>
      </pc:sldChg>
      <pc:sldChg chg="new mod modShow">
        <pc:chgData name="Zhu,Dr.,Freya (HP Medicine) BII-CN-S" userId="ba7ac7f0-888b-42e4-ba04-1b1f5a949861" providerId="ADAL" clId="{531400F0-CFF9-4D10-860F-C34EE8FC565A}" dt="2026-04-20T06:12:12.118" v="1907" actId="729"/>
        <pc:sldMkLst>
          <pc:docMk/>
          <pc:sldMk cId="4248584819" sldId="261"/>
        </pc:sldMkLst>
      </pc:sldChg>
      <pc:sldChg chg="mod modShow">
        <pc:chgData name="Zhu,Dr.,Freya (HP Medicine) BII-CN-S" userId="ba7ac7f0-888b-42e4-ba04-1b1f5a949861" providerId="ADAL" clId="{531400F0-CFF9-4D10-860F-C34EE8FC565A}" dt="2026-04-20T06:12:09.893" v="1906" actId="729"/>
        <pc:sldMkLst>
          <pc:docMk/>
          <pc:sldMk cId="1340917385" sldId="263"/>
        </pc:sldMkLst>
      </pc:sldChg>
      <pc:sldChg chg="addSp modSp add del mod ord modShow">
        <pc:chgData name="Zhu,Dr.,Freya (HP Medicine) BII-CN-S" userId="ba7ac7f0-888b-42e4-ba04-1b1f5a949861" providerId="ADAL" clId="{531400F0-CFF9-4D10-860F-C34EE8FC565A}" dt="2026-04-22T02:17:45.777" v="2557" actId="47"/>
        <pc:sldMkLst>
          <pc:docMk/>
          <pc:sldMk cId="1297855469" sldId="264"/>
        </pc:sldMkLst>
      </pc:sldChg>
      <pc:sldChg chg="del mod modShow">
        <pc:chgData name="Zhu,Dr.,Freya (HP Medicine) BII-CN-S" userId="ba7ac7f0-888b-42e4-ba04-1b1f5a949861" providerId="ADAL" clId="{531400F0-CFF9-4D10-860F-C34EE8FC565A}" dt="2026-04-22T02:18:05.984" v="2559" actId="47"/>
        <pc:sldMkLst>
          <pc:docMk/>
          <pc:sldMk cId="291591087" sldId="265"/>
        </pc:sldMkLst>
      </pc:sldChg>
      <pc:sldChg chg="del mod modShow">
        <pc:chgData name="Zhu,Dr.,Freya (HP Medicine) BII-CN-S" userId="ba7ac7f0-888b-42e4-ba04-1b1f5a949861" providerId="ADAL" clId="{531400F0-CFF9-4D10-860F-C34EE8FC565A}" dt="2026-04-22T02:18:00.205" v="2558" actId="47"/>
        <pc:sldMkLst>
          <pc:docMk/>
          <pc:sldMk cId="814579755" sldId="267"/>
        </pc:sldMkLst>
      </pc:sldChg>
      <pc:sldChg chg="addSp delSp modSp new mod ord">
        <pc:chgData name="Zhu,Dr.,Freya (HP Medicine) BII-CN-S" userId="ba7ac7f0-888b-42e4-ba04-1b1f5a949861" providerId="ADAL" clId="{531400F0-CFF9-4D10-860F-C34EE8FC565A}" dt="2026-04-22T02:06:11.480" v="2556" actId="13926"/>
        <pc:sldMkLst>
          <pc:docMk/>
          <pc:sldMk cId="999739660" sldId="271"/>
        </pc:sldMkLst>
        <pc:spChg chg="mod">
          <ac:chgData name="Zhu,Dr.,Freya (HP Medicine) BII-CN-S" userId="ba7ac7f0-888b-42e4-ba04-1b1f5a949861" providerId="ADAL" clId="{531400F0-CFF9-4D10-860F-C34EE8FC565A}" dt="2026-04-20T09:19:05.702" v="2220" actId="1038"/>
          <ac:spMkLst>
            <pc:docMk/>
            <pc:sldMk cId="999739660" sldId="271"/>
            <ac:spMk id="5" creationId="{7D2A3B3F-B2BF-2D3D-025A-221282A4072D}"/>
          </ac:spMkLst>
        </pc:spChg>
        <pc:spChg chg="add mod">
          <ac:chgData name="Zhu,Dr.,Freya (HP Medicine) BII-CN-S" userId="ba7ac7f0-888b-42e4-ba04-1b1f5a949861" providerId="ADAL" clId="{531400F0-CFF9-4D10-860F-C34EE8FC565A}" dt="2026-04-20T03:35:58.248" v="1423" actId="1076"/>
          <ac:spMkLst>
            <pc:docMk/>
            <pc:sldMk cId="999739660" sldId="271"/>
            <ac:spMk id="16" creationId="{A43FCD66-9CC1-1083-A178-1ECA60FBA556}"/>
          </ac:spMkLst>
        </pc:spChg>
        <pc:spChg chg="add mod ord">
          <ac:chgData name="Zhu,Dr.,Freya (HP Medicine) BII-CN-S" userId="ba7ac7f0-888b-42e4-ba04-1b1f5a949861" providerId="ADAL" clId="{531400F0-CFF9-4D10-860F-C34EE8FC565A}" dt="2026-04-20T09:39:00.092" v="2462" actId="14100"/>
          <ac:spMkLst>
            <pc:docMk/>
            <pc:sldMk cId="999739660" sldId="271"/>
            <ac:spMk id="19" creationId="{54A60140-145F-D831-BC8E-08921C54EB75}"/>
          </ac:spMkLst>
        </pc:spChg>
        <pc:spChg chg="add mod">
          <ac:chgData name="Zhu,Dr.,Freya (HP Medicine) BII-CN-S" userId="ba7ac7f0-888b-42e4-ba04-1b1f5a949861" providerId="ADAL" clId="{531400F0-CFF9-4D10-860F-C34EE8FC565A}" dt="2026-04-20T03:36:08.008" v="1425" actId="1076"/>
          <ac:spMkLst>
            <pc:docMk/>
            <pc:sldMk cId="999739660" sldId="271"/>
            <ac:spMk id="22" creationId="{44E032AA-92E1-F9BA-FDB2-3CF5A5FD1E54}"/>
          </ac:spMkLst>
        </pc:spChg>
        <pc:spChg chg="add mod">
          <ac:chgData name="Zhu,Dr.,Freya (HP Medicine) BII-CN-S" userId="ba7ac7f0-888b-42e4-ba04-1b1f5a949861" providerId="ADAL" clId="{531400F0-CFF9-4D10-860F-C34EE8FC565A}" dt="2026-04-20T09:18:57.150" v="2218" actId="1076"/>
          <ac:spMkLst>
            <pc:docMk/>
            <pc:sldMk cId="999739660" sldId="271"/>
            <ac:spMk id="23" creationId="{13A183A5-1FC5-7430-FC84-86205CEEFAAD}"/>
          </ac:spMkLst>
        </pc:spChg>
        <pc:spChg chg="add mod">
          <ac:chgData name="Zhu,Dr.,Freya (HP Medicine) BII-CN-S" userId="ba7ac7f0-888b-42e4-ba04-1b1f5a949861" providerId="ADAL" clId="{531400F0-CFF9-4D10-860F-C34EE8FC565A}" dt="2026-04-20T09:19:18.557" v="2221" actId="1076"/>
          <ac:spMkLst>
            <pc:docMk/>
            <pc:sldMk cId="999739660" sldId="271"/>
            <ac:spMk id="24" creationId="{744D3975-736F-4628-C386-8418F6A57D0A}"/>
          </ac:spMkLst>
        </pc:spChg>
        <pc:spChg chg="add mod">
          <ac:chgData name="Zhu,Dr.,Freya (HP Medicine) BII-CN-S" userId="ba7ac7f0-888b-42e4-ba04-1b1f5a949861" providerId="ADAL" clId="{531400F0-CFF9-4D10-860F-C34EE8FC565A}" dt="2026-04-20T03:35:30.628" v="1420" actId="1076"/>
          <ac:spMkLst>
            <pc:docMk/>
            <pc:sldMk cId="999739660" sldId="271"/>
            <ac:spMk id="25" creationId="{633E334E-BDBD-E329-ABC6-731560580E76}"/>
          </ac:spMkLst>
        </pc:spChg>
        <pc:spChg chg="add mod">
          <ac:chgData name="Zhu,Dr.,Freya (HP Medicine) BII-CN-S" userId="ba7ac7f0-888b-42e4-ba04-1b1f5a949861" providerId="ADAL" clId="{531400F0-CFF9-4D10-860F-C34EE8FC565A}" dt="2026-04-20T03:40:17.753" v="1558" actId="20577"/>
          <ac:spMkLst>
            <pc:docMk/>
            <pc:sldMk cId="999739660" sldId="271"/>
            <ac:spMk id="26" creationId="{CB828FD4-D84B-06D2-C9CC-C03FD428786F}"/>
          </ac:spMkLst>
        </pc:spChg>
        <pc:spChg chg="add mod">
          <ac:chgData name="Zhu,Dr.,Freya (HP Medicine) BII-CN-S" userId="ba7ac7f0-888b-42e4-ba04-1b1f5a949861" providerId="ADAL" clId="{531400F0-CFF9-4D10-860F-C34EE8FC565A}" dt="2026-04-22T02:06:11.480" v="2556" actId="13926"/>
          <ac:spMkLst>
            <pc:docMk/>
            <pc:sldMk cId="999739660" sldId="271"/>
            <ac:spMk id="28" creationId="{1BB0F35C-9A30-0956-C224-2EDA12FEC150}"/>
          </ac:spMkLst>
        </pc:spChg>
        <pc:spChg chg="add mod">
          <ac:chgData name="Zhu,Dr.,Freya (HP Medicine) BII-CN-S" userId="ba7ac7f0-888b-42e4-ba04-1b1f5a949861" providerId="ADAL" clId="{531400F0-CFF9-4D10-860F-C34EE8FC565A}" dt="2026-04-20T09:39:10.736" v="2465" actId="1036"/>
          <ac:spMkLst>
            <pc:docMk/>
            <pc:sldMk cId="999739660" sldId="271"/>
            <ac:spMk id="41" creationId="{20F115E1-FD71-8138-9B7C-15D558D2D85E}"/>
          </ac:spMkLst>
        </pc:spChg>
        <pc:spChg chg="add mod">
          <ac:chgData name="Zhu,Dr.,Freya (HP Medicine) BII-CN-S" userId="ba7ac7f0-888b-42e4-ba04-1b1f5a949861" providerId="ADAL" clId="{531400F0-CFF9-4D10-860F-C34EE8FC565A}" dt="2026-04-20T09:21:25.288" v="2360" actId="1035"/>
          <ac:spMkLst>
            <pc:docMk/>
            <pc:sldMk cId="999739660" sldId="271"/>
            <ac:spMk id="42" creationId="{247EFCF8-0326-AEB8-B3E5-E55913127A98}"/>
          </ac:spMkLst>
        </pc:spChg>
        <pc:spChg chg="add mod">
          <ac:chgData name="Zhu,Dr.,Freya (HP Medicine) BII-CN-S" userId="ba7ac7f0-888b-42e4-ba04-1b1f5a949861" providerId="ADAL" clId="{531400F0-CFF9-4D10-860F-C34EE8FC565A}" dt="2026-04-20T09:21:25.288" v="2360" actId="1035"/>
          <ac:spMkLst>
            <pc:docMk/>
            <pc:sldMk cId="999739660" sldId="271"/>
            <ac:spMk id="43" creationId="{BD237E71-AAE7-A376-6011-F232190369BF}"/>
          </ac:spMkLst>
        </pc:spChg>
        <pc:spChg chg="add mod">
          <ac:chgData name="Zhu,Dr.,Freya (HP Medicine) BII-CN-S" userId="ba7ac7f0-888b-42e4-ba04-1b1f5a949861" providerId="ADAL" clId="{531400F0-CFF9-4D10-860F-C34EE8FC565A}" dt="2026-04-20T09:36:10.114" v="2434" actId="1037"/>
          <ac:spMkLst>
            <pc:docMk/>
            <pc:sldMk cId="999739660" sldId="271"/>
            <ac:spMk id="44" creationId="{AFCA6A3B-2280-F3F9-FB1F-4817B9F8159A}"/>
          </ac:spMkLst>
        </pc:spChg>
        <pc:spChg chg="add mod">
          <ac:chgData name="Zhu,Dr.,Freya (HP Medicine) BII-CN-S" userId="ba7ac7f0-888b-42e4-ba04-1b1f5a949861" providerId="ADAL" clId="{531400F0-CFF9-4D10-860F-C34EE8FC565A}" dt="2026-04-20T09:19:05.702" v="2220" actId="1038"/>
          <ac:spMkLst>
            <pc:docMk/>
            <pc:sldMk cId="999739660" sldId="271"/>
            <ac:spMk id="45" creationId="{0038BD61-32C9-4285-D2DB-6E601DDEC61B}"/>
          </ac:spMkLst>
        </pc:spChg>
        <pc:spChg chg="add mod">
          <ac:chgData name="Zhu,Dr.,Freya (HP Medicine) BII-CN-S" userId="ba7ac7f0-888b-42e4-ba04-1b1f5a949861" providerId="ADAL" clId="{531400F0-CFF9-4D10-860F-C34EE8FC565A}" dt="2026-04-20T09:21:25.288" v="2360" actId="1035"/>
          <ac:spMkLst>
            <pc:docMk/>
            <pc:sldMk cId="999739660" sldId="271"/>
            <ac:spMk id="46" creationId="{1183490B-ECA5-23AA-3020-8847A9CDC918}"/>
          </ac:spMkLst>
        </pc:spChg>
        <pc:spChg chg="add mod">
          <ac:chgData name="Zhu,Dr.,Freya (HP Medicine) BII-CN-S" userId="ba7ac7f0-888b-42e4-ba04-1b1f5a949861" providerId="ADAL" clId="{531400F0-CFF9-4D10-860F-C34EE8FC565A}" dt="2026-04-20T09:21:25.288" v="2360" actId="1035"/>
          <ac:spMkLst>
            <pc:docMk/>
            <pc:sldMk cId="999739660" sldId="271"/>
            <ac:spMk id="47" creationId="{D6939EB6-FC16-276B-BDF9-95DB8AD19CEC}"/>
          </ac:spMkLst>
        </pc:spChg>
        <pc:spChg chg="add mod">
          <ac:chgData name="Zhu,Dr.,Freya (HP Medicine) BII-CN-S" userId="ba7ac7f0-888b-42e4-ba04-1b1f5a949861" providerId="ADAL" clId="{531400F0-CFF9-4D10-860F-C34EE8FC565A}" dt="2026-04-20T09:40:41.691" v="2469" actId="20577"/>
          <ac:spMkLst>
            <pc:docMk/>
            <pc:sldMk cId="999739660" sldId="271"/>
            <ac:spMk id="51" creationId="{89AFFA6F-4876-F349-6B27-C32DB774FB04}"/>
          </ac:spMkLst>
        </pc:spChg>
        <pc:graphicFrameChg chg="add mod">
          <ac:chgData name="Zhu,Dr.,Freya (HP Medicine) BII-CN-S" userId="ba7ac7f0-888b-42e4-ba04-1b1f5a949861" providerId="ADAL" clId="{531400F0-CFF9-4D10-860F-C34EE8FC565A}" dt="2026-04-20T09:38:45.978" v="2460" actId="1076"/>
          <ac:graphicFrameMkLst>
            <pc:docMk/>
            <pc:sldMk cId="999739660" sldId="271"/>
            <ac:graphicFrameMk id="7" creationId="{14564618-36E9-1863-681E-19B6F5B53A9F}"/>
          </ac:graphicFrameMkLst>
        </pc:graphicFrameChg>
        <pc:graphicFrameChg chg="add mod">
          <ac:chgData name="Zhu,Dr.,Freya (HP Medicine) BII-CN-S" userId="ba7ac7f0-888b-42e4-ba04-1b1f5a949861" providerId="ADAL" clId="{531400F0-CFF9-4D10-860F-C34EE8FC565A}" dt="2026-04-20T09:38:52.720" v="2461" actId="14100"/>
          <ac:graphicFrameMkLst>
            <pc:docMk/>
            <pc:sldMk cId="999739660" sldId="271"/>
            <ac:graphicFrameMk id="8" creationId="{FF3FBAF7-69C7-A06C-0037-6D10832730CB}"/>
          </ac:graphicFrameMkLst>
        </pc:graphicFrameChg>
        <pc:picChg chg="add mod">
          <ac:chgData name="Zhu,Dr.,Freya (HP Medicine) BII-CN-S" userId="ba7ac7f0-888b-42e4-ba04-1b1f5a949861" providerId="ADAL" clId="{531400F0-CFF9-4D10-860F-C34EE8FC565A}" dt="2026-04-20T09:39:18.669" v="2466" actId="14100"/>
          <ac:picMkLst>
            <pc:docMk/>
            <pc:sldMk cId="999739660" sldId="271"/>
            <ac:picMk id="21" creationId="{05AE1894-991B-214E-B0D0-D29F56DF73AC}"/>
          </ac:picMkLst>
        </pc:picChg>
        <pc:cxnChg chg="add mod">
          <ac:chgData name="Zhu,Dr.,Freya (HP Medicine) BII-CN-S" userId="ba7ac7f0-888b-42e4-ba04-1b1f5a949861" providerId="ADAL" clId="{531400F0-CFF9-4D10-860F-C34EE8FC565A}" dt="2026-04-20T09:39:06.697" v="2464" actId="1037"/>
          <ac:cxnSpMkLst>
            <pc:docMk/>
            <pc:sldMk cId="999739660" sldId="271"/>
            <ac:cxnSpMk id="32" creationId="{424CD01C-9EA2-C073-CB63-29807E9BC68F}"/>
          </ac:cxnSpMkLst>
        </pc:cxnChg>
        <pc:cxnChg chg="add mod">
          <ac:chgData name="Zhu,Dr.,Freya (HP Medicine) BII-CN-S" userId="ba7ac7f0-888b-42e4-ba04-1b1f5a949861" providerId="ADAL" clId="{531400F0-CFF9-4D10-860F-C34EE8FC565A}" dt="2026-04-20T09:39:06.697" v="2464" actId="1037"/>
          <ac:cxnSpMkLst>
            <pc:docMk/>
            <pc:sldMk cId="999739660" sldId="271"/>
            <ac:cxnSpMk id="35" creationId="{7603FC07-C16E-67C3-8EF4-99381216337E}"/>
          </ac:cxnSpMkLst>
        </pc:cxnChg>
        <pc:cxnChg chg="add mod">
          <ac:chgData name="Zhu,Dr.,Freya (HP Medicine) BII-CN-S" userId="ba7ac7f0-888b-42e4-ba04-1b1f5a949861" providerId="ADAL" clId="{531400F0-CFF9-4D10-860F-C34EE8FC565A}" dt="2026-04-20T09:39:06.697" v="2464" actId="1037"/>
          <ac:cxnSpMkLst>
            <pc:docMk/>
            <pc:sldMk cId="999739660" sldId="271"/>
            <ac:cxnSpMk id="39" creationId="{FA4263C8-416B-F70D-44B6-F0297FAFC7B7}"/>
          </ac:cxnSpMkLst>
        </pc:cxnChg>
        <pc:cxnChg chg="add mod">
          <ac:chgData name="Zhu,Dr.,Freya (HP Medicine) BII-CN-S" userId="ba7ac7f0-888b-42e4-ba04-1b1f5a949861" providerId="ADAL" clId="{531400F0-CFF9-4D10-860F-C34EE8FC565A}" dt="2026-04-20T09:39:06.697" v="2464" actId="1037"/>
          <ac:cxnSpMkLst>
            <pc:docMk/>
            <pc:sldMk cId="999739660" sldId="271"/>
            <ac:cxnSpMk id="40" creationId="{98FDC1A0-48A7-6226-710E-002B32CD1A46}"/>
          </ac:cxnSpMkLst>
        </pc:cxnChg>
        <pc:cxnChg chg="add mod">
          <ac:chgData name="Zhu,Dr.,Freya (HP Medicine) BII-CN-S" userId="ba7ac7f0-888b-42e4-ba04-1b1f5a949861" providerId="ADAL" clId="{531400F0-CFF9-4D10-860F-C34EE8FC565A}" dt="2026-04-20T09:39:06.697" v="2464" actId="1037"/>
          <ac:cxnSpMkLst>
            <pc:docMk/>
            <pc:sldMk cId="999739660" sldId="271"/>
            <ac:cxnSpMk id="48" creationId="{C9AFDF03-FCB0-ACF5-F2C0-F2AE9F43108D}"/>
          </ac:cxnSpMkLst>
        </pc:cxnChg>
      </pc:sldChg>
      <pc:sldChg chg="modSp add mod">
        <pc:chgData name="Zhu,Dr.,Freya (HP Medicine) BII-CN-S" userId="ba7ac7f0-888b-42e4-ba04-1b1f5a949861" providerId="ADAL" clId="{531400F0-CFF9-4D10-860F-C34EE8FC565A}" dt="2026-04-17T02:36:00.459" v="785" actId="20577"/>
        <pc:sldMkLst>
          <pc:docMk/>
          <pc:sldMk cId="2923776047" sldId="278"/>
        </pc:sldMkLst>
        <pc:spChg chg="mod">
          <ac:chgData name="Zhu,Dr.,Freya (HP Medicine) BII-CN-S" userId="ba7ac7f0-888b-42e4-ba04-1b1f5a949861" providerId="ADAL" clId="{531400F0-CFF9-4D10-860F-C34EE8FC565A}" dt="2026-04-17T02:36:00.459" v="785" actId="20577"/>
          <ac:spMkLst>
            <pc:docMk/>
            <pc:sldMk cId="2923776047" sldId="278"/>
            <ac:spMk id="3" creationId="{17B0EE93-F306-7217-3C92-5CFE71ED2998}"/>
          </ac:spMkLst>
        </pc:spChg>
        <pc:spChg chg="mod">
          <ac:chgData name="Zhu,Dr.,Freya (HP Medicine) BII-CN-S" userId="ba7ac7f0-888b-42e4-ba04-1b1f5a949861" providerId="ADAL" clId="{531400F0-CFF9-4D10-860F-C34EE8FC565A}" dt="2026-04-16T08:34:02.663" v="533"/>
          <ac:spMkLst>
            <pc:docMk/>
            <pc:sldMk cId="2923776047" sldId="278"/>
            <ac:spMk id="5" creationId="{1D0E12EF-D8EF-4DE2-70E4-3E38DABEFB61}"/>
          </ac:spMkLst>
        </pc:spChg>
      </pc:sldChg>
      <pc:sldChg chg="addSp modSp add mod modCm modNotesTx">
        <pc:chgData name="Zhu,Dr.,Freya (HP Medicine) BII-CN-S" userId="ba7ac7f0-888b-42e4-ba04-1b1f5a949861" providerId="ADAL" clId="{531400F0-CFF9-4D10-860F-C34EE8FC565A}" dt="2026-04-23T03:35:48.521" v="2725" actId="20577"/>
        <pc:sldMkLst>
          <pc:docMk/>
          <pc:sldMk cId="717438032" sldId="295"/>
        </pc:sldMkLst>
        <pc:spChg chg="mod">
          <ac:chgData name="Zhu,Dr.,Freya (HP Medicine) BII-CN-S" userId="ba7ac7f0-888b-42e4-ba04-1b1f5a949861" providerId="ADAL" clId="{531400F0-CFF9-4D10-860F-C34EE8FC565A}" dt="2026-04-23T03:35:48.521" v="2725" actId="20577"/>
          <ac:spMkLst>
            <pc:docMk/>
            <pc:sldMk cId="717438032" sldId="295"/>
            <ac:spMk id="310" creationId="{6854E511-3B88-9768-D11F-8F198389D13C}"/>
          </ac:spMkLst>
        </pc:spChg>
        <pc:spChg chg="mod">
          <ac:chgData name="Zhu,Dr.,Freya (HP Medicine) BII-CN-S" userId="ba7ac7f0-888b-42e4-ba04-1b1f5a949861" providerId="ADAL" clId="{531400F0-CFF9-4D10-860F-C34EE8FC565A}" dt="2026-04-22T05:21:16.237" v="2709" actId="20577"/>
          <ac:spMkLst>
            <pc:docMk/>
            <pc:sldMk cId="717438032" sldId="295"/>
            <ac:spMk id="312" creationId="{7566354C-8117-1CB0-AAE5-4303206C1B87}"/>
          </ac:spMkLst>
        </pc:spChg>
        <pc:extLst>
          <p:ext xmlns:p="http://schemas.openxmlformats.org/presentationml/2006/main" uri="{D6D511B9-2390-475A-947B-AFAB55BFBCF1}">
            <pc226:cmChg xmlns:pc226="http://schemas.microsoft.com/office/powerpoint/2022/06/main/command" chg="mod">
              <pc226:chgData name="Zhu,Dr.,Freya (HP Medicine) BII-CN-S" userId="ba7ac7f0-888b-42e4-ba04-1b1f5a949861" providerId="ADAL" clId="{531400F0-CFF9-4D10-860F-C34EE8FC565A}" dt="2026-04-21T10:11:49.983" v="2524" actId="20577"/>
              <pc2:cmMkLst xmlns:pc2="http://schemas.microsoft.com/office/powerpoint/2019/9/main/command">
                <pc:docMk/>
                <pc:sldMk cId="717438032" sldId="295"/>
                <pc2:cmMk id="{6A9DBF3C-C472-463B-A52E-91423B667E14}"/>
              </pc2:cmMkLst>
            </pc226:cmChg>
          </p:ext>
        </pc:extLst>
      </pc:sldChg>
      <pc:sldChg chg="addSp modSp mod modShow">
        <pc:chgData name="Zhu,Dr.,Freya (HP Medicine) BII-CN-S" userId="ba7ac7f0-888b-42e4-ba04-1b1f5a949861" providerId="ADAL" clId="{531400F0-CFF9-4D10-860F-C34EE8FC565A}" dt="2026-04-16T08:33:17.061" v="532" actId="729"/>
        <pc:sldMkLst>
          <pc:docMk/>
          <pc:sldMk cId="3624327132" sldId="296"/>
        </pc:sldMkLst>
      </pc:sldChg>
      <pc:sldChg chg="modSp mod modShow">
        <pc:chgData name="Zhu,Dr.,Freya (HP Medicine) BII-CN-S" userId="ba7ac7f0-888b-42e4-ba04-1b1f5a949861" providerId="ADAL" clId="{531400F0-CFF9-4D10-860F-C34EE8FC565A}" dt="2026-04-16T08:33:17.061" v="532" actId="729"/>
        <pc:sldMkLst>
          <pc:docMk/>
          <pc:sldMk cId="620512267" sldId="299"/>
        </pc:sldMkLst>
      </pc:sldChg>
      <pc:sldChg chg="del mod modShow">
        <pc:chgData name="Zhu,Dr.,Freya (HP Medicine) BII-CN-S" userId="ba7ac7f0-888b-42e4-ba04-1b1f5a949861" providerId="ADAL" clId="{531400F0-CFF9-4D10-860F-C34EE8FC565A}" dt="2026-04-22T02:18:10.054" v="2561" actId="47"/>
        <pc:sldMkLst>
          <pc:docMk/>
          <pc:sldMk cId="562714731" sldId="2147482796"/>
        </pc:sldMkLst>
      </pc:sldChg>
      <pc:sldChg chg="del mod modShow">
        <pc:chgData name="Zhu,Dr.,Freya (HP Medicine) BII-CN-S" userId="ba7ac7f0-888b-42e4-ba04-1b1f5a949861" providerId="ADAL" clId="{531400F0-CFF9-4D10-860F-C34EE8FC565A}" dt="2026-04-22T02:18:08.392" v="2560" actId="47"/>
        <pc:sldMkLst>
          <pc:docMk/>
          <pc:sldMk cId="68155528" sldId="2147482931"/>
        </pc:sldMkLst>
      </pc:sldChg>
      <pc:sldChg chg="modSp add mod modShow">
        <pc:chgData name="Zhu,Dr.,Freya (HP Medicine) BII-CN-S" userId="ba7ac7f0-888b-42e4-ba04-1b1f5a949861" providerId="ADAL" clId="{531400F0-CFF9-4D10-860F-C34EE8FC565A}" dt="2026-04-16T08:32:54.545" v="531" actId="729"/>
        <pc:sldMkLst>
          <pc:docMk/>
          <pc:sldMk cId="941040226" sldId="2147483647"/>
        </pc:sldMkLst>
      </pc:sldChg>
      <pc:sldMasterChg chg="del delSldLayout">
        <pc:chgData name="Zhu,Dr.,Freya (HP Medicine) BII-CN-S" userId="ba7ac7f0-888b-42e4-ba04-1b1f5a949861" providerId="ADAL" clId="{531400F0-CFF9-4D10-860F-C34EE8FC565A}" dt="2026-04-22T02:18:00.205" v="2558" actId="47"/>
        <pc:sldMasterMkLst>
          <pc:docMk/>
          <pc:sldMasterMk cId="928295005" sldId="2147483828"/>
        </pc:sldMasterMkLst>
        <pc:sldLayoutChg chg="del">
          <pc:chgData name="Zhu,Dr.,Freya (HP Medicine) BII-CN-S" userId="ba7ac7f0-888b-42e4-ba04-1b1f5a949861" providerId="ADAL" clId="{531400F0-CFF9-4D10-860F-C34EE8FC565A}" dt="2026-04-22T02:18:00.205" v="2558" actId="47"/>
          <pc:sldLayoutMkLst>
            <pc:docMk/>
            <pc:sldMasterMk cId="928295005" sldId="2147483828"/>
            <pc:sldLayoutMk cId="3727215793" sldId="2147483829"/>
          </pc:sldLayoutMkLst>
        </pc:sldLayoutChg>
        <pc:sldLayoutChg chg="del">
          <pc:chgData name="Zhu,Dr.,Freya (HP Medicine) BII-CN-S" userId="ba7ac7f0-888b-42e4-ba04-1b1f5a949861" providerId="ADAL" clId="{531400F0-CFF9-4D10-860F-C34EE8FC565A}" dt="2026-04-22T02:18:00.205" v="2558" actId="47"/>
          <pc:sldLayoutMkLst>
            <pc:docMk/>
            <pc:sldMasterMk cId="928295005" sldId="2147483828"/>
            <pc:sldLayoutMk cId="3067528471" sldId="2147483830"/>
          </pc:sldLayoutMkLst>
        </pc:sldLayoutChg>
        <pc:sldLayoutChg chg="del">
          <pc:chgData name="Zhu,Dr.,Freya (HP Medicine) BII-CN-S" userId="ba7ac7f0-888b-42e4-ba04-1b1f5a949861" providerId="ADAL" clId="{531400F0-CFF9-4D10-860F-C34EE8FC565A}" dt="2026-04-22T02:18:00.205" v="2558" actId="47"/>
          <pc:sldLayoutMkLst>
            <pc:docMk/>
            <pc:sldMasterMk cId="928295005" sldId="2147483828"/>
            <pc:sldLayoutMk cId="1944805335" sldId="2147483831"/>
          </pc:sldLayoutMkLst>
        </pc:sldLayoutChg>
        <pc:sldLayoutChg chg="del">
          <pc:chgData name="Zhu,Dr.,Freya (HP Medicine) BII-CN-S" userId="ba7ac7f0-888b-42e4-ba04-1b1f5a949861" providerId="ADAL" clId="{531400F0-CFF9-4D10-860F-C34EE8FC565A}" dt="2026-04-22T02:18:00.205" v="2558" actId="47"/>
          <pc:sldLayoutMkLst>
            <pc:docMk/>
            <pc:sldMasterMk cId="928295005" sldId="2147483828"/>
            <pc:sldLayoutMk cId="1904376918" sldId="2147483832"/>
          </pc:sldLayoutMkLst>
        </pc:sldLayoutChg>
        <pc:sldLayoutChg chg="del">
          <pc:chgData name="Zhu,Dr.,Freya (HP Medicine) BII-CN-S" userId="ba7ac7f0-888b-42e4-ba04-1b1f5a949861" providerId="ADAL" clId="{531400F0-CFF9-4D10-860F-C34EE8FC565A}" dt="2026-04-22T02:18:00.205" v="2558" actId="47"/>
          <pc:sldLayoutMkLst>
            <pc:docMk/>
            <pc:sldMasterMk cId="928295005" sldId="2147483828"/>
            <pc:sldLayoutMk cId="2161830606" sldId="2147483833"/>
          </pc:sldLayoutMkLst>
        </pc:sldLayoutChg>
        <pc:sldLayoutChg chg="del">
          <pc:chgData name="Zhu,Dr.,Freya (HP Medicine) BII-CN-S" userId="ba7ac7f0-888b-42e4-ba04-1b1f5a949861" providerId="ADAL" clId="{531400F0-CFF9-4D10-860F-C34EE8FC565A}" dt="2026-04-22T02:18:00.205" v="2558" actId="47"/>
          <pc:sldLayoutMkLst>
            <pc:docMk/>
            <pc:sldMasterMk cId="928295005" sldId="2147483828"/>
            <pc:sldLayoutMk cId="2803378587" sldId="2147483834"/>
          </pc:sldLayoutMkLst>
        </pc:sldLayoutChg>
        <pc:sldLayoutChg chg="del">
          <pc:chgData name="Zhu,Dr.,Freya (HP Medicine) BII-CN-S" userId="ba7ac7f0-888b-42e4-ba04-1b1f5a949861" providerId="ADAL" clId="{531400F0-CFF9-4D10-860F-C34EE8FC565A}" dt="2026-04-22T02:18:00.205" v="2558" actId="47"/>
          <pc:sldLayoutMkLst>
            <pc:docMk/>
            <pc:sldMasterMk cId="928295005" sldId="2147483828"/>
            <pc:sldLayoutMk cId="774458110" sldId="2147483835"/>
          </pc:sldLayoutMkLst>
        </pc:sldLayoutChg>
        <pc:sldLayoutChg chg="del">
          <pc:chgData name="Zhu,Dr.,Freya (HP Medicine) BII-CN-S" userId="ba7ac7f0-888b-42e4-ba04-1b1f5a949861" providerId="ADAL" clId="{531400F0-CFF9-4D10-860F-C34EE8FC565A}" dt="2026-04-22T02:18:00.205" v="2558" actId="47"/>
          <pc:sldLayoutMkLst>
            <pc:docMk/>
            <pc:sldMasterMk cId="928295005" sldId="2147483828"/>
            <pc:sldLayoutMk cId="3418841817" sldId="2147483836"/>
          </pc:sldLayoutMkLst>
        </pc:sldLayoutChg>
        <pc:sldLayoutChg chg="del">
          <pc:chgData name="Zhu,Dr.,Freya (HP Medicine) BII-CN-S" userId="ba7ac7f0-888b-42e4-ba04-1b1f5a949861" providerId="ADAL" clId="{531400F0-CFF9-4D10-860F-C34EE8FC565A}" dt="2026-04-22T02:18:00.205" v="2558" actId="47"/>
          <pc:sldLayoutMkLst>
            <pc:docMk/>
            <pc:sldMasterMk cId="928295005" sldId="2147483828"/>
            <pc:sldLayoutMk cId="52830231" sldId="2147483837"/>
          </pc:sldLayoutMkLst>
        </pc:sldLayoutChg>
        <pc:sldLayoutChg chg="del">
          <pc:chgData name="Zhu,Dr.,Freya (HP Medicine) BII-CN-S" userId="ba7ac7f0-888b-42e4-ba04-1b1f5a949861" providerId="ADAL" clId="{531400F0-CFF9-4D10-860F-C34EE8FC565A}" dt="2026-04-22T02:18:00.205" v="2558" actId="47"/>
          <pc:sldLayoutMkLst>
            <pc:docMk/>
            <pc:sldMasterMk cId="928295005" sldId="2147483828"/>
            <pc:sldLayoutMk cId="3629164202" sldId="2147483838"/>
          </pc:sldLayoutMkLst>
        </pc:sldLayoutChg>
        <pc:sldLayoutChg chg="del">
          <pc:chgData name="Zhu,Dr.,Freya (HP Medicine) BII-CN-S" userId="ba7ac7f0-888b-42e4-ba04-1b1f5a949861" providerId="ADAL" clId="{531400F0-CFF9-4D10-860F-C34EE8FC565A}" dt="2026-04-22T02:18:00.205" v="2558" actId="47"/>
          <pc:sldLayoutMkLst>
            <pc:docMk/>
            <pc:sldMasterMk cId="928295005" sldId="2147483828"/>
            <pc:sldLayoutMk cId="3338437666" sldId="2147483839"/>
          </pc:sldLayoutMkLst>
        </pc:sldLayoutChg>
      </pc:sldMasterChg>
      <pc:sldMasterChg chg="del delSldLayout">
        <pc:chgData name="Zhu,Dr.,Freya (HP Medicine) BII-CN-S" userId="ba7ac7f0-888b-42e4-ba04-1b1f5a949861" providerId="ADAL" clId="{531400F0-CFF9-4D10-860F-C34EE8FC565A}" dt="2026-04-22T02:18:10.054" v="2561" actId="47"/>
        <pc:sldMasterMkLst>
          <pc:docMk/>
          <pc:sldMasterMk cId="3768458649" sldId="2147483840"/>
        </pc:sldMasterMkLst>
        <pc:sldLayoutChg chg="del">
          <pc:chgData name="Zhu,Dr.,Freya (HP Medicine) BII-CN-S" userId="ba7ac7f0-888b-42e4-ba04-1b1f5a949861" providerId="ADAL" clId="{531400F0-CFF9-4D10-860F-C34EE8FC565A}" dt="2026-04-22T02:18:10.054" v="2561" actId="47"/>
          <pc:sldLayoutMkLst>
            <pc:docMk/>
            <pc:sldMasterMk cId="3768458649" sldId="2147483840"/>
            <pc:sldLayoutMk cId="1731758980" sldId="2147483841"/>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726744063" sldId="2147483842"/>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144007484" sldId="2147483843"/>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2570986769" sldId="2147483844"/>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998845771" sldId="2147483845"/>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1783824876" sldId="2147483846"/>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3703048494" sldId="2147483847"/>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4218099543" sldId="2147483848"/>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3011724704" sldId="2147483849"/>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1186336864" sldId="2147483850"/>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1333605747" sldId="2147483851"/>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2577954123" sldId="2147483852"/>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204118482" sldId="2147483853"/>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944368386" sldId="2147483854"/>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1658240436" sldId="2147483855"/>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598707532" sldId="2147483856"/>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3410455853" sldId="2147483857"/>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536944726" sldId="2147483858"/>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955167317" sldId="2147483859"/>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3583633885" sldId="2147483860"/>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1530485315" sldId="2147483861"/>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1524538589" sldId="2147483862"/>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521788620" sldId="2147483863"/>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1686391203" sldId="2147483864"/>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918136879" sldId="2147483865"/>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2295728286" sldId="2147483866"/>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2163398683" sldId="2147483867"/>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3240129779" sldId="2147483868"/>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2932902245" sldId="2147483869"/>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3038233025" sldId="2147483870"/>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1386319085" sldId="2147483871"/>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2452100636" sldId="2147483872"/>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2552780240" sldId="2147483873"/>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941403430" sldId="2147483874"/>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3387469893" sldId="2147483875"/>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3397308801" sldId="2147483876"/>
          </pc:sldLayoutMkLst>
        </pc:sldLayoutChg>
        <pc:sldLayoutChg chg="del">
          <pc:chgData name="Zhu,Dr.,Freya (HP Medicine) BII-CN-S" userId="ba7ac7f0-888b-42e4-ba04-1b1f5a949861" providerId="ADAL" clId="{531400F0-CFF9-4D10-860F-C34EE8FC565A}" dt="2026-04-22T02:18:10.054" v="2561" actId="47"/>
          <pc:sldLayoutMkLst>
            <pc:docMk/>
            <pc:sldMasterMk cId="3768458649" sldId="2147483840"/>
            <pc:sldLayoutMk cId="537956575" sldId="2147483877"/>
          </pc:sldLayoutMkLst>
        </pc:sldLayoutChg>
      </pc:sldMasterChg>
    </pc:docChg>
  </pc:docChgLst>
  <pc:docChgLst>
    <pc:chgData name="Ma,Jiayi (MED CDO) BII-CN-S" userId="4bb250b1-eaf6-4ab9-91ce-2c35378e4e69" providerId="ADAL" clId="{9F6CC999-DA21-4C7A-A5B3-26AA196CDFA2}"/>
    <pc:docChg chg="undo custSel addSld delSld modSld sldOrd">
      <pc:chgData name="Ma,Jiayi (MED CDO) BII-CN-S" userId="4bb250b1-eaf6-4ab9-91ce-2c35378e4e69" providerId="ADAL" clId="{9F6CC999-DA21-4C7A-A5B3-26AA196CDFA2}" dt="2026-04-20T07:12:47.370" v="997" actId="20577"/>
      <pc:docMkLst>
        <pc:docMk/>
      </pc:docMkLst>
      <pc:sldChg chg="addSp delSp modSp mod">
        <pc:chgData name="Ma,Jiayi (MED CDO) BII-CN-S" userId="4bb250b1-eaf6-4ab9-91ce-2c35378e4e69" providerId="ADAL" clId="{9F6CC999-DA21-4C7A-A5B3-26AA196CDFA2}" dt="2026-04-20T07:12:41.014" v="985" actId="20577"/>
        <pc:sldMkLst>
          <pc:docMk/>
          <pc:sldMk cId="4248584819" sldId="261"/>
        </pc:sldMkLst>
        <pc:spChg chg="mod">
          <ac:chgData name="Ma,Jiayi (MED CDO) BII-CN-S" userId="4bb250b1-eaf6-4ab9-91ce-2c35378e4e69" providerId="ADAL" clId="{9F6CC999-DA21-4C7A-A5B3-26AA196CDFA2}" dt="2026-04-20T07:12:41.014" v="985" actId="20577"/>
          <ac:spMkLst>
            <pc:docMk/>
            <pc:sldMk cId="4248584819" sldId="261"/>
            <ac:spMk id="2" creationId="{FDF45A7C-90B1-BC0C-342C-309A17570F61}"/>
          </ac:spMkLst>
        </pc:spChg>
        <pc:spChg chg="add mod">
          <ac:chgData name="Ma,Jiayi (MED CDO) BII-CN-S" userId="4bb250b1-eaf6-4ab9-91ce-2c35378e4e69" providerId="ADAL" clId="{9F6CC999-DA21-4C7A-A5B3-26AA196CDFA2}" dt="2026-04-20T07:12:36.569" v="976" actId="1076"/>
          <ac:spMkLst>
            <pc:docMk/>
            <pc:sldMk cId="4248584819" sldId="261"/>
            <ac:spMk id="14" creationId="{FA357395-DCAA-E3AB-251C-F9F6B2797E74}"/>
          </ac:spMkLst>
        </pc:spChg>
        <pc:picChg chg="add mod ord">
          <ac:chgData name="Ma,Jiayi (MED CDO) BII-CN-S" userId="4bb250b1-eaf6-4ab9-91ce-2c35378e4e69" providerId="ADAL" clId="{9F6CC999-DA21-4C7A-A5B3-26AA196CDFA2}" dt="2026-04-20T07:12:30.490" v="975" actId="1076"/>
          <ac:picMkLst>
            <pc:docMk/>
            <pc:sldMk cId="4248584819" sldId="261"/>
            <ac:picMk id="8" creationId="{722103C3-0935-C2B9-F21C-688E718F72CE}"/>
          </ac:picMkLst>
        </pc:picChg>
      </pc:sldChg>
      <pc:sldChg chg="addSp delSp modSp add mod ord">
        <pc:chgData name="Ma,Jiayi (MED CDO) BII-CN-S" userId="4bb250b1-eaf6-4ab9-91ce-2c35378e4e69" providerId="ADAL" clId="{9F6CC999-DA21-4C7A-A5B3-26AA196CDFA2}" dt="2026-04-20T07:12:47.370" v="997" actId="20577"/>
        <pc:sldMkLst>
          <pc:docMk/>
          <pc:sldMk cId="1340917385" sldId="263"/>
        </pc:sldMkLst>
        <pc:spChg chg="mod">
          <ac:chgData name="Ma,Jiayi (MED CDO) BII-CN-S" userId="4bb250b1-eaf6-4ab9-91ce-2c35378e4e69" providerId="ADAL" clId="{9F6CC999-DA21-4C7A-A5B3-26AA196CDFA2}" dt="2026-04-20T07:12:47.370" v="997" actId="20577"/>
          <ac:spMkLst>
            <pc:docMk/>
            <pc:sldMk cId="1340917385" sldId="263"/>
            <ac:spMk id="2" creationId="{50D537A6-106E-ADF4-DC75-AC55FBFA4363}"/>
          </ac:spMkLst>
        </pc:spChg>
        <pc:spChg chg="add mod">
          <ac:chgData name="Ma,Jiayi (MED CDO) BII-CN-S" userId="4bb250b1-eaf6-4ab9-91ce-2c35378e4e69" providerId="ADAL" clId="{9F6CC999-DA21-4C7A-A5B3-26AA196CDFA2}" dt="2026-04-16T09:36:35.907" v="41" actId="14100"/>
          <ac:spMkLst>
            <pc:docMk/>
            <pc:sldMk cId="1340917385" sldId="263"/>
            <ac:spMk id="9" creationId="{99F7269B-2A55-E37C-DC49-80458DBFBF92}"/>
          </ac:spMkLst>
        </pc:spChg>
        <pc:picChg chg="add mod ord">
          <ac:chgData name="Ma,Jiayi (MED CDO) BII-CN-S" userId="4bb250b1-eaf6-4ab9-91ce-2c35378e4e69" providerId="ADAL" clId="{9F6CC999-DA21-4C7A-A5B3-26AA196CDFA2}" dt="2026-04-16T09:36:49.178" v="45" actId="14100"/>
          <ac:picMkLst>
            <pc:docMk/>
            <pc:sldMk cId="1340917385" sldId="263"/>
            <ac:picMk id="8" creationId="{AE5ED822-F31B-752B-C1A8-0101B91A974C}"/>
          </ac:picMkLst>
        </pc:picChg>
      </pc:sldChg>
    </pc:docChg>
  </pc:docChgLst>
  <pc:docChgLst>
    <pc:chgData name="Li,Yuting (HP Medicine) BII-CN-S" userId="ce8fbb54-122c-426d-b8da-fdcc5e1b5022" providerId="ADAL" clId="{8A9581F2-25E5-4790-9FBF-270AA6305938}"/>
    <pc:docChg chg="undo custSel addSld delSld modSld sldOrd">
      <pc:chgData name="Li,Yuting (HP Medicine) BII-CN-S" userId="ce8fbb54-122c-426d-b8da-fdcc5e1b5022" providerId="ADAL" clId="{8A9581F2-25E5-4790-9FBF-270AA6305938}" dt="2026-04-23T09:24:58.213" v="2843" actId="729"/>
      <pc:docMkLst>
        <pc:docMk/>
      </pc:docMkLst>
      <pc:sldChg chg="mod modShow">
        <pc:chgData name="Li,Yuting (HP Medicine) BII-CN-S" userId="ce8fbb54-122c-426d-b8da-fdcc5e1b5022" providerId="ADAL" clId="{8A9581F2-25E5-4790-9FBF-270AA6305938}" dt="2026-04-20T05:21:30.140" v="1426" actId="729"/>
        <pc:sldMkLst>
          <pc:docMk/>
          <pc:sldMk cId="1593470441" sldId="256"/>
        </pc:sldMkLst>
      </pc:sldChg>
      <pc:sldChg chg="mod modShow">
        <pc:chgData name="Li,Yuting (HP Medicine) BII-CN-S" userId="ce8fbb54-122c-426d-b8da-fdcc5e1b5022" providerId="ADAL" clId="{8A9581F2-25E5-4790-9FBF-270AA6305938}" dt="2026-04-23T09:24:58.213" v="2843" actId="729"/>
        <pc:sldMkLst>
          <pc:docMk/>
          <pc:sldMk cId="912955066" sldId="268"/>
        </pc:sldMkLst>
      </pc:sldChg>
      <pc:sldChg chg="delSp modSp add mod delAnim modShow">
        <pc:chgData name="Li,Yuting (HP Medicine) BII-CN-S" userId="ce8fbb54-122c-426d-b8da-fdcc5e1b5022" providerId="ADAL" clId="{8A9581F2-25E5-4790-9FBF-270AA6305938}" dt="2026-04-21T02:32:45.843" v="1515" actId="478"/>
        <pc:sldMkLst>
          <pc:docMk/>
          <pc:sldMk cId="1389461529" sldId="276"/>
        </pc:sldMkLst>
        <pc:cxnChg chg="mod">
          <ac:chgData name="Li,Yuting (HP Medicine) BII-CN-S" userId="ce8fbb54-122c-426d-b8da-fdcc5e1b5022" providerId="ADAL" clId="{8A9581F2-25E5-4790-9FBF-270AA6305938}" dt="2026-04-21T02:32:29.656" v="1512" actId="14100"/>
          <ac:cxnSpMkLst>
            <pc:docMk/>
            <pc:sldMk cId="1389461529" sldId="276"/>
            <ac:cxnSpMk id="163" creationId="{1C82617C-1402-2CF9-1B45-81BB524F5E4B}"/>
          </ac:cxnSpMkLst>
        </pc:cxnChg>
      </pc:sldChg>
      <pc:sldChg chg="modSp mod modShow">
        <pc:chgData name="Li,Yuting (HP Medicine) BII-CN-S" userId="ce8fbb54-122c-426d-b8da-fdcc5e1b5022" providerId="ADAL" clId="{8A9581F2-25E5-4790-9FBF-270AA6305938}" dt="2026-04-23T03:16:11.677" v="2794" actId="729"/>
        <pc:sldMkLst>
          <pc:docMk/>
          <pc:sldMk cId="488504428" sldId="285"/>
        </pc:sldMkLst>
        <pc:spChg chg="mod">
          <ac:chgData name="Li,Yuting (HP Medicine) BII-CN-S" userId="ce8fbb54-122c-426d-b8da-fdcc5e1b5022" providerId="ADAL" clId="{8A9581F2-25E5-4790-9FBF-270AA6305938}" dt="2026-04-18T07:48:43.536" v="1238" actId="20577"/>
          <ac:spMkLst>
            <pc:docMk/>
            <pc:sldMk cId="488504428" sldId="285"/>
            <ac:spMk id="14" creationId="{3939135B-1F95-7122-6F86-835520E7C365}"/>
          </ac:spMkLst>
        </pc:spChg>
        <pc:spChg chg="mod">
          <ac:chgData name="Li,Yuting (HP Medicine) BII-CN-S" userId="ce8fbb54-122c-426d-b8da-fdcc5e1b5022" providerId="ADAL" clId="{8A9581F2-25E5-4790-9FBF-270AA6305938}" dt="2026-04-18T09:18:33.813" v="1377" actId="20577"/>
          <ac:spMkLst>
            <pc:docMk/>
            <pc:sldMk cId="488504428" sldId="285"/>
            <ac:spMk id="77" creationId="{357C5779-38A3-89EE-BC66-8515DBE64D66}"/>
          </ac:spMkLst>
        </pc:spChg>
        <pc:spChg chg="mod">
          <ac:chgData name="Li,Yuting (HP Medicine) BII-CN-S" userId="ce8fbb54-122c-426d-b8da-fdcc5e1b5022" providerId="ADAL" clId="{8A9581F2-25E5-4790-9FBF-270AA6305938}" dt="2026-04-18T09:18:40.657" v="1386" actId="20577"/>
          <ac:spMkLst>
            <pc:docMk/>
            <pc:sldMk cId="488504428" sldId="285"/>
            <ac:spMk id="82" creationId="{780461E9-DC44-25EB-E90D-DD2570A8C9AE}"/>
          </ac:spMkLst>
        </pc:spChg>
      </pc:sldChg>
      <pc:sldChg chg="add mod modShow">
        <pc:chgData name="Li,Yuting (HP Medicine) BII-CN-S" userId="ce8fbb54-122c-426d-b8da-fdcc5e1b5022" providerId="ADAL" clId="{8A9581F2-25E5-4790-9FBF-270AA6305938}" dt="2026-04-18T07:47:50.700" v="1231" actId="729"/>
        <pc:sldMkLst>
          <pc:docMk/>
          <pc:sldMk cId="444523817" sldId="290"/>
        </pc:sldMkLst>
      </pc:sldChg>
      <pc:sldChg chg="addSp delSp modSp add mod modNotesTx">
        <pc:chgData name="Li,Yuting (HP Medicine) BII-CN-S" userId="ce8fbb54-122c-426d-b8da-fdcc5e1b5022" providerId="ADAL" clId="{8A9581F2-25E5-4790-9FBF-270AA6305938}" dt="2026-04-22T13:49:25.434" v="2793" actId="478"/>
        <pc:sldMkLst>
          <pc:docMk/>
          <pc:sldMk cId="3593919052" sldId="292"/>
        </pc:sldMkLst>
        <pc:spChg chg="add mod">
          <ac:chgData name="Li,Yuting (HP Medicine) BII-CN-S" userId="ce8fbb54-122c-426d-b8da-fdcc5e1b5022" providerId="ADAL" clId="{8A9581F2-25E5-4790-9FBF-270AA6305938}" dt="2026-04-22T13:49:10.771" v="2790" actId="1076"/>
          <ac:spMkLst>
            <pc:docMk/>
            <pc:sldMk cId="3593919052" sldId="292"/>
            <ac:spMk id="2" creationId="{C8F88886-B57E-CFF9-60D7-F63B2F6101A9}"/>
          </ac:spMkLst>
        </pc:spChg>
        <pc:spChg chg="add del mod">
          <ac:chgData name="Li,Yuting (HP Medicine) BII-CN-S" userId="ce8fbb54-122c-426d-b8da-fdcc5e1b5022" providerId="ADAL" clId="{8A9581F2-25E5-4790-9FBF-270AA6305938}" dt="2026-04-22T13:49:25.434" v="2793" actId="478"/>
          <ac:spMkLst>
            <pc:docMk/>
            <pc:sldMk cId="3593919052" sldId="292"/>
            <ac:spMk id="26" creationId="{61821DC6-A963-C221-0F9F-CDE41D67181B}"/>
          </ac:spMkLst>
        </pc:spChg>
        <pc:spChg chg="add mod">
          <ac:chgData name="Li,Yuting (HP Medicine) BII-CN-S" userId="ce8fbb54-122c-426d-b8da-fdcc5e1b5022" providerId="ADAL" clId="{8A9581F2-25E5-4790-9FBF-270AA6305938}" dt="2026-04-21T02:29:16.220" v="1494" actId="1076"/>
          <ac:spMkLst>
            <pc:docMk/>
            <pc:sldMk cId="3593919052" sldId="292"/>
            <ac:spMk id="31" creationId="{2CAB99EF-8129-77F7-FA98-60A9AE57635B}"/>
          </ac:spMkLst>
        </pc:spChg>
        <pc:spChg chg="add mod">
          <ac:chgData name="Li,Yuting (HP Medicine) BII-CN-S" userId="ce8fbb54-122c-426d-b8da-fdcc5e1b5022" providerId="ADAL" clId="{8A9581F2-25E5-4790-9FBF-270AA6305938}" dt="2026-04-22T01:46:32.646" v="1516"/>
          <ac:spMkLst>
            <pc:docMk/>
            <pc:sldMk cId="3593919052" sldId="292"/>
            <ac:spMk id="33" creationId="{651B9D44-8652-834D-FF40-F5A41DD5F013}"/>
          </ac:spMkLst>
        </pc:spChg>
        <pc:spChg chg="add mod">
          <ac:chgData name="Li,Yuting (HP Medicine) BII-CN-S" userId="ce8fbb54-122c-426d-b8da-fdcc5e1b5022" providerId="ADAL" clId="{8A9581F2-25E5-4790-9FBF-270AA6305938}" dt="2026-04-22T01:46:32.646" v="1516"/>
          <ac:spMkLst>
            <pc:docMk/>
            <pc:sldMk cId="3593919052" sldId="292"/>
            <ac:spMk id="34" creationId="{F368DABC-1A26-FCC4-AC89-EC38C10B623B}"/>
          </ac:spMkLst>
        </pc:spChg>
        <pc:spChg chg="add mod">
          <ac:chgData name="Li,Yuting (HP Medicine) BII-CN-S" userId="ce8fbb54-122c-426d-b8da-fdcc5e1b5022" providerId="ADAL" clId="{8A9581F2-25E5-4790-9FBF-270AA6305938}" dt="2026-04-22T01:46:32.646" v="1516"/>
          <ac:spMkLst>
            <pc:docMk/>
            <pc:sldMk cId="3593919052" sldId="292"/>
            <ac:spMk id="35" creationId="{8BE9E411-E0C1-0952-4947-A90DD1DCE786}"/>
          </ac:spMkLst>
        </pc:spChg>
        <pc:spChg chg="add mod">
          <ac:chgData name="Li,Yuting (HP Medicine) BII-CN-S" userId="ce8fbb54-122c-426d-b8da-fdcc5e1b5022" providerId="ADAL" clId="{8A9581F2-25E5-4790-9FBF-270AA6305938}" dt="2026-04-22T01:46:32.646" v="1516"/>
          <ac:spMkLst>
            <pc:docMk/>
            <pc:sldMk cId="3593919052" sldId="292"/>
            <ac:spMk id="36" creationId="{EF1488CA-56AC-9CE2-4D0B-2A88BAEA77EB}"/>
          </ac:spMkLst>
        </pc:spChg>
        <pc:spChg chg="add mod">
          <ac:chgData name="Li,Yuting (HP Medicine) BII-CN-S" userId="ce8fbb54-122c-426d-b8da-fdcc5e1b5022" providerId="ADAL" clId="{8A9581F2-25E5-4790-9FBF-270AA6305938}" dt="2026-04-22T01:46:32.646" v="1516"/>
          <ac:spMkLst>
            <pc:docMk/>
            <pc:sldMk cId="3593919052" sldId="292"/>
            <ac:spMk id="37" creationId="{3AE6729C-9E12-9244-28FA-57229BE581A6}"/>
          </ac:spMkLst>
        </pc:spChg>
        <pc:spChg chg="add mod">
          <ac:chgData name="Li,Yuting (HP Medicine) BII-CN-S" userId="ce8fbb54-122c-426d-b8da-fdcc5e1b5022" providerId="ADAL" clId="{8A9581F2-25E5-4790-9FBF-270AA6305938}" dt="2026-04-22T01:46:32.646" v="1516"/>
          <ac:spMkLst>
            <pc:docMk/>
            <pc:sldMk cId="3593919052" sldId="292"/>
            <ac:spMk id="38" creationId="{4731B47B-11A1-A239-D932-A42121BA79F0}"/>
          </ac:spMkLst>
        </pc:spChg>
        <pc:spChg chg="add mod">
          <ac:chgData name="Li,Yuting (HP Medicine) BII-CN-S" userId="ce8fbb54-122c-426d-b8da-fdcc5e1b5022" providerId="ADAL" clId="{8A9581F2-25E5-4790-9FBF-270AA6305938}" dt="2026-04-22T01:46:46.064" v="1530" actId="1036"/>
          <ac:spMkLst>
            <pc:docMk/>
            <pc:sldMk cId="3593919052" sldId="292"/>
            <ac:spMk id="39" creationId="{45EA5168-EEC2-E866-12A2-0D0A5C662B9F}"/>
          </ac:spMkLst>
        </pc:spChg>
        <pc:spChg chg="add mod">
          <ac:chgData name="Li,Yuting (HP Medicine) BII-CN-S" userId="ce8fbb54-122c-426d-b8da-fdcc5e1b5022" providerId="ADAL" clId="{8A9581F2-25E5-4790-9FBF-270AA6305938}" dt="2026-04-22T01:46:46.064" v="1530" actId="1036"/>
          <ac:spMkLst>
            <pc:docMk/>
            <pc:sldMk cId="3593919052" sldId="292"/>
            <ac:spMk id="40" creationId="{92627128-8D78-6707-C98B-77ACCD5B3D59}"/>
          </ac:spMkLst>
        </pc:spChg>
        <pc:spChg chg="add mod">
          <ac:chgData name="Li,Yuting (HP Medicine) BII-CN-S" userId="ce8fbb54-122c-426d-b8da-fdcc5e1b5022" providerId="ADAL" clId="{8A9581F2-25E5-4790-9FBF-270AA6305938}" dt="2026-04-22T01:46:46.064" v="1530" actId="1036"/>
          <ac:spMkLst>
            <pc:docMk/>
            <pc:sldMk cId="3593919052" sldId="292"/>
            <ac:spMk id="41" creationId="{3C86DF9C-F17E-5FA9-EFEF-084DDFF01255}"/>
          </ac:spMkLst>
        </pc:spChg>
        <pc:spChg chg="add mod">
          <ac:chgData name="Li,Yuting (HP Medicine) BII-CN-S" userId="ce8fbb54-122c-426d-b8da-fdcc5e1b5022" providerId="ADAL" clId="{8A9581F2-25E5-4790-9FBF-270AA6305938}" dt="2026-04-22T01:46:46.064" v="1530" actId="1036"/>
          <ac:spMkLst>
            <pc:docMk/>
            <pc:sldMk cId="3593919052" sldId="292"/>
            <ac:spMk id="42" creationId="{B10E014B-3DCC-FA27-E247-D66B6E067258}"/>
          </ac:spMkLst>
        </pc:spChg>
        <pc:spChg chg="add mod">
          <ac:chgData name="Li,Yuting (HP Medicine) BII-CN-S" userId="ce8fbb54-122c-426d-b8da-fdcc5e1b5022" providerId="ADAL" clId="{8A9581F2-25E5-4790-9FBF-270AA6305938}" dt="2026-04-22T01:46:46.064" v="1530" actId="1036"/>
          <ac:spMkLst>
            <pc:docMk/>
            <pc:sldMk cId="3593919052" sldId="292"/>
            <ac:spMk id="43" creationId="{F31E6049-4AA2-74E9-5F9F-15DFD0E9337C}"/>
          </ac:spMkLst>
        </pc:spChg>
        <pc:spChg chg="add mod">
          <ac:chgData name="Li,Yuting (HP Medicine) BII-CN-S" userId="ce8fbb54-122c-426d-b8da-fdcc5e1b5022" providerId="ADAL" clId="{8A9581F2-25E5-4790-9FBF-270AA6305938}" dt="2026-04-22T01:46:46.064" v="1530" actId="1036"/>
          <ac:spMkLst>
            <pc:docMk/>
            <pc:sldMk cId="3593919052" sldId="292"/>
            <ac:spMk id="47" creationId="{BBAA2528-4C64-ECFB-EFA9-9ABD561F5924}"/>
          </ac:spMkLst>
        </pc:spChg>
        <pc:spChg chg="add mod">
          <ac:chgData name="Li,Yuting (HP Medicine) BII-CN-S" userId="ce8fbb54-122c-426d-b8da-fdcc5e1b5022" providerId="ADAL" clId="{8A9581F2-25E5-4790-9FBF-270AA6305938}" dt="2026-04-22T02:01:07.168" v="2059" actId="12788"/>
          <ac:spMkLst>
            <pc:docMk/>
            <pc:sldMk cId="3593919052" sldId="292"/>
            <ac:spMk id="48" creationId="{4666EBD1-C668-5C60-BD4B-0347B5ADBD65}"/>
          </ac:spMkLst>
        </pc:spChg>
        <pc:spChg chg="add del mod">
          <ac:chgData name="Li,Yuting (HP Medicine) BII-CN-S" userId="ce8fbb54-122c-426d-b8da-fdcc5e1b5022" providerId="ADAL" clId="{8A9581F2-25E5-4790-9FBF-270AA6305938}" dt="2026-04-22T01:49:19.024" v="1626" actId="478"/>
          <ac:spMkLst>
            <pc:docMk/>
            <pc:sldMk cId="3593919052" sldId="292"/>
            <ac:spMk id="49" creationId="{3C8A89AE-5931-7CDF-F756-493C360F09BF}"/>
          </ac:spMkLst>
        </pc:spChg>
        <pc:spChg chg="add del mod">
          <ac:chgData name="Li,Yuting (HP Medicine) BII-CN-S" userId="ce8fbb54-122c-426d-b8da-fdcc5e1b5022" providerId="ADAL" clId="{8A9581F2-25E5-4790-9FBF-270AA6305938}" dt="2026-04-22T01:50:01.316" v="1682" actId="478"/>
          <ac:spMkLst>
            <pc:docMk/>
            <pc:sldMk cId="3593919052" sldId="292"/>
            <ac:spMk id="50" creationId="{E7C510E7-9504-79C1-F1AE-DE713F5E4CD8}"/>
          </ac:spMkLst>
        </pc:spChg>
        <pc:spChg chg="add mod">
          <ac:chgData name="Li,Yuting (HP Medicine) BII-CN-S" userId="ce8fbb54-122c-426d-b8da-fdcc5e1b5022" providerId="ADAL" clId="{8A9581F2-25E5-4790-9FBF-270AA6305938}" dt="2026-04-22T02:01:07.168" v="2059" actId="12788"/>
          <ac:spMkLst>
            <pc:docMk/>
            <pc:sldMk cId="3593919052" sldId="292"/>
            <ac:spMk id="51" creationId="{946E4ACE-A36F-F086-7ACE-5E2D4A0F1F64}"/>
          </ac:spMkLst>
        </pc:spChg>
        <pc:spChg chg="add mod">
          <ac:chgData name="Li,Yuting (HP Medicine) BII-CN-S" userId="ce8fbb54-122c-426d-b8da-fdcc5e1b5022" providerId="ADAL" clId="{8A9581F2-25E5-4790-9FBF-270AA6305938}" dt="2026-04-22T01:52:22.981" v="1804" actId="20577"/>
          <ac:spMkLst>
            <pc:docMk/>
            <pc:sldMk cId="3593919052" sldId="292"/>
            <ac:spMk id="52" creationId="{DBAFBC4A-1400-83E5-2A5F-38F84444CABD}"/>
          </ac:spMkLst>
        </pc:spChg>
        <pc:spChg chg="add mod">
          <ac:chgData name="Li,Yuting (HP Medicine) BII-CN-S" userId="ce8fbb54-122c-426d-b8da-fdcc5e1b5022" providerId="ADAL" clId="{8A9581F2-25E5-4790-9FBF-270AA6305938}" dt="2026-04-22T02:01:07.168" v="2059" actId="12788"/>
          <ac:spMkLst>
            <pc:docMk/>
            <pc:sldMk cId="3593919052" sldId="292"/>
            <ac:spMk id="53" creationId="{4FD07877-0BA4-5B53-346A-E339F43D599E}"/>
          </ac:spMkLst>
        </pc:spChg>
        <pc:spChg chg="add mod">
          <ac:chgData name="Li,Yuting (HP Medicine) BII-CN-S" userId="ce8fbb54-122c-426d-b8da-fdcc5e1b5022" providerId="ADAL" clId="{8A9581F2-25E5-4790-9FBF-270AA6305938}" dt="2026-04-22T02:00:59.147" v="2058" actId="12788"/>
          <ac:spMkLst>
            <pc:docMk/>
            <pc:sldMk cId="3593919052" sldId="292"/>
            <ac:spMk id="59" creationId="{29CBF7DF-581E-FA44-CA3F-E0B9C6A95995}"/>
          </ac:spMkLst>
        </pc:spChg>
        <pc:spChg chg="add mod">
          <ac:chgData name="Li,Yuting (HP Medicine) BII-CN-S" userId="ce8fbb54-122c-426d-b8da-fdcc5e1b5022" providerId="ADAL" clId="{8A9581F2-25E5-4790-9FBF-270AA6305938}" dt="2026-04-22T02:00:59.147" v="2058" actId="12788"/>
          <ac:spMkLst>
            <pc:docMk/>
            <pc:sldMk cId="3593919052" sldId="292"/>
            <ac:spMk id="60" creationId="{7588B833-76A4-395D-9B70-EC58E2070B28}"/>
          </ac:spMkLst>
        </pc:spChg>
        <pc:spChg chg="add mod">
          <ac:chgData name="Li,Yuting (HP Medicine) BII-CN-S" userId="ce8fbb54-122c-426d-b8da-fdcc5e1b5022" providerId="ADAL" clId="{8A9581F2-25E5-4790-9FBF-270AA6305938}" dt="2026-04-22T02:00:59.147" v="2058" actId="12788"/>
          <ac:spMkLst>
            <pc:docMk/>
            <pc:sldMk cId="3593919052" sldId="292"/>
            <ac:spMk id="61" creationId="{906BF53D-CEBC-365E-419E-C705E4323FE9}"/>
          </ac:spMkLst>
        </pc:spChg>
        <pc:spChg chg="add mod">
          <ac:chgData name="Li,Yuting (HP Medicine) BII-CN-S" userId="ce8fbb54-122c-426d-b8da-fdcc5e1b5022" providerId="ADAL" clId="{8A9581F2-25E5-4790-9FBF-270AA6305938}" dt="2026-04-22T02:00:49.583" v="2057" actId="12788"/>
          <ac:spMkLst>
            <pc:docMk/>
            <pc:sldMk cId="3593919052" sldId="292"/>
            <ac:spMk id="62" creationId="{BEC91BA6-E68A-84F7-7322-65377DE00189}"/>
          </ac:spMkLst>
        </pc:spChg>
        <pc:spChg chg="add mod">
          <ac:chgData name="Li,Yuting (HP Medicine) BII-CN-S" userId="ce8fbb54-122c-426d-b8da-fdcc5e1b5022" providerId="ADAL" clId="{8A9581F2-25E5-4790-9FBF-270AA6305938}" dt="2026-04-22T02:00:49.583" v="2057" actId="12788"/>
          <ac:spMkLst>
            <pc:docMk/>
            <pc:sldMk cId="3593919052" sldId="292"/>
            <ac:spMk id="63" creationId="{F1C3AD28-3F02-7DCE-D3EC-6D900CC0E667}"/>
          </ac:spMkLst>
        </pc:spChg>
        <pc:spChg chg="add mod">
          <ac:chgData name="Li,Yuting (HP Medicine) BII-CN-S" userId="ce8fbb54-122c-426d-b8da-fdcc5e1b5022" providerId="ADAL" clId="{8A9581F2-25E5-4790-9FBF-270AA6305938}" dt="2026-04-22T02:00:49.583" v="2057" actId="12788"/>
          <ac:spMkLst>
            <pc:docMk/>
            <pc:sldMk cId="3593919052" sldId="292"/>
            <ac:spMk id="71" creationId="{9BC3C909-D2AC-34C9-16C6-9922C438B61F}"/>
          </ac:spMkLst>
        </pc:spChg>
        <pc:spChg chg="add mod">
          <ac:chgData name="Li,Yuting (HP Medicine) BII-CN-S" userId="ce8fbb54-122c-426d-b8da-fdcc5e1b5022" providerId="ADAL" clId="{8A9581F2-25E5-4790-9FBF-270AA6305938}" dt="2026-04-22T02:00:49.583" v="2057" actId="12788"/>
          <ac:spMkLst>
            <pc:docMk/>
            <pc:sldMk cId="3593919052" sldId="292"/>
            <ac:spMk id="72" creationId="{1287FC94-C4E7-5735-FEE7-A73E254B6994}"/>
          </ac:spMkLst>
        </pc:spChg>
        <pc:spChg chg="del">
          <ac:chgData name="Li,Yuting (HP Medicine) BII-CN-S" userId="ce8fbb54-122c-426d-b8da-fdcc5e1b5022" providerId="ADAL" clId="{8A9581F2-25E5-4790-9FBF-270AA6305938}" dt="2026-04-22T13:48:22.468" v="2766" actId="478"/>
          <ac:spMkLst>
            <pc:docMk/>
            <pc:sldMk cId="3593919052" sldId="292"/>
            <ac:spMk id="106" creationId="{72EED339-E0E2-4ED0-E612-631D43FA6D2B}"/>
          </ac:spMkLst>
        </pc:spChg>
        <pc:graphicFrameChg chg="add mod">
          <ac:chgData name="Li,Yuting (HP Medicine) BII-CN-S" userId="ce8fbb54-122c-426d-b8da-fdcc5e1b5022" providerId="ADAL" clId="{8A9581F2-25E5-4790-9FBF-270AA6305938}" dt="2026-04-22T06:17:31.197" v="2255"/>
          <ac:graphicFrameMkLst>
            <pc:docMk/>
            <pc:sldMk cId="3593919052" sldId="292"/>
            <ac:graphicFrameMk id="26" creationId="{B4B2EE1A-3EAD-22CA-73CB-6B941478936C}"/>
          </ac:graphicFrameMkLst>
        </pc:graphicFrameChg>
        <pc:graphicFrameChg chg="modGraphic">
          <ac:chgData name="Li,Yuting (HP Medicine) BII-CN-S" userId="ce8fbb54-122c-426d-b8da-fdcc5e1b5022" providerId="ADAL" clId="{8A9581F2-25E5-4790-9FBF-270AA6305938}" dt="2026-04-21T02:31:56.370" v="1510" actId="20577"/>
          <ac:graphicFrameMkLst>
            <pc:docMk/>
            <pc:sldMk cId="3593919052" sldId="292"/>
            <ac:graphicFrameMk id="29" creationId="{ECE03BC5-4834-1660-ADE8-364E3F2F2BD8}"/>
          </ac:graphicFrameMkLst>
        </pc:graphicFrameChg>
        <pc:graphicFrameChg chg="add del mod">
          <ac:chgData name="Li,Yuting (HP Medicine) BII-CN-S" userId="ce8fbb54-122c-426d-b8da-fdcc5e1b5022" providerId="ADAL" clId="{8A9581F2-25E5-4790-9FBF-270AA6305938}" dt="2026-04-22T06:18:20.366" v="2268" actId="478"/>
          <ac:graphicFrameMkLst>
            <pc:docMk/>
            <pc:sldMk cId="3593919052" sldId="292"/>
            <ac:graphicFrameMk id="30" creationId="{6398197A-1CDA-99CF-F995-ABD38642B108}"/>
          </ac:graphicFrameMkLst>
        </pc:graphicFrameChg>
      </pc:sldChg>
      <pc:sldChg chg="modSp mod">
        <pc:chgData name="Li,Yuting (HP Medicine) BII-CN-S" userId="ce8fbb54-122c-426d-b8da-fdcc5e1b5022" providerId="ADAL" clId="{8A9581F2-25E5-4790-9FBF-270AA6305938}" dt="2026-04-23T05:20:41.644" v="2841" actId="1037"/>
        <pc:sldMkLst>
          <pc:docMk/>
          <pc:sldMk cId="717438032" sldId="295"/>
        </pc:sldMkLst>
        <pc:grpChg chg="mod">
          <ac:chgData name="Li,Yuting (HP Medicine) BII-CN-S" userId="ce8fbb54-122c-426d-b8da-fdcc5e1b5022" providerId="ADAL" clId="{8A9581F2-25E5-4790-9FBF-270AA6305938}" dt="2026-04-23T05:20:41.644" v="2841" actId="1037"/>
          <ac:grpSpMkLst>
            <pc:docMk/>
            <pc:sldMk cId="717438032" sldId="295"/>
            <ac:grpSpMk id="270" creationId="{2341B2DE-714B-A71B-079D-915157737D29}"/>
          </ac:grpSpMkLst>
        </pc:grpChg>
      </pc:sldChg>
      <pc:sldChg chg="modSp mod">
        <pc:chgData name="Li,Yuting (HP Medicine) BII-CN-S" userId="ce8fbb54-122c-426d-b8da-fdcc5e1b5022" providerId="ADAL" clId="{8A9581F2-25E5-4790-9FBF-270AA6305938}" dt="2026-04-22T06:04:53.362" v="2062" actId="20577"/>
        <pc:sldMkLst>
          <pc:docMk/>
          <pc:sldMk cId="3380180432" sldId="9849"/>
        </pc:sldMkLst>
        <pc:spChg chg="mod">
          <ac:chgData name="Li,Yuting (HP Medicine) BII-CN-S" userId="ce8fbb54-122c-426d-b8da-fdcc5e1b5022" providerId="ADAL" clId="{8A9581F2-25E5-4790-9FBF-270AA6305938}" dt="2026-04-22T06:04:53.362" v="2062" actId="20577"/>
          <ac:spMkLst>
            <pc:docMk/>
            <pc:sldMk cId="3380180432" sldId="9849"/>
            <ac:spMk id="3" creationId="{692796CB-E2C8-8508-DF5A-FC10693F0AFB}"/>
          </ac:spMkLst>
        </pc:spChg>
      </pc:sldChg>
      <pc:sldChg chg="mod modShow">
        <pc:chgData name="Li,Yuting (HP Medicine) BII-CN-S" userId="ce8fbb54-122c-426d-b8da-fdcc5e1b5022" providerId="ADAL" clId="{8A9581F2-25E5-4790-9FBF-270AA6305938}" dt="2026-04-22T13:32:40.343" v="2558" actId="729"/>
        <pc:sldMkLst>
          <pc:docMk/>
          <pc:sldMk cId="1537414043" sldId="2147480185"/>
        </pc:sldMkLst>
      </pc:sldChg>
      <pc:sldChg chg="addSp delSp modSp mod">
        <pc:chgData name="Li,Yuting (HP Medicine) BII-CN-S" userId="ce8fbb54-122c-426d-b8da-fdcc5e1b5022" providerId="ADAL" clId="{8A9581F2-25E5-4790-9FBF-270AA6305938}" dt="2026-04-22T13:47:50.446" v="2764" actId="404"/>
        <pc:sldMkLst>
          <pc:docMk/>
          <pc:sldMk cId="2930190392" sldId="2147480196"/>
        </pc:sldMkLst>
        <pc:spChg chg="add mod">
          <ac:chgData name="Li,Yuting (HP Medicine) BII-CN-S" userId="ce8fbb54-122c-426d-b8da-fdcc5e1b5022" providerId="ADAL" clId="{8A9581F2-25E5-4790-9FBF-270AA6305938}" dt="2026-04-22T13:45:23.932" v="2760" actId="6549"/>
          <ac:spMkLst>
            <pc:docMk/>
            <pc:sldMk cId="2930190392" sldId="2147480196"/>
            <ac:spMk id="2" creationId="{41F8CCE5-17D4-16D0-C9DE-DFC6F2C97703}"/>
          </ac:spMkLst>
        </pc:spChg>
        <pc:spChg chg="add mod">
          <ac:chgData name="Li,Yuting (HP Medicine) BII-CN-S" userId="ce8fbb54-122c-426d-b8da-fdcc5e1b5022" providerId="ADAL" clId="{8A9581F2-25E5-4790-9FBF-270AA6305938}" dt="2026-04-22T06:42:18.367" v="2445" actId="12788"/>
          <ac:spMkLst>
            <pc:docMk/>
            <pc:sldMk cId="2930190392" sldId="2147480196"/>
            <ac:spMk id="5" creationId="{85E0E547-4868-F9D5-AFD7-EB16D2D14095}"/>
          </ac:spMkLst>
        </pc:spChg>
        <pc:spChg chg="add mod">
          <ac:chgData name="Li,Yuting (HP Medicine) BII-CN-S" userId="ce8fbb54-122c-426d-b8da-fdcc5e1b5022" providerId="ADAL" clId="{8A9581F2-25E5-4790-9FBF-270AA6305938}" dt="2026-04-22T06:42:18.367" v="2445" actId="12788"/>
          <ac:spMkLst>
            <pc:docMk/>
            <pc:sldMk cId="2930190392" sldId="2147480196"/>
            <ac:spMk id="7" creationId="{8E1C0BF3-C15F-3E98-D1D6-2DA782FA6884}"/>
          </ac:spMkLst>
        </pc:spChg>
        <pc:spChg chg="mod">
          <ac:chgData name="Li,Yuting (HP Medicine) BII-CN-S" userId="ce8fbb54-122c-426d-b8da-fdcc5e1b5022" providerId="ADAL" clId="{8A9581F2-25E5-4790-9FBF-270AA6305938}" dt="2026-04-22T06:42:18.367" v="2445" actId="12788"/>
          <ac:spMkLst>
            <pc:docMk/>
            <pc:sldMk cId="2930190392" sldId="2147480196"/>
            <ac:spMk id="22" creationId="{30CCCD9E-6885-47D6-4F09-192D67968E40}"/>
          </ac:spMkLst>
        </pc:spChg>
        <pc:spChg chg="del mod">
          <ac:chgData name="Li,Yuting (HP Medicine) BII-CN-S" userId="ce8fbb54-122c-426d-b8da-fdcc5e1b5022" providerId="ADAL" clId="{8A9581F2-25E5-4790-9FBF-270AA6305938}" dt="2026-04-22T06:41:23.221" v="2346" actId="478"/>
          <ac:spMkLst>
            <pc:docMk/>
            <pc:sldMk cId="2930190392" sldId="2147480196"/>
            <ac:spMk id="23" creationId="{FC22B257-6B29-A159-6DAD-E3876A378BEF}"/>
          </ac:spMkLst>
        </pc:spChg>
        <pc:spChg chg="mod">
          <ac:chgData name="Li,Yuting (HP Medicine) BII-CN-S" userId="ce8fbb54-122c-426d-b8da-fdcc5e1b5022" providerId="ADAL" clId="{8A9581F2-25E5-4790-9FBF-270AA6305938}" dt="2026-04-22T13:47:50.446" v="2764" actId="404"/>
          <ac:spMkLst>
            <pc:docMk/>
            <pc:sldMk cId="2930190392" sldId="2147480196"/>
            <ac:spMk id="24" creationId="{E9905D13-BD93-7A4E-1CC4-93C8C2802A58}"/>
          </ac:spMkLst>
        </pc:spChg>
        <pc:spChg chg="del">
          <ac:chgData name="Li,Yuting (HP Medicine) BII-CN-S" userId="ce8fbb54-122c-426d-b8da-fdcc5e1b5022" providerId="ADAL" clId="{8A9581F2-25E5-4790-9FBF-270AA6305938}" dt="2026-04-22T06:40:25.541" v="2271" actId="478"/>
          <ac:spMkLst>
            <pc:docMk/>
            <pc:sldMk cId="2930190392" sldId="2147480196"/>
            <ac:spMk id="25" creationId="{88D7FB32-855E-4E45-F2DE-1FE505AF57D9}"/>
          </ac:spMkLst>
        </pc:spChg>
        <pc:picChg chg="add mod">
          <ac:chgData name="Li,Yuting (HP Medicine) BII-CN-S" userId="ce8fbb54-122c-426d-b8da-fdcc5e1b5022" providerId="ADAL" clId="{8A9581F2-25E5-4790-9FBF-270AA6305938}" dt="2026-04-22T13:44:55.346" v="2758" actId="1035"/>
          <ac:picMkLst>
            <pc:docMk/>
            <pc:sldMk cId="2930190392" sldId="2147480196"/>
            <ac:picMk id="3" creationId="{2DB3E538-D766-E222-9E7E-C6FE56AE7057}"/>
          </ac:picMkLst>
        </pc:picChg>
        <pc:picChg chg="add mod">
          <ac:chgData name="Li,Yuting (HP Medicine) BII-CN-S" userId="ce8fbb54-122c-426d-b8da-fdcc5e1b5022" providerId="ADAL" clId="{8A9581F2-25E5-4790-9FBF-270AA6305938}" dt="2026-04-22T06:41:57.164" v="2444" actId="1035"/>
          <ac:picMkLst>
            <pc:docMk/>
            <pc:sldMk cId="2930190392" sldId="2147480196"/>
            <ac:picMk id="8" creationId="{94E4DD94-AD9B-BDB9-C1C7-11350E4BC423}"/>
          </ac:picMkLst>
        </pc:picChg>
        <pc:picChg chg="mod">
          <ac:chgData name="Li,Yuting (HP Medicine) BII-CN-S" userId="ce8fbb54-122c-426d-b8da-fdcc5e1b5022" providerId="ADAL" clId="{8A9581F2-25E5-4790-9FBF-270AA6305938}" dt="2026-04-22T06:42:54.904" v="2451" actId="1076"/>
          <ac:picMkLst>
            <pc:docMk/>
            <pc:sldMk cId="2930190392" sldId="2147480196"/>
            <ac:picMk id="21" creationId="{0DCD8908-A0F3-8FD2-15DF-51E12F273891}"/>
          </ac:picMkLst>
        </pc:picChg>
      </pc:sldChg>
      <pc:sldChg chg="mod modShow">
        <pc:chgData name="Li,Yuting (HP Medicine) BII-CN-S" userId="ce8fbb54-122c-426d-b8da-fdcc5e1b5022" providerId="ADAL" clId="{8A9581F2-25E5-4790-9FBF-270AA6305938}" dt="2026-04-23T09:24:56.398" v="2842" actId="729"/>
        <pc:sldMkLst>
          <pc:docMk/>
          <pc:sldMk cId="3918069454" sldId="2147483621"/>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quintiles-my.sharepoint.com/personal/xinyu_lei_quintiles_com/Documents/120%201485-0018(OAB64671)/1.Meetings/Sponsor%20Catch%20Up%20Call/1485-0018%20&#39044;&#31579;&#22833;&#36133;&#21407;&#22240;&#27719;&#24635;_%20as%20of%2010Apr2026.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quintiles-my.sharepoint.com/personal/xinyu_lei_quintiles_com/Documents/120%201485-0018(OAB64671)/1.Meetings/Sponsor%20Catch%20Up%20Call/1485-0018%20&#39044;&#31579;&#22833;&#36133;&#21407;&#22240;&#27719;&#24635;_%20as%20of%2010Apr2026.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boehringer-my.sharepoint.com/personal/jiayi_ma_boehringer-ingelheim_com/Documents/Desktop/maj/3.%20&#39033;&#30446;/6.%201485-0018/2.%20Meetings%20&amp;%20Visit/1.%20Trial%20Mgt%20Meeting/Worksheet%20in%2012.#Project review meeting_1305-0046_Aug2025.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altLang="zh-CN" sz="1400" b="1" i="0" u="none" strike="noStrike" kern="1200" spc="0" baseline="0">
                <a:solidFill>
                  <a:schemeClr val="tx1">
                    <a:lumMod val="65000"/>
                    <a:lumOff val="35000"/>
                  </a:schemeClr>
                </a:solidFill>
                <a:latin typeface="+mn-lt"/>
                <a:ea typeface="+mn-ea"/>
                <a:cs typeface="+mn-cs"/>
              </a:defRPr>
            </a:pPr>
            <a:r>
              <a:rPr lang="en-US"/>
              <a:t>Distribution of Pre-Screening Failure Reasons (Total </a:t>
            </a:r>
            <a:r>
              <a:rPr lang="en" altLang="zh-CN" sz="1000" b="1" i="0" u="none" strike="noStrike" kern="1200" spc="0" baseline="0">
                <a:solidFill>
                  <a:schemeClr val="tx2"/>
                </a:solidFill>
              </a:rPr>
              <a:t>including HIS pre-screen</a:t>
            </a:r>
            <a:r>
              <a:rPr lang="en-US"/>
              <a:t>)</a:t>
            </a:r>
          </a:p>
        </c:rich>
      </c:tx>
      <c:overlay val="0"/>
      <c:spPr>
        <a:noFill/>
        <a:ln>
          <a:noFill/>
        </a:ln>
        <a:effectLst/>
      </c:spPr>
      <c:txPr>
        <a:bodyPr rot="0" spcFirstLastPara="1" vertOverflow="ellipsis" vert="horz" wrap="square" anchor="ctr" anchorCtr="1"/>
        <a:lstStyle/>
        <a:p>
          <a:pPr>
            <a:defRPr altLang="zh-CN" sz="1400" b="1"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197F-4D05-BC10-D3FB11F62E79}"/>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197F-4D05-BC10-D3FB11F62E79}"/>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197F-4D05-BC10-D3FB11F62E79}"/>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197F-4D05-BC10-D3FB11F62E79}"/>
              </c:ext>
            </c:extLst>
          </c:dPt>
          <c:dPt>
            <c:idx val="4"/>
            <c:bubble3D val="0"/>
            <c:spPr>
              <a:solidFill>
                <a:schemeClr val="accent5"/>
              </a:solidFill>
              <a:ln w="25400">
                <a:solidFill>
                  <a:schemeClr val="lt1"/>
                </a:solidFill>
              </a:ln>
              <a:effectLst/>
              <a:sp3d contourW="25400">
                <a:contourClr>
                  <a:schemeClr val="lt1"/>
                </a:contourClr>
              </a:sp3d>
            </c:spPr>
            <c:extLst>
              <c:ext xmlns:c16="http://schemas.microsoft.com/office/drawing/2014/chart" uri="{C3380CC4-5D6E-409C-BE32-E72D297353CC}">
                <c16:uniqueId val="{00000009-197F-4D05-BC10-D3FB11F62E79}"/>
              </c:ext>
            </c:extLst>
          </c:dPt>
          <c:dPt>
            <c:idx val="5"/>
            <c:bubble3D val="0"/>
            <c:spPr>
              <a:solidFill>
                <a:schemeClr val="accent6"/>
              </a:solidFill>
              <a:ln w="25400">
                <a:solidFill>
                  <a:schemeClr val="lt1"/>
                </a:solidFill>
              </a:ln>
              <a:effectLst/>
              <a:sp3d contourW="25400">
                <a:contourClr>
                  <a:schemeClr val="lt1"/>
                </a:contourClr>
              </a:sp3d>
            </c:spPr>
            <c:extLst>
              <c:ext xmlns:c16="http://schemas.microsoft.com/office/drawing/2014/chart" uri="{C3380CC4-5D6E-409C-BE32-E72D297353CC}">
                <c16:uniqueId val="{0000000B-197F-4D05-BC10-D3FB11F62E79}"/>
              </c:ext>
            </c:extLst>
          </c:dPt>
          <c:dPt>
            <c:idx val="6"/>
            <c:bubble3D val="0"/>
            <c:spPr>
              <a:solidFill>
                <a:schemeClr val="accent1">
                  <a:lumMod val="6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D-197F-4D05-BC10-D3FB11F62E79}"/>
              </c:ext>
            </c:extLst>
          </c:dPt>
          <c:dPt>
            <c:idx val="7"/>
            <c:bubble3D val="0"/>
            <c:spPr>
              <a:solidFill>
                <a:schemeClr val="accent2">
                  <a:lumMod val="6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F-197F-4D05-BC10-D3FB11F62E79}"/>
              </c:ext>
            </c:extLst>
          </c:dPt>
          <c:dPt>
            <c:idx val="8"/>
            <c:bubble3D val="0"/>
            <c:spPr>
              <a:solidFill>
                <a:schemeClr val="accent3">
                  <a:lumMod val="6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11-197F-4D05-BC10-D3FB11F62E79}"/>
              </c:ext>
            </c:extLst>
          </c:dPt>
          <c:dPt>
            <c:idx val="9"/>
            <c:bubble3D val="0"/>
            <c:spPr>
              <a:solidFill>
                <a:schemeClr val="accent4">
                  <a:lumMod val="6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13-197F-4D05-BC10-D3FB11F62E79}"/>
              </c:ext>
            </c:extLst>
          </c:dPt>
          <c:dPt>
            <c:idx val="10"/>
            <c:bubble3D val="0"/>
            <c:spPr>
              <a:solidFill>
                <a:schemeClr val="accent5">
                  <a:lumMod val="6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15-197F-4D05-BC10-D3FB11F62E79}"/>
              </c:ext>
            </c:extLst>
          </c:dPt>
          <c:dPt>
            <c:idx val="11"/>
            <c:bubble3D val="0"/>
            <c:spPr>
              <a:solidFill>
                <a:schemeClr val="accent6">
                  <a:lumMod val="6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17-197F-4D05-BC10-D3FB11F62E79}"/>
              </c:ext>
            </c:extLst>
          </c:dPt>
          <c:dPt>
            <c:idx val="12"/>
            <c:bubble3D val="0"/>
            <c:spPr>
              <a:solidFill>
                <a:schemeClr val="accent1">
                  <a:lumMod val="80000"/>
                  <a:lumOff val="2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19-197F-4D05-BC10-D3FB11F62E79}"/>
              </c:ext>
            </c:extLst>
          </c:dPt>
          <c:dPt>
            <c:idx val="13"/>
            <c:bubble3D val="0"/>
            <c:spPr>
              <a:solidFill>
                <a:schemeClr val="accent2">
                  <a:lumMod val="80000"/>
                  <a:lumOff val="2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1B-197F-4D05-BC10-D3FB11F62E79}"/>
              </c:ext>
            </c:extLst>
          </c:dPt>
          <c:dPt>
            <c:idx val="14"/>
            <c:bubble3D val="0"/>
            <c:spPr>
              <a:solidFill>
                <a:schemeClr val="accent3">
                  <a:lumMod val="80000"/>
                  <a:lumOff val="2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1D-197F-4D05-BC10-D3FB11F62E79}"/>
              </c:ext>
            </c:extLst>
          </c:dPt>
          <c:dPt>
            <c:idx val="15"/>
            <c:bubble3D val="0"/>
            <c:spPr>
              <a:solidFill>
                <a:schemeClr val="accent4">
                  <a:lumMod val="80000"/>
                  <a:lumOff val="2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1F-197F-4D05-BC10-D3FB11F62E79}"/>
              </c:ext>
            </c:extLst>
          </c:dPt>
          <c:dPt>
            <c:idx val="16"/>
            <c:bubble3D val="0"/>
            <c:spPr>
              <a:solidFill>
                <a:schemeClr val="accent5">
                  <a:lumMod val="80000"/>
                  <a:lumOff val="2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21-197F-4D05-BC10-D3FB11F62E79}"/>
              </c:ext>
            </c:extLst>
          </c:dPt>
          <c:dPt>
            <c:idx val="17"/>
            <c:bubble3D val="0"/>
            <c:spPr>
              <a:solidFill>
                <a:schemeClr val="accent6">
                  <a:lumMod val="80000"/>
                  <a:lumOff val="2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23-197F-4D05-BC10-D3FB11F62E79}"/>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Summary!$Y$23:$Y$40</c:f>
              <c:strCache>
                <c:ptCount val="18"/>
                <c:pt idx="0">
                  <c:v>★Top 1 E4-Anti-VEGF Tx History (&gt;4)</c:v>
                </c:pt>
                <c:pt idx="1">
                  <c:v>★Top 2 E34-Enrolled in Other Trials</c:v>
                </c:pt>
                <c:pt idx="2">
                  <c:v>★Top 3 E7-Vitreoretinal/Intraocular Surgery</c:v>
                </c:pt>
                <c:pt idx="3">
                  <c:v>E5-PRP History</c:v>
                </c:pt>
                <c:pt idx="4">
                  <c:v>E2-Proliferative DR</c:v>
                </c:pt>
                <c:pt idx="5">
                  <c:v>E14-Other Diseases Impairing BCVA</c:v>
                </c:pt>
                <c:pt idx="6">
                  <c:v>E11-Cataract Surgery within 3mo</c:v>
                </c:pt>
                <c:pt idx="7">
                  <c:v>E12-Ocular Inflammation History</c:v>
                </c:pt>
                <c:pt idx="8">
                  <c:v>E16-Diseases Affecting Imaging</c:v>
                </c:pt>
                <c:pt idx="9">
                  <c:v>Patient Preference-Refusal</c:v>
                </c:pt>
                <c:pt idx="10">
                  <c:v>E9-Dexamethasone Implant History</c:v>
                </c:pt>
                <c:pt idx="11">
                  <c:v>E17-Poor Fellow Eye BCVA</c:v>
                </c:pt>
                <c:pt idx="12">
                  <c:v>I7-BCVA Score Not Met</c:v>
                </c:pt>
                <c:pt idx="13">
                  <c:v>E24-Cerebrovascular Disease History</c:v>
                </c:pt>
                <c:pt idx="14">
                  <c:v>E1-Non-CI-DME Macular Edema</c:v>
                </c:pt>
                <c:pt idx="15">
                  <c:v>E8-IVT/Periocular Steroids</c:v>
                </c:pt>
                <c:pt idx="16">
                  <c:v>E25-Severe Fundus Hemorrhage</c:v>
                </c:pt>
                <c:pt idx="17">
                  <c:v>E31-Prohibited Medication Use</c:v>
                </c:pt>
              </c:strCache>
            </c:strRef>
          </c:cat>
          <c:val>
            <c:numRef>
              <c:f>Summary!$Z$23:$Z$40</c:f>
              <c:numCache>
                <c:formatCode>General</c:formatCode>
                <c:ptCount val="18"/>
                <c:pt idx="0">
                  <c:v>155</c:v>
                </c:pt>
                <c:pt idx="1">
                  <c:v>98</c:v>
                </c:pt>
                <c:pt idx="2">
                  <c:v>48</c:v>
                </c:pt>
                <c:pt idx="3">
                  <c:v>45</c:v>
                </c:pt>
                <c:pt idx="4">
                  <c:v>15</c:v>
                </c:pt>
                <c:pt idx="5">
                  <c:v>11</c:v>
                </c:pt>
                <c:pt idx="6">
                  <c:v>10</c:v>
                </c:pt>
                <c:pt idx="7">
                  <c:v>9</c:v>
                </c:pt>
                <c:pt idx="8">
                  <c:v>7</c:v>
                </c:pt>
                <c:pt idx="9">
                  <c:v>7</c:v>
                </c:pt>
                <c:pt idx="10">
                  <c:v>6</c:v>
                </c:pt>
                <c:pt idx="11">
                  <c:v>4</c:v>
                </c:pt>
                <c:pt idx="12">
                  <c:v>3</c:v>
                </c:pt>
                <c:pt idx="13">
                  <c:v>2</c:v>
                </c:pt>
                <c:pt idx="14">
                  <c:v>1</c:v>
                </c:pt>
                <c:pt idx="15">
                  <c:v>1</c:v>
                </c:pt>
                <c:pt idx="16">
                  <c:v>1</c:v>
                </c:pt>
                <c:pt idx="17">
                  <c:v>1</c:v>
                </c:pt>
              </c:numCache>
            </c:numRef>
          </c:val>
          <c:extLst>
            <c:ext xmlns:c16="http://schemas.microsoft.com/office/drawing/2014/chart" uri="{C3380CC4-5D6E-409C-BE32-E72D297353CC}">
              <c16:uniqueId val="{00000024-197F-4D05-BC10-D3FB11F62E79}"/>
            </c:ext>
          </c:extLst>
        </c:ser>
        <c:dLbls>
          <c:showLegendKey val="0"/>
          <c:showVal val="0"/>
          <c:showCatName val="0"/>
          <c:showSerName val="0"/>
          <c:showPercent val="0"/>
          <c:showBubbleSize val="0"/>
          <c:showLeaderLines val="1"/>
        </c:dLbls>
      </c:pie3DChart>
      <c:spPr>
        <a:noFill/>
        <a:ln>
          <a:noFill/>
        </a:ln>
        <a:effectLst/>
      </c:spPr>
    </c:plotArea>
    <c:legend>
      <c:legendPos val="r"/>
      <c:legendEntry>
        <c:idx val="0"/>
        <c:txPr>
          <a:bodyPr rot="0" spcFirstLastPara="1" vertOverflow="ellipsis" vert="horz" wrap="square" anchor="ctr" anchorCtr="1"/>
          <a:lstStyle/>
          <a:p>
            <a:pPr>
              <a:defRPr sz="900" b="1" i="0" u="none" strike="noStrike" kern="1200" baseline="0">
                <a:solidFill>
                  <a:srgbClr val="FF0000"/>
                </a:solidFill>
                <a:latin typeface="+mn-lt"/>
                <a:ea typeface="+mn-ea"/>
                <a:cs typeface="+mn-cs"/>
              </a:defRPr>
            </a:pPr>
            <a:endParaRPr lang="en-US"/>
          </a:p>
        </c:txPr>
      </c:legendEntry>
      <c:legendEntry>
        <c:idx val="1"/>
        <c:txPr>
          <a:bodyPr rot="0" spcFirstLastPara="1" vertOverflow="ellipsis" vert="horz" wrap="square" anchor="ctr" anchorCtr="1"/>
          <a:lstStyle/>
          <a:p>
            <a:pPr>
              <a:defRPr sz="900" b="1" i="0" u="none" strike="noStrike" kern="1200" baseline="0">
                <a:solidFill>
                  <a:srgbClr val="FF0000"/>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altLang="zh-CN" b="1"/>
              <a:t>Key Patient Pre-screening Failure Reasons</a:t>
            </a:r>
          </a:p>
        </c:rich>
      </c:tx>
      <c:layout>
        <c:manualLayout>
          <c:xMode val="edge"/>
          <c:yMode val="edge"/>
          <c:x val="0.1838028040793411"/>
          <c:y val="3.6386113656190685E-4"/>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51DB-4A84-B124-6A5843C1B5AB}"/>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51DB-4A84-B124-6A5843C1B5AB}"/>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51DB-4A84-B124-6A5843C1B5AB}"/>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51DB-4A84-B124-6A5843C1B5AB}"/>
              </c:ext>
            </c:extLst>
          </c:dPt>
          <c:dPt>
            <c:idx val="4"/>
            <c:bubble3D val="0"/>
            <c:spPr>
              <a:solidFill>
                <a:schemeClr val="accent5"/>
              </a:solidFill>
              <a:ln w="25400">
                <a:solidFill>
                  <a:schemeClr val="lt1"/>
                </a:solidFill>
              </a:ln>
              <a:effectLst/>
              <a:sp3d contourW="25400">
                <a:contourClr>
                  <a:schemeClr val="lt1"/>
                </a:contourClr>
              </a:sp3d>
            </c:spPr>
            <c:extLst>
              <c:ext xmlns:c16="http://schemas.microsoft.com/office/drawing/2014/chart" uri="{C3380CC4-5D6E-409C-BE32-E72D297353CC}">
                <c16:uniqueId val="{00000009-51DB-4A84-B124-6A5843C1B5AB}"/>
              </c:ext>
            </c:extLst>
          </c:dPt>
          <c:dPt>
            <c:idx val="5"/>
            <c:bubble3D val="0"/>
            <c:spPr>
              <a:solidFill>
                <a:schemeClr val="accent6"/>
              </a:solidFill>
              <a:ln w="25400">
                <a:solidFill>
                  <a:schemeClr val="lt1"/>
                </a:solidFill>
              </a:ln>
              <a:effectLst/>
              <a:sp3d contourW="25400">
                <a:contourClr>
                  <a:schemeClr val="lt1"/>
                </a:contourClr>
              </a:sp3d>
            </c:spPr>
            <c:extLst>
              <c:ext xmlns:c16="http://schemas.microsoft.com/office/drawing/2014/chart" uri="{C3380CC4-5D6E-409C-BE32-E72D297353CC}">
                <c16:uniqueId val="{0000000B-51DB-4A84-B124-6A5843C1B5AB}"/>
              </c:ext>
            </c:extLst>
          </c:dPt>
          <c:dPt>
            <c:idx val="6"/>
            <c:bubble3D val="0"/>
            <c:spPr>
              <a:solidFill>
                <a:schemeClr val="accent1">
                  <a:lumMod val="6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D-51DB-4A84-B124-6A5843C1B5AB}"/>
              </c:ext>
            </c:extLst>
          </c:dPt>
          <c:dPt>
            <c:idx val="7"/>
            <c:bubble3D val="0"/>
            <c:spPr>
              <a:solidFill>
                <a:schemeClr val="accent2">
                  <a:lumMod val="6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F-51DB-4A84-B124-6A5843C1B5AB}"/>
              </c:ext>
            </c:extLst>
          </c:dPt>
          <c:dPt>
            <c:idx val="8"/>
            <c:bubble3D val="0"/>
            <c:spPr>
              <a:solidFill>
                <a:schemeClr val="accent3">
                  <a:lumMod val="6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11-51DB-4A84-B124-6A5843C1B5AB}"/>
              </c:ext>
            </c:extLst>
          </c:dPt>
          <c:dPt>
            <c:idx val="9"/>
            <c:bubble3D val="0"/>
            <c:spPr>
              <a:solidFill>
                <a:schemeClr val="accent4">
                  <a:lumMod val="6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13-51DB-4A84-B124-6A5843C1B5AB}"/>
              </c:ext>
            </c:extLst>
          </c:dPt>
          <c:dPt>
            <c:idx val="10"/>
            <c:bubble3D val="0"/>
            <c:spPr>
              <a:solidFill>
                <a:schemeClr val="accent5">
                  <a:lumMod val="6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15-51DB-4A84-B124-6A5843C1B5AB}"/>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Summary!$AD$23:$AD$33</c:f>
              <c:strCache>
                <c:ptCount val="11"/>
                <c:pt idx="0">
                  <c:v>★Top 1 Patient Preference - Patient/Family Refusal</c:v>
                </c:pt>
                <c:pt idx="1">
                  <c:v>★Top 2 E5 - PRP History</c:v>
                </c:pt>
                <c:pt idx="2">
                  <c:v>★Top 3 E12 - Ocular Inflammation History</c:v>
                </c:pt>
                <c:pt idx="3">
                  <c:v>E14 - Other Diseases Impairing BCVA</c:v>
                </c:pt>
                <c:pt idx="4">
                  <c:v>E2 - Proliferative DR</c:v>
                </c:pt>
                <c:pt idx="5">
                  <c:v>E4 - Anti-VEGF Tx History (&gt;4)</c:v>
                </c:pt>
                <c:pt idx="6">
                  <c:v>E8 - IVT/Periocular Steroids</c:v>
                </c:pt>
                <c:pt idx="7">
                  <c:v>E11 - Cataract Surgery within 3mo</c:v>
                </c:pt>
                <c:pt idx="8">
                  <c:v>E24 - Cerebrovascular Disease History</c:v>
                </c:pt>
                <c:pt idx="9">
                  <c:v>E25 - Severe Fundus Hemorrhage</c:v>
                </c:pt>
                <c:pt idx="10">
                  <c:v>E31 - Prohibited Medication Use</c:v>
                </c:pt>
              </c:strCache>
            </c:strRef>
          </c:cat>
          <c:val>
            <c:numRef>
              <c:f>Summary!$AE$23:$AE$33</c:f>
              <c:numCache>
                <c:formatCode>General</c:formatCode>
                <c:ptCount val="11"/>
                <c:pt idx="0">
                  <c:v>7</c:v>
                </c:pt>
                <c:pt idx="1">
                  <c:v>4</c:v>
                </c:pt>
                <c:pt idx="2">
                  <c:v>2</c:v>
                </c:pt>
                <c:pt idx="3">
                  <c:v>2</c:v>
                </c:pt>
                <c:pt idx="4">
                  <c:v>1</c:v>
                </c:pt>
                <c:pt idx="5">
                  <c:v>1</c:v>
                </c:pt>
                <c:pt idx="6">
                  <c:v>1</c:v>
                </c:pt>
                <c:pt idx="7">
                  <c:v>1</c:v>
                </c:pt>
                <c:pt idx="8">
                  <c:v>1</c:v>
                </c:pt>
                <c:pt idx="9">
                  <c:v>1</c:v>
                </c:pt>
                <c:pt idx="10">
                  <c:v>1</c:v>
                </c:pt>
              </c:numCache>
            </c:numRef>
          </c:val>
          <c:extLst>
            <c:ext xmlns:c16="http://schemas.microsoft.com/office/drawing/2014/chart" uri="{C3380CC4-5D6E-409C-BE32-E72D297353CC}">
              <c16:uniqueId val="{00000016-51DB-4A84-B124-6A5843C1B5AB}"/>
            </c:ext>
          </c:extLst>
        </c:ser>
        <c:dLbls>
          <c:showLegendKey val="0"/>
          <c:showVal val="0"/>
          <c:showCatName val="0"/>
          <c:showSerName val="0"/>
          <c:showPercent val="0"/>
          <c:showBubbleSize val="0"/>
          <c:showLeaderLines val="1"/>
        </c:dLbls>
      </c:pie3DChart>
      <c:spPr>
        <a:noFill/>
        <a:ln>
          <a:noFill/>
        </a:ln>
        <a:effectLst/>
      </c:spPr>
    </c:plotArea>
    <c:legend>
      <c:legendPos val="r"/>
      <c:legendEntry>
        <c:idx val="0"/>
        <c:txPr>
          <a:bodyPr rot="0" spcFirstLastPara="1" vertOverflow="ellipsis" vert="horz" wrap="square" anchor="ctr" anchorCtr="1"/>
          <a:lstStyle/>
          <a:p>
            <a:pPr>
              <a:defRPr sz="900" b="1" i="0" u="none" strike="noStrike" kern="1200" baseline="0">
                <a:solidFill>
                  <a:srgbClr val="FF0000"/>
                </a:solidFill>
                <a:latin typeface="+mn-lt"/>
                <a:ea typeface="+mn-ea"/>
                <a:cs typeface="+mn-cs"/>
              </a:defRPr>
            </a:pPr>
            <a:endParaRPr lang="en-US"/>
          </a:p>
        </c:txPr>
      </c:legendEntry>
      <c:legendEntry>
        <c:idx val="1"/>
        <c:txPr>
          <a:bodyPr rot="0" spcFirstLastPara="1" vertOverflow="ellipsis" vert="horz" wrap="square" anchor="ctr" anchorCtr="1"/>
          <a:lstStyle/>
          <a:p>
            <a:pPr>
              <a:defRPr sz="900" b="1" i="0" u="none" strike="noStrike" kern="1200" baseline="0">
                <a:solidFill>
                  <a:srgbClr val="FF0000"/>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'1305-0046 China Simple Version'!$A$3</c:f>
              <c:strCache>
                <c:ptCount val="1"/>
                <c:pt idx="0">
                  <c:v>Patients Enrolled/Randomized (Actual)</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'1305-0046 China Simple Version'!$B$2:$H$2</c:f>
              <c:numCache>
                <c:formatCode>[$-409]mmm\-yy;@</c:formatCode>
                <c:ptCount val="7"/>
                <c:pt idx="0">
                  <c:v>46112</c:v>
                </c:pt>
                <c:pt idx="1">
                  <c:v>46142</c:v>
                </c:pt>
                <c:pt idx="2">
                  <c:v>46173</c:v>
                </c:pt>
                <c:pt idx="3">
                  <c:v>46203</c:v>
                </c:pt>
                <c:pt idx="4">
                  <c:v>46234</c:v>
                </c:pt>
                <c:pt idx="5">
                  <c:v>46265</c:v>
                </c:pt>
                <c:pt idx="6">
                  <c:v>46295</c:v>
                </c:pt>
              </c:numCache>
            </c:numRef>
          </c:cat>
          <c:val>
            <c:numRef>
              <c:f>'1305-0046 China Simple Version'!$B$3:$H$3</c:f>
              <c:numCache>
                <c:formatCode>General</c:formatCode>
                <c:ptCount val="7"/>
              </c:numCache>
            </c:numRef>
          </c:val>
          <c:smooth val="0"/>
          <c:extLst>
            <c:ext xmlns:c16="http://schemas.microsoft.com/office/drawing/2014/chart" uri="{C3380CC4-5D6E-409C-BE32-E72D297353CC}">
              <c16:uniqueId val="{00000000-27C5-463C-AAC6-0A3BE0A8F53D}"/>
            </c:ext>
          </c:extLst>
        </c:ser>
        <c:ser>
          <c:idx val="1"/>
          <c:order val="1"/>
          <c:tx>
            <c:strRef>
              <c:f>'1305-0046 China Simple Version'!$A$4</c:f>
              <c:strCache>
                <c:ptCount val="1"/>
                <c:pt idx="0">
                  <c:v>Patients Enrolled/Randomized (orginial plan)</c:v>
                </c:pt>
              </c:strCache>
            </c:strRef>
          </c:tx>
          <c:spPr>
            <a:ln w="28575" cap="rnd">
              <a:solidFill>
                <a:schemeClr val="accent2"/>
              </a:solidFill>
              <a:prstDash val="sys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'1305-0046 China Simple Version'!$B$2:$H$2</c:f>
              <c:numCache>
                <c:formatCode>[$-409]mmm\-yy;@</c:formatCode>
                <c:ptCount val="7"/>
                <c:pt idx="0">
                  <c:v>46112</c:v>
                </c:pt>
                <c:pt idx="1">
                  <c:v>46142</c:v>
                </c:pt>
                <c:pt idx="2">
                  <c:v>46173</c:v>
                </c:pt>
                <c:pt idx="3">
                  <c:v>46203</c:v>
                </c:pt>
                <c:pt idx="4">
                  <c:v>46234</c:v>
                </c:pt>
                <c:pt idx="5">
                  <c:v>46265</c:v>
                </c:pt>
                <c:pt idx="6">
                  <c:v>46295</c:v>
                </c:pt>
              </c:numCache>
            </c:numRef>
          </c:cat>
          <c:val>
            <c:numRef>
              <c:f>'1305-0046 China Simple Version'!$B$4:$H$4</c:f>
              <c:numCache>
                <c:formatCode>General</c:formatCode>
                <c:ptCount val="7"/>
                <c:pt idx="0">
                  <c:v>0</c:v>
                </c:pt>
                <c:pt idx="1">
                  <c:v>2</c:v>
                </c:pt>
                <c:pt idx="2">
                  <c:v>3</c:v>
                </c:pt>
                <c:pt idx="3">
                  <c:v>5</c:v>
                </c:pt>
                <c:pt idx="4">
                  <c:v>6</c:v>
                </c:pt>
                <c:pt idx="5">
                  <c:v>7</c:v>
                </c:pt>
                <c:pt idx="6">
                  <c:v>8</c:v>
                </c:pt>
              </c:numCache>
            </c:numRef>
          </c:val>
          <c:smooth val="0"/>
          <c:extLst>
            <c:ext xmlns:c16="http://schemas.microsoft.com/office/drawing/2014/chart" uri="{C3380CC4-5D6E-409C-BE32-E72D297353CC}">
              <c16:uniqueId val="{00000001-27C5-463C-AAC6-0A3BE0A8F53D}"/>
            </c:ext>
          </c:extLst>
        </c:ser>
        <c:ser>
          <c:idx val="2"/>
          <c:order val="2"/>
          <c:tx>
            <c:strRef>
              <c:f>'1305-0046 China Simple Version'!$A$5</c:f>
              <c:strCache>
                <c:ptCount val="1"/>
                <c:pt idx="0">
                  <c:v>Patient Screened(Actual)</c:v>
                </c:pt>
              </c:strCache>
            </c:strRef>
          </c:tx>
          <c:spPr>
            <a:ln w="28575" cap="rnd">
              <a:solidFill>
                <a:srgbClr val="FFC000"/>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'1305-0046 China Simple Version'!$B$2:$H$2</c:f>
              <c:numCache>
                <c:formatCode>[$-409]mmm\-yy;@</c:formatCode>
                <c:ptCount val="7"/>
                <c:pt idx="0">
                  <c:v>46112</c:v>
                </c:pt>
                <c:pt idx="1">
                  <c:v>46142</c:v>
                </c:pt>
                <c:pt idx="2">
                  <c:v>46173</c:v>
                </c:pt>
                <c:pt idx="3">
                  <c:v>46203</c:v>
                </c:pt>
                <c:pt idx="4">
                  <c:v>46234</c:v>
                </c:pt>
                <c:pt idx="5">
                  <c:v>46265</c:v>
                </c:pt>
                <c:pt idx="6">
                  <c:v>46295</c:v>
                </c:pt>
              </c:numCache>
            </c:numRef>
          </c:cat>
          <c:val>
            <c:numRef>
              <c:f>'1305-0046 China Simple Version'!$B$5:$H$5</c:f>
              <c:numCache>
                <c:formatCode>General</c:formatCode>
                <c:ptCount val="7"/>
              </c:numCache>
            </c:numRef>
          </c:val>
          <c:smooth val="0"/>
          <c:extLst>
            <c:ext xmlns:c16="http://schemas.microsoft.com/office/drawing/2014/chart" uri="{C3380CC4-5D6E-409C-BE32-E72D297353CC}">
              <c16:uniqueId val="{00000002-27C5-463C-AAC6-0A3BE0A8F53D}"/>
            </c:ext>
          </c:extLst>
        </c:ser>
        <c:ser>
          <c:idx val="3"/>
          <c:order val="3"/>
          <c:tx>
            <c:strRef>
              <c:f>'1305-0046 China Simple Version'!$A$6</c:f>
              <c:strCache>
                <c:ptCount val="1"/>
                <c:pt idx="0">
                  <c:v>Patient Screened(Planned)</c:v>
                </c:pt>
              </c:strCache>
            </c:strRef>
          </c:tx>
          <c:spPr>
            <a:ln w="28575" cap="rnd">
              <a:solidFill>
                <a:srgbClr val="00B050"/>
              </a:solidFill>
              <a:prstDash val="dash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'1305-0046 China Simple Version'!$B$2:$H$2</c:f>
              <c:numCache>
                <c:formatCode>[$-409]mmm\-yy;@</c:formatCode>
                <c:ptCount val="7"/>
                <c:pt idx="0">
                  <c:v>46112</c:v>
                </c:pt>
                <c:pt idx="1">
                  <c:v>46142</c:v>
                </c:pt>
                <c:pt idx="2">
                  <c:v>46173</c:v>
                </c:pt>
                <c:pt idx="3">
                  <c:v>46203</c:v>
                </c:pt>
                <c:pt idx="4">
                  <c:v>46234</c:v>
                </c:pt>
                <c:pt idx="5">
                  <c:v>46265</c:v>
                </c:pt>
                <c:pt idx="6">
                  <c:v>46295</c:v>
                </c:pt>
              </c:numCache>
            </c:numRef>
          </c:cat>
          <c:val>
            <c:numRef>
              <c:f>'1305-0046 China Simple Version'!$B$6:$H$6</c:f>
              <c:numCache>
                <c:formatCode>General</c:formatCode>
                <c:ptCount val="7"/>
                <c:pt idx="0">
                  <c:v>3</c:v>
                </c:pt>
                <c:pt idx="1">
                  <c:v>6</c:v>
                </c:pt>
                <c:pt idx="2">
                  <c:v>9</c:v>
                </c:pt>
                <c:pt idx="3">
                  <c:v>15</c:v>
                </c:pt>
                <c:pt idx="4">
                  <c:v>18</c:v>
                </c:pt>
                <c:pt idx="5">
                  <c:v>21</c:v>
                </c:pt>
                <c:pt idx="6">
                  <c:v>24</c:v>
                </c:pt>
              </c:numCache>
            </c:numRef>
          </c:val>
          <c:smooth val="0"/>
          <c:extLst>
            <c:ext xmlns:c16="http://schemas.microsoft.com/office/drawing/2014/chart" uri="{C3380CC4-5D6E-409C-BE32-E72D297353CC}">
              <c16:uniqueId val="{00000003-27C5-463C-AAC6-0A3BE0A8F53D}"/>
            </c:ext>
          </c:extLst>
        </c:ser>
        <c:dLbls>
          <c:dLblPos val="t"/>
          <c:showLegendKey val="0"/>
          <c:showVal val="1"/>
          <c:showCatName val="0"/>
          <c:showSerName val="0"/>
          <c:showPercent val="0"/>
          <c:showBubbleSize val="0"/>
        </c:dLbls>
        <c:smooth val="0"/>
        <c:axId val="428170624"/>
        <c:axId val="428172424"/>
      </c:lineChart>
      <c:dateAx>
        <c:axId val="428170624"/>
        <c:scaling>
          <c:orientation val="minMax"/>
        </c:scaling>
        <c:delete val="0"/>
        <c:axPos val="b"/>
        <c:numFmt formatCode="[$-409]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428172424"/>
        <c:crosses val="autoZero"/>
        <c:auto val="1"/>
        <c:lblOffset val="100"/>
        <c:baseTimeUnit val="months"/>
      </c:dateAx>
      <c:valAx>
        <c:axId val="4281724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428170624"/>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zh-CN"/>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D1AF16-6F8D-4DA0-840B-A855AE3206B0}" type="datetimeFigureOut">
              <a:rPr lang="zh-CN" altLang="en-US" smtClean="0"/>
              <a:t>2026/4/23</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CB4BB5-E309-45E5-BB7A-A4E8DEB85991}" type="slidenum">
              <a:rPr lang="zh-CN" altLang="en-US" smtClean="0"/>
              <a:t>‹#›</a:t>
            </a:fld>
            <a:endParaRPr lang="zh-CN" altLang="en-US"/>
          </a:p>
        </p:txBody>
      </p:sp>
    </p:spTree>
    <p:extLst>
      <p:ext uri="{BB962C8B-B14F-4D97-AF65-F5344CB8AC3E}">
        <p14:creationId xmlns:p14="http://schemas.microsoft.com/office/powerpoint/2010/main" val="954593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de-DE"/>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E7E6E6"/>
                </a:solidFill>
                <a:effectLst/>
                <a:uLnTx/>
                <a:uFillTx/>
                <a:latin typeface="等线" panose="020F0502020204030204"/>
                <a:ea typeface="+mn-ea"/>
                <a:cs typeface="+mn-cs"/>
              </a:rPr>
              <a:t>Presentation title    |    ONLY FOR INTERNAL USE</a:t>
            </a: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E7E6E6"/>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800" b="0" i="0" u="none" strike="noStrike" kern="1200" cap="none" spc="0" normalizeH="0" baseline="0" noProof="0">
              <a:ln>
                <a:noFill/>
              </a:ln>
              <a:solidFill>
                <a:srgbClr val="E7E6E6"/>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423096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6CB4BB5-E309-45E5-BB7A-A4E8DEB85991}" type="slidenum">
              <a:rPr lang="zh-CN" altLang="en-US" smtClean="0"/>
              <a:t>2</a:t>
            </a:fld>
            <a:endParaRPr lang="zh-CN" altLang="en-US"/>
          </a:p>
        </p:txBody>
      </p:sp>
    </p:spTree>
    <p:extLst>
      <p:ext uri="{BB962C8B-B14F-4D97-AF65-F5344CB8AC3E}">
        <p14:creationId xmlns:p14="http://schemas.microsoft.com/office/powerpoint/2010/main" val="7816278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D9308-E395-F053-FA1F-4497578414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E6B654-02DF-A207-0053-5D63854DB0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7EFE1D-18B9-A702-0037-A2DD3D50BCEB}"/>
              </a:ext>
            </a:extLst>
          </p:cNvPr>
          <p:cNvSpPr>
            <a:spLocks noGrp="1"/>
          </p:cNvSpPr>
          <p:nvPr>
            <p:ph type="body" idx="1"/>
          </p:nvPr>
        </p:nvSpPr>
        <p:spPr/>
        <p:txBody>
          <a:bodyPr/>
          <a:lstStyle/>
          <a:p>
            <a:r>
              <a:rPr lang="zh-CN" altLang="en-US"/>
              <a:t>感谢</a:t>
            </a:r>
            <a:r>
              <a:rPr lang="en-US" altLang="zh-CN"/>
              <a:t>Lincy Alex</a:t>
            </a:r>
            <a:endParaRPr lang="zh-CN" altLang="en-US"/>
          </a:p>
        </p:txBody>
      </p:sp>
      <p:sp>
        <p:nvSpPr>
          <p:cNvPr id="4" name="Slide Number Placeholder 3">
            <a:extLst>
              <a:ext uri="{FF2B5EF4-FFF2-40B4-BE49-F238E27FC236}">
                <a16:creationId xmlns:a16="http://schemas.microsoft.com/office/drawing/2014/main" id="{534E675B-2F7F-CE9A-598A-6D444A620B7F}"/>
              </a:ext>
            </a:extLst>
          </p:cNvPr>
          <p:cNvSpPr>
            <a:spLocks noGrp="1"/>
          </p:cNvSpPr>
          <p:nvPr>
            <p:ph type="sldNum" sz="quarter" idx="5"/>
          </p:nvPr>
        </p:nvSpPr>
        <p:spPr/>
        <p:txBody>
          <a:bodyPr/>
          <a:lstStyle/>
          <a:p>
            <a:fld id="{E00EDDAC-DE75-41AE-9B58-967EC3E860B8}" type="slidenum">
              <a:rPr lang="en-US" smtClean="0"/>
              <a:t>5</a:t>
            </a:fld>
            <a:endParaRPr lang="en-US"/>
          </a:p>
        </p:txBody>
      </p:sp>
    </p:spTree>
    <p:extLst>
      <p:ext uri="{BB962C8B-B14F-4D97-AF65-F5344CB8AC3E}">
        <p14:creationId xmlns:p14="http://schemas.microsoft.com/office/powerpoint/2010/main" val="3021892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28C15-5736-36B9-65B9-C0F4C5616A4D}"/>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C71C4A65-2358-5C9C-7285-36C26C8A4F00}"/>
              </a:ext>
            </a:extLst>
          </p:cNvPr>
          <p:cNvSpPr>
            <a:spLocks noGrp="1"/>
          </p:cNvSpPr>
          <p:nvPr>
            <p:ph type="body" idx="1"/>
          </p:nvPr>
        </p:nvSpPr>
        <p:spPr/>
        <p:txBody>
          <a:bodyPr/>
          <a:lstStyle/>
          <a:p>
            <a:r>
              <a:rPr b="1"/>
              <a:t>ECR</a:t>
            </a:r>
            <a:endParaRPr/>
          </a:p>
          <a:p>
            <a:r>
              <a:rPr b="0"/>
              <a:t>No alt text provided</a:t>
            </a:r>
            <a:endParaRPr/>
          </a:p>
          <a:p>
            <a:endParaRPr/>
          </a:p>
          <a:p>
            <a:r>
              <a:rPr b="1"/>
              <a:t>pivotTable</a:t>
            </a:r>
            <a:endParaRPr/>
          </a:p>
          <a:p>
            <a:r>
              <a:rPr b="0"/>
              <a:t>No alt text provided</a:t>
            </a:r>
            <a:endParaRPr/>
          </a:p>
          <a:p>
            <a:endParaRPr/>
          </a:p>
          <a:p>
            <a:r>
              <a:rPr b="1"/>
              <a:t>image</a:t>
            </a:r>
            <a:endParaRPr/>
          </a:p>
          <a:p>
            <a:r>
              <a:rPr b="0"/>
              <a:t>No alt text provided</a:t>
            </a:r>
            <a:endParaRPr/>
          </a:p>
          <a:p>
            <a:endParaRPr/>
          </a:p>
          <a:p>
            <a:r>
              <a:rPr b="1"/>
              <a:t>textbox</a:t>
            </a:r>
            <a:endParaRPr/>
          </a:p>
          <a:p>
            <a:r>
              <a:rPr b="0"/>
              <a:t>No alt text provided</a:t>
            </a:r>
            <a:endParaRPr/>
          </a:p>
          <a:p>
            <a:endParaRPr/>
          </a:p>
          <a:p>
            <a:r>
              <a:rPr b="1"/>
              <a:t>textbox</a:t>
            </a:r>
            <a:endParaRPr/>
          </a:p>
          <a:p>
            <a:r>
              <a:rPr b="0"/>
              <a:t>No alt text provided</a:t>
            </a:r>
            <a:endParaRPr/>
          </a:p>
          <a:p>
            <a:endParaRPr/>
          </a:p>
          <a:p>
            <a:r>
              <a:rPr b="1"/>
              <a:t>card</a:t>
            </a:r>
            <a:endParaRPr/>
          </a:p>
          <a:p>
            <a:r>
              <a:rPr b="0"/>
              <a:t>No alt text provided</a:t>
            </a:r>
            <a:endParaRPr/>
          </a:p>
          <a:p>
            <a:endParaRPr/>
          </a:p>
          <a:p>
            <a:r>
              <a:rPr b="1"/>
              <a:t>IIS</a:t>
            </a:r>
            <a:endParaRPr/>
          </a:p>
          <a:p>
            <a:r>
              <a:rPr b="0"/>
              <a:t>No alt text provided</a:t>
            </a:r>
            <a:endParaRPr/>
          </a:p>
          <a:p>
            <a:endParaRPr/>
          </a:p>
          <a:p>
            <a:r>
              <a:rPr b="1"/>
              <a:t>slicer</a:t>
            </a:r>
            <a:endParaRPr/>
          </a:p>
          <a:p>
            <a:r>
              <a:rPr b="0"/>
              <a:t>No alt text provided</a:t>
            </a:r>
            <a:endParaRPr/>
          </a:p>
          <a:p>
            <a:endParaRPr/>
          </a:p>
          <a:p>
            <a:r>
              <a:rPr b="1"/>
              <a:t>slicer</a:t>
            </a:r>
            <a:endParaRPr/>
          </a:p>
          <a:p>
            <a:r>
              <a:rPr b="0"/>
              <a:t>No alt text provided</a:t>
            </a:r>
            <a:endParaRPr/>
          </a:p>
          <a:p>
            <a:endParaRPr/>
          </a:p>
          <a:p>
            <a:r>
              <a:rPr b="1"/>
              <a:t>slicer</a:t>
            </a:r>
            <a:endParaRPr/>
          </a:p>
          <a:p>
            <a:r>
              <a:rPr b="0"/>
              <a:t>No alt text provided</a:t>
            </a:r>
            <a:endParaRPr/>
          </a:p>
          <a:p>
            <a:endParaRPr/>
          </a:p>
          <a:p>
            <a:r>
              <a:rPr b="1"/>
              <a:t>slicer</a:t>
            </a:r>
            <a:endParaRPr/>
          </a:p>
          <a:p>
            <a:r>
              <a:rPr b="0"/>
              <a:t>No alt text provided</a:t>
            </a:r>
            <a:endParaRPr/>
          </a:p>
          <a:p>
            <a:endParaRPr/>
          </a:p>
          <a:p>
            <a:r>
              <a:rPr b="1"/>
              <a:t>BI-ONISed</a:t>
            </a:r>
            <a:endParaRPr/>
          </a:p>
          <a:p>
            <a:r>
              <a:rPr b="0"/>
              <a:t>No alt text provided</a:t>
            </a:r>
            <a:endParaRPr/>
          </a:p>
          <a:p>
            <a:endParaRPr/>
          </a:p>
          <a:p>
            <a:r>
              <a:rPr b="1"/>
              <a:t>BI-ONISnd</a:t>
            </a:r>
            <a:endParaRPr/>
          </a:p>
          <a:p>
            <a:r>
              <a:rPr b="0"/>
              <a:t>No alt text provided</a:t>
            </a:r>
            <a:endParaRPr/>
          </a:p>
          <a:p>
            <a:endParaRPr/>
          </a:p>
          <a:p>
            <a:r>
              <a:rPr b="1"/>
              <a:t>EAP</a:t>
            </a:r>
            <a:endParaRPr/>
          </a:p>
          <a:p>
            <a:r>
              <a:rPr b="0"/>
              <a:t>No alt text provided</a:t>
            </a:r>
            <a:endParaRPr/>
          </a:p>
          <a:p>
            <a:endParaRPr/>
          </a:p>
          <a:p>
            <a:r>
              <a:rPr b="1"/>
              <a:t>BI-Clinical trial</a:t>
            </a:r>
            <a:endParaRPr/>
          </a:p>
          <a:p>
            <a:r>
              <a:rPr b="0"/>
              <a:t>No alt text provided</a:t>
            </a:r>
            <a:endParaRPr/>
          </a:p>
          <a:p>
            <a:endParaRPr/>
          </a:p>
          <a:p>
            <a:r>
              <a:rPr b="1"/>
              <a:t>image</a:t>
            </a:r>
            <a:endParaRPr/>
          </a:p>
          <a:p>
            <a:r>
              <a:rPr b="0"/>
              <a:t>No alt text provided</a:t>
            </a:r>
            <a:endParaRPr/>
          </a:p>
          <a:p>
            <a:endParaRPr/>
          </a:p>
        </p:txBody>
      </p:sp>
    </p:spTree>
    <p:extLst>
      <p:ext uri="{BB962C8B-B14F-4D97-AF65-F5344CB8AC3E}">
        <p14:creationId xmlns:p14="http://schemas.microsoft.com/office/powerpoint/2010/main" val="648454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647232-E8F5-47F5-93FB-A3523A08FE3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11535048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EEBFD-7E77-86AE-5238-4220BF40EDA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3EFF8FF-5820-DC80-BE82-6CAE70E3F3E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30BF8E6-57EC-6EDB-263B-A566358D57B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8B7800C-1A4C-82E0-75D0-D09A7A4B1ED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0746C53-D1B9-4FA3-96A4-592C85350FA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6769720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BA0EB-184E-B2C3-A8A4-F286B377F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95C316-629A-97BC-46D5-382AC81D8F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ACB6DB-AFFA-C9A8-DE49-A9041D5AD270}"/>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CF758426-9629-132F-9668-B7FA74C5ABFA}"/>
              </a:ext>
            </a:extLst>
          </p:cNvPr>
          <p:cNvSpPr>
            <a:spLocks noGrp="1"/>
          </p:cNvSpPr>
          <p:nvPr>
            <p:ph type="sldNum" sz="quarter" idx="5"/>
          </p:nvPr>
        </p:nvSpPr>
        <p:spPr/>
        <p:txBody>
          <a:bodyPr/>
          <a:lstStyle/>
          <a:p>
            <a:fld id="{F6CB4BB5-E309-45E5-BB7A-A4E8DEB85991}" type="slidenum">
              <a:rPr lang="zh-CN" altLang="en-US" smtClean="0"/>
              <a:t>12</a:t>
            </a:fld>
            <a:endParaRPr lang="zh-CN" altLang="en-US"/>
          </a:p>
        </p:txBody>
      </p:sp>
    </p:spTree>
    <p:extLst>
      <p:ext uri="{BB962C8B-B14F-4D97-AF65-F5344CB8AC3E}">
        <p14:creationId xmlns:p14="http://schemas.microsoft.com/office/powerpoint/2010/main" val="17085484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a:p>
            <a:endParaRPr lang="zh-CN" altLang="en-US"/>
          </a:p>
        </p:txBody>
      </p:sp>
      <p:sp>
        <p:nvSpPr>
          <p:cNvPr id="4" name="Slide Number Placeholder 3"/>
          <p:cNvSpPr>
            <a:spLocks noGrp="1"/>
          </p:cNvSpPr>
          <p:nvPr>
            <p:ph type="sldNum" sz="quarter" idx="5"/>
          </p:nvPr>
        </p:nvSpPr>
        <p:spPr/>
        <p:txBody>
          <a:bodyPr/>
          <a:lstStyle/>
          <a:p>
            <a:fld id="{F6CB4BB5-E309-45E5-BB7A-A4E8DEB85991}" type="slidenum">
              <a:rPr lang="zh-CN" altLang="en-US" smtClean="0"/>
              <a:t>15</a:t>
            </a:fld>
            <a:endParaRPr lang="zh-CN" altLang="en-US"/>
          </a:p>
        </p:txBody>
      </p:sp>
    </p:spTree>
    <p:extLst>
      <p:ext uri="{BB962C8B-B14F-4D97-AF65-F5344CB8AC3E}">
        <p14:creationId xmlns:p14="http://schemas.microsoft.com/office/powerpoint/2010/main" val="42905006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zh-CN" altLang="en-US" sz="1200" b="0" i="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F6CB4BB5-E309-45E5-BB7A-A4E8DEB85991}" type="slidenum">
              <a:rPr lang="zh-CN" altLang="en-US" smtClean="0"/>
              <a:t>16</a:t>
            </a:fld>
            <a:endParaRPr lang="zh-CN" altLang="en-US"/>
          </a:p>
        </p:txBody>
      </p:sp>
    </p:spTree>
    <p:extLst>
      <p:ext uri="{BB962C8B-B14F-4D97-AF65-F5344CB8AC3E}">
        <p14:creationId xmlns:p14="http://schemas.microsoft.com/office/powerpoint/2010/main" val="31594846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95998" indent="-95998" defTabSz="1219170">
              <a:spcAft>
                <a:spcPts val="267"/>
              </a:spcAft>
              <a:buFont typeface="Arial" panose="020B0604020202020204" pitchFamily="34" charset="0"/>
              <a:buChar char="•"/>
              <a:defRPr/>
            </a:pPr>
            <a:r>
              <a:rPr lang="en-US" altLang="zh-CN" sz="1200" i="1" err="1">
                <a:solidFill>
                  <a:schemeClr val="bg1">
                    <a:lumMod val="50000"/>
                  </a:schemeClr>
                </a:solidFill>
                <a:cs typeface="Calibri"/>
              </a:rPr>
              <a:t>Izervay</a:t>
            </a:r>
            <a:r>
              <a:rPr lang="en-US" altLang="zh-CN" sz="1200" i="1">
                <a:solidFill>
                  <a:schemeClr val="bg1">
                    <a:lumMod val="50000"/>
                  </a:schemeClr>
                </a:solidFill>
                <a:cs typeface="Calibri"/>
              </a:rPr>
              <a:t>, the C5 inhibitor from Astellas, with registrational trials (GATHER1 &amp; GATHER2 in US/EU) demonstrating positive results in reduction in GA lesion growth but no significant effect in visual function, was approved by FDA (2023), rejected by EMA, and now conditionally approved by PMDA in Sep 2025 waiving clinical data in Japanese patients. External information shows that an experts consultation panel was organized by CDE recently to evaluate </a:t>
            </a:r>
            <a:r>
              <a:rPr lang="en-US" altLang="zh-CN" sz="1200" i="1" err="1">
                <a:solidFill>
                  <a:schemeClr val="bg1">
                    <a:lumMod val="50000"/>
                  </a:schemeClr>
                </a:solidFill>
                <a:cs typeface="Calibri"/>
              </a:rPr>
              <a:t>Izervay</a:t>
            </a:r>
            <a:r>
              <a:rPr lang="en-US" altLang="zh-CN" sz="1200" i="1">
                <a:solidFill>
                  <a:schemeClr val="bg1">
                    <a:lumMod val="50000"/>
                  </a:schemeClr>
                </a:solidFill>
                <a:cs typeface="Calibri"/>
              </a:rPr>
              <a:t> approval in China waiving clinical data in Chinese patients. Local team is closely monitoring on the status.</a:t>
            </a:r>
          </a:p>
        </p:txBody>
      </p:sp>
      <p:sp>
        <p:nvSpPr>
          <p:cNvPr id="4" name="Slide Number Placeholder 3"/>
          <p:cNvSpPr>
            <a:spLocks noGrp="1"/>
          </p:cNvSpPr>
          <p:nvPr>
            <p:ph type="sldNum" sz="quarter" idx="5"/>
          </p:nvPr>
        </p:nvSpPr>
        <p:spPr/>
        <p:txBody>
          <a:bodyPr/>
          <a:lstStyle/>
          <a:p>
            <a:fld id="{F6CB4BB5-E309-45E5-BB7A-A4E8DEB85991}" type="slidenum">
              <a:rPr lang="zh-CN" altLang="en-US" smtClean="0"/>
              <a:t>17</a:t>
            </a:fld>
            <a:endParaRPr lang="zh-CN" altLang="en-US"/>
          </a:p>
        </p:txBody>
      </p:sp>
    </p:spTree>
    <p:extLst>
      <p:ext uri="{BB962C8B-B14F-4D97-AF65-F5344CB8AC3E}">
        <p14:creationId xmlns:p14="http://schemas.microsoft.com/office/powerpoint/2010/main" val="28067174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F6CB4BB5-E309-45E5-BB7A-A4E8DEB85991}" type="slidenum">
              <a:rPr lang="zh-CN" altLang="en-US" smtClean="0"/>
              <a:t>18</a:t>
            </a:fld>
            <a:endParaRPr lang="zh-CN" altLang="en-US"/>
          </a:p>
        </p:txBody>
      </p:sp>
    </p:spTree>
    <p:extLst>
      <p:ext uri="{BB962C8B-B14F-4D97-AF65-F5344CB8AC3E}">
        <p14:creationId xmlns:p14="http://schemas.microsoft.com/office/powerpoint/2010/main" val="24671507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BA0EB-184E-B2C3-A8A4-F286B377F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95C316-629A-97BC-46D5-382AC81D8F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ACB6DB-AFFA-C9A8-DE49-A9041D5AD270}"/>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CF758426-9629-132F-9668-B7FA74C5ABFA}"/>
              </a:ext>
            </a:extLst>
          </p:cNvPr>
          <p:cNvSpPr>
            <a:spLocks noGrp="1"/>
          </p:cNvSpPr>
          <p:nvPr>
            <p:ph type="sldNum" sz="quarter" idx="5"/>
          </p:nvPr>
        </p:nvSpPr>
        <p:spPr/>
        <p:txBody>
          <a:bodyPr/>
          <a:lstStyle/>
          <a:p>
            <a:fld id="{F6CB4BB5-E309-45E5-BB7A-A4E8DEB85991}" type="slidenum">
              <a:rPr lang="zh-CN" altLang="en-US" smtClean="0"/>
              <a:t>19</a:t>
            </a:fld>
            <a:endParaRPr lang="zh-CN" altLang="en-US"/>
          </a:p>
        </p:txBody>
      </p:sp>
    </p:spTree>
    <p:extLst>
      <p:ext uri="{BB962C8B-B14F-4D97-AF65-F5344CB8AC3E}">
        <p14:creationId xmlns:p14="http://schemas.microsoft.com/office/powerpoint/2010/main" val="17085484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95998" indent="-95998" defTabSz="1219170">
              <a:spcAft>
                <a:spcPts val="267"/>
              </a:spcAft>
              <a:buFont typeface="Arial" panose="020B0604020202020204" pitchFamily="34" charset="0"/>
              <a:buChar char="•"/>
              <a:defRPr/>
            </a:pPr>
            <a:r>
              <a:rPr lang="en-US" altLang="zh-CN" sz="1200" i="1" err="1">
                <a:solidFill>
                  <a:schemeClr val="bg1">
                    <a:lumMod val="50000"/>
                  </a:schemeClr>
                </a:solidFill>
                <a:cs typeface="Calibri"/>
              </a:rPr>
              <a:t>Izervay</a:t>
            </a:r>
            <a:r>
              <a:rPr lang="en-US" altLang="zh-CN" sz="1200" i="1">
                <a:solidFill>
                  <a:schemeClr val="bg1">
                    <a:lumMod val="50000"/>
                  </a:schemeClr>
                </a:solidFill>
                <a:cs typeface="Calibri"/>
              </a:rPr>
              <a:t>, the C5 inhibitor from Astellas, with registrational trials (GATHER1 &amp; GATHER2 in US/EU) demonstrating positive results in reduction in GA lesion growth but no significant effect in visual function, was approved by FDA (2023), rejected by EMA, and now conditionally approved by PMDA in Sep 2025 waiving clinical data in Japanese patients. External information shows that an experts consultation panel was organized by CDE recently to evaluate </a:t>
            </a:r>
            <a:r>
              <a:rPr lang="en-US" altLang="zh-CN" sz="1200" i="1" err="1">
                <a:solidFill>
                  <a:schemeClr val="bg1">
                    <a:lumMod val="50000"/>
                  </a:schemeClr>
                </a:solidFill>
                <a:cs typeface="Calibri"/>
              </a:rPr>
              <a:t>Izervay</a:t>
            </a:r>
            <a:r>
              <a:rPr lang="en-US" altLang="zh-CN" sz="1200" i="1">
                <a:solidFill>
                  <a:schemeClr val="bg1">
                    <a:lumMod val="50000"/>
                  </a:schemeClr>
                </a:solidFill>
                <a:cs typeface="Calibri"/>
              </a:rPr>
              <a:t> approval in China waiving clinical data in Chinese patients. Local team is closely monitoring on the status.</a:t>
            </a:r>
          </a:p>
        </p:txBody>
      </p:sp>
      <p:sp>
        <p:nvSpPr>
          <p:cNvPr id="4" name="Slide Number Placeholder 3"/>
          <p:cNvSpPr>
            <a:spLocks noGrp="1"/>
          </p:cNvSpPr>
          <p:nvPr>
            <p:ph type="sldNum" sz="quarter" idx="5"/>
          </p:nvPr>
        </p:nvSpPr>
        <p:spPr/>
        <p:txBody>
          <a:bodyPr/>
          <a:lstStyle/>
          <a:p>
            <a:fld id="{F6CB4BB5-E309-45E5-BB7A-A4E8DEB85991}" type="slidenum">
              <a:rPr lang="zh-CN" altLang="en-US" smtClean="0"/>
              <a:t>22</a:t>
            </a:fld>
            <a:endParaRPr lang="zh-CN" altLang="en-US"/>
          </a:p>
        </p:txBody>
      </p:sp>
    </p:spTree>
    <p:extLst>
      <p:ext uri="{BB962C8B-B14F-4D97-AF65-F5344CB8AC3E}">
        <p14:creationId xmlns:p14="http://schemas.microsoft.com/office/powerpoint/2010/main" val="28067174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Presentation title    |    ONLY FOR INTERNAL USE</a:t>
            </a:r>
          </a:p>
        </p:txBody>
      </p:sp>
      <p:sp>
        <p:nvSpPr>
          <p:cNvPr id="5" name="Foliennummernplatzhalt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11476711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F6CB4BB5-E309-45E5-BB7A-A4E8DEB85991}" type="slidenum">
              <a:rPr lang="zh-CN" altLang="en-US" smtClean="0"/>
              <a:t>24</a:t>
            </a:fld>
            <a:endParaRPr lang="zh-CN" altLang="en-US"/>
          </a:p>
        </p:txBody>
      </p:sp>
    </p:spTree>
    <p:extLst>
      <p:ext uri="{BB962C8B-B14F-4D97-AF65-F5344CB8AC3E}">
        <p14:creationId xmlns:p14="http://schemas.microsoft.com/office/powerpoint/2010/main" val="24671507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F6CB4BB5-E309-45E5-BB7A-A4E8DEB85991}" type="slidenum">
              <a:rPr lang="zh-CN" altLang="en-US" smtClean="0"/>
              <a:t>25</a:t>
            </a:fld>
            <a:endParaRPr lang="zh-CN" altLang="en-US"/>
          </a:p>
        </p:txBody>
      </p:sp>
    </p:spTree>
    <p:extLst>
      <p:ext uri="{BB962C8B-B14F-4D97-AF65-F5344CB8AC3E}">
        <p14:creationId xmlns:p14="http://schemas.microsoft.com/office/powerpoint/2010/main" val="24671507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zh-CN" altLang="en-US" sz="1200" b="0" i="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F6CB4BB5-E309-45E5-BB7A-A4E8DEB85991}" type="slidenum">
              <a:rPr lang="zh-CN" altLang="en-US" smtClean="0"/>
              <a:t>26</a:t>
            </a:fld>
            <a:endParaRPr lang="zh-CN" altLang="en-US"/>
          </a:p>
        </p:txBody>
      </p:sp>
    </p:spTree>
    <p:extLst>
      <p:ext uri="{BB962C8B-B14F-4D97-AF65-F5344CB8AC3E}">
        <p14:creationId xmlns:p14="http://schemas.microsoft.com/office/powerpoint/2010/main" val="31594846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F547D-DB71-DD45-1756-B38E971F4C6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FD68E3D-854E-0DFC-18BE-67D87C7102E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7CA2745-DD9B-2D8C-FA6C-B4C766027363}"/>
              </a:ext>
            </a:extLst>
          </p:cNvPr>
          <p:cNvSpPr>
            <a:spLocks noGrp="1"/>
          </p:cNvSpPr>
          <p:nvPr>
            <p:ph type="body" idx="1"/>
          </p:nvPr>
        </p:nvSpPr>
        <p:spPr/>
        <p:txBody>
          <a:bodyPr/>
          <a:lstStyle/>
          <a:p>
            <a:r>
              <a:rPr lang="zh-CN" altLang="en-US"/>
              <a:t>基于既定的标准，识别重要</a:t>
            </a:r>
            <a:r>
              <a:rPr lang="en-US" altLang="zh-CN"/>
              <a:t>KEE</a:t>
            </a:r>
            <a:r>
              <a:rPr lang="zh-CN" altLang="en-US"/>
              <a:t>，为未来的活动（临床试验、会议活动、咨询、文章发表等）作为基础</a:t>
            </a:r>
            <a:endParaRPr lang="en-US" altLang="zh-CN"/>
          </a:p>
          <a:p>
            <a:endParaRPr lang="en-US" altLang="zh-CN"/>
          </a:p>
          <a:p>
            <a:r>
              <a:rPr lang="zh-CN" altLang="en-US"/>
              <a:t>流程：</a:t>
            </a:r>
            <a:endParaRPr lang="en-US" altLang="zh-CN"/>
          </a:p>
          <a:p>
            <a:pPr lvl="1"/>
            <a:r>
              <a:rPr lang="zh-CN" altLang="en-US"/>
              <a:t>团队内部商定评估标准，纳入的维度和阈值</a:t>
            </a:r>
            <a:endParaRPr lang="en-US" altLang="zh-CN"/>
          </a:p>
          <a:p>
            <a:pPr lvl="1"/>
            <a:r>
              <a:rPr lang="en-US" altLang="zh-CN" err="1"/>
              <a:t>Monocl</a:t>
            </a:r>
            <a:r>
              <a:rPr lang="zh-CN" altLang="en-US"/>
              <a:t>初筛</a:t>
            </a:r>
            <a:r>
              <a:rPr lang="en-US" altLang="zh-CN"/>
              <a:t>-list 1</a:t>
            </a:r>
          </a:p>
          <a:p>
            <a:pPr lvl="1"/>
            <a:r>
              <a:rPr lang="zh-CN" altLang="en-US"/>
              <a:t>根据国内其他数据源增补</a:t>
            </a:r>
            <a:r>
              <a:rPr lang="en-US" altLang="zh-CN"/>
              <a:t>list 1</a:t>
            </a:r>
            <a:r>
              <a:rPr lang="zh-CN" altLang="en-US"/>
              <a:t>漏掉的其他</a:t>
            </a:r>
            <a:r>
              <a:rPr lang="en-US" altLang="zh-CN"/>
              <a:t>KEE-list 2</a:t>
            </a:r>
          </a:p>
          <a:p>
            <a:pPr lvl="1"/>
            <a:r>
              <a:rPr lang="zh-CN" altLang="en-US"/>
              <a:t>根据评估标准，对</a:t>
            </a:r>
            <a:r>
              <a:rPr lang="en-US" altLang="zh-CN"/>
              <a:t>list 2</a:t>
            </a:r>
            <a:r>
              <a:rPr lang="zh-CN" altLang="en-US"/>
              <a:t>进行打分和排序，筛选针对不同应用场景的</a:t>
            </a:r>
            <a:r>
              <a:rPr lang="en-US" altLang="zh-CN"/>
              <a:t>top</a:t>
            </a:r>
            <a:r>
              <a:rPr lang="zh-CN" altLang="en-US"/>
              <a:t> </a:t>
            </a:r>
            <a:r>
              <a:rPr lang="en-US" altLang="zh-CN"/>
              <a:t>KEE list – list 3</a:t>
            </a:r>
          </a:p>
          <a:p>
            <a:pPr lvl="1"/>
            <a:r>
              <a:rPr lang="zh-CN" altLang="en-US"/>
              <a:t>团队内部</a:t>
            </a:r>
            <a:r>
              <a:rPr lang="en-US" altLang="zh-CN"/>
              <a:t>review</a:t>
            </a:r>
            <a:r>
              <a:rPr lang="zh-CN" altLang="en-US"/>
              <a:t>，基于对专家的了解、既往的合作等，</a:t>
            </a:r>
            <a:r>
              <a:rPr lang="en-US" altLang="zh-CN"/>
              <a:t>refine </a:t>
            </a:r>
            <a:r>
              <a:rPr lang="zh-CN" altLang="en-US"/>
              <a:t>形成 </a:t>
            </a:r>
            <a:r>
              <a:rPr lang="en-US" altLang="zh-CN"/>
              <a:t>final list</a:t>
            </a:r>
            <a:r>
              <a:rPr lang="zh-CN" altLang="en-US"/>
              <a:t>。</a:t>
            </a:r>
            <a:endParaRPr lang="en-US" altLang="zh-CN"/>
          </a:p>
          <a:p>
            <a:endParaRPr lang="en-US" altLang="zh-CN"/>
          </a:p>
          <a:p>
            <a:r>
              <a:rPr lang="en-US" altLang="zh-CN"/>
              <a:t>11.21 kick-off, align</a:t>
            </a:r>
            <a:r>
              <a:rPr lang="zh-CN" altLang="en-US"/>
              <a:t>了标准</a:t>
            </a:r>
            <a:endParaRPr lang="en-US" altLang="zh-CN"/>
          </a:p>
          <a:p>
            <a:r>
              <a:rPr lang="en-US" altLang="zh-CN"/>
              <a:t>12</a:t>
            </a:r>
            <a:r>
              <a:rPr lang="zh-CN" altLang="en-US"/>
              <a:t>月进行检索和排序</a:t>
            </a:r>
            <a:endParaRPr lang="en-US" altLang="zh-CN"/>
          </a:p>
          <a:p>
            <a:r>
              <a:rPr lang="en-US" altLang="zh-CN"/>
              <a:t>12.30 review</a:t>
            </a:r>
            <a:r>
              <a:rPr lang="zh-CN" altLang="en-US"/>
              <a:t>名单和做</a:t>
            </a:r>
            <a:r>
              <a:rPr lang="en-US" altLang="zh-CN"/>
              <a:t>refinement</a:t>
            </a:r>
          </a:p>
          <a:p>
            <a:r>
              <a:rPr lang="en-US" altLang="zh-CN"/>
              <a:t>1</a:t>
            </a:r>
            <a:r>
              <a:rPr lang="zh-CN" altLang="en-US"/>
              <a:t>月中</a:t>
            </a:r>
            <a:r>
              <a:rPr lang="en-US" altLang="zh-CN"/>
              <a:t>final</a:t>
            </a:r>
            <a:endParaRPr lang="zh-CN" altLang="en-US"/>
          </a:p>
          <a:p>
            <a:endParaRPr lang="zh-CN" altLang="en-US"/>
          </a:p>
        </p:txBody>
      </p:sp>
      <p:sp>
        <p:nvSpPr>
          <p:cNvPr id="4" name="灯片编号占位符 3">
            <a:extLst>
              <a:ext uri="{FF2B5EF4-FFF2-40B4-BE49-F238E27FC236}">
                <a16:creationId xmlns:a16="http://schemas.microsoft.com/office/drawing/2014/main" id="{EC7ADC9B-B071-F85F-7060-6E263744B577}"/>
              </a:ext>
            </a:extLst>
          </p:cNvPr>
          <p:cNvSpPr>
            <a:spLocks noGrp="1"/>
          </p:cNvSpPr>
          <p:nvPr>
            <p:ph type="sldNum" sz="quarter" idx="5"/>
          </p:nvPr>
        </p:nvSpPr>
        <p:spPr/>
        <p:txBody>
          <a:bodyPr/>
          <a:lstStyle/>
          <a:p>
            <a:fld id="{E4941234-BAAF-4354-B75F-CAC5A9371BF4}" type="slidenum">
              <a:rPr lang="zh-CN" altLang="en-US" smtClean="0"/>
              <a:t>27</a:t>
            </a:fld>
            <a:endParaRPr lang="zh-CN" altLang="en-US"/>
          </a:p>
        </p:txBody>
      </p:sp>
    </p:spTree>
    <p:extLst>
      <p:ext uri="{BB962C8B-B14F-4D97-AF65-F5344CB8AC3E}">
        <p14:creationId xmlns:p14="http://schemas.microsoft.com/office/powerpoint/2010/main" val="11977760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AFC80-AB67-1AA1-479D-0941F7218C5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FFCA65A-CF7D-120F-EB0F-9D8545D2B47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F689642-5B77-3614-AEC8-10EBCFF8303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ED93A2A-B0E6-E148-975E-DD978425000A}"/>
              </a:ext>
            </a:extLst>
          </p:cNvPr>
          <p:cNvSpPr>
            <a:spLocks noGrp="1"/>
          </p:cNvSpPr>
          <p:nvPr>
            <p:ph type="sldNum" sz="quarter" idx="5"/>
          </p:nvPr>
        </p:nvSpPr>
        <p:spPr/>
        <p:txBody>
          <a:bodyPr/>
          <a:lstStyle/>
          <a:p>
            <a:fld id="{E4941234-BAAF-4354-B75F-CAC5A9371BF4}" type="slidenum">
              <a:rPr lang="zh-CN" altLang="en-US" smtClean="0"/>
              <a:t>28</a:t>
            </a:fld>
            <a:endParaRPr lang="zh-CN" altLang="en-US"/>
          </a:p>
        </p:txBody>
      </p:sp>
    </p:spTree>
    <p:extLst>
      <p:ext uri="{BB962C8B-B14F-4D97-AF65-F5344CB8AC3E}">
        <p14:creationId xmlns:p14="http://schemas.microsoft.com/office/powerpoint/2010/main" val="38180698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B65D4-E2CB-2A7D-FBAE-1204365A865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7C9A4BC-2BE2-85D8-1F7A-96B0CBECD65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C4BEFA-267D-8B6A-49FE-FDD3536C202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D4CDEB3-5DAC-F408-ECF3-5740AC48B90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0746C53-D1B9-4FA3-96A4-592C85350FA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397366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kern="120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F6CB4BB5-E309-45E5-BB7A-A4E8DEB85991}" type="slidenum">
              <a:rPr lang="zh-CN" altLang="en-US" smtClean="0"/>
              <a:t>31</a:t>
            </a:fld>
            <a:endParaRPr lang="zh-CN" altLang="en-US"/>
          </a:p>
        </p:txBody>
      </p:sp>
    </p:spTree>
    <p:extLst>
      <p:ext uri="{BB962C8B-B14F-4D97-AF65-F5344CB8AC3E}">
        <p14:creationId xmlns:p14="http://schemas.microsoft.com/office/powerpoint/2010/main" val="36288504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err="1"/>
              <a:t>PoM</a:t>
            </a:r>
            <a:r>
              <a:rPr lang="en-US" altLang="zh-CN"/>
              <a:t> for OUD</a:t>
            </a:r>
            <a:r>
              <a:rPr lang="zh-CN" altLang="en-US"/>
              <a:t>（</a:t>
            </a:r>
            <a:r>
              <a:rPr lang="en-US" altLang="zh-CN"/>
              <a:t>Ph1b</a:t>
            </a:r>
            <a:r>
              <a:rPr lang="zh-CN" altLang="en-US"/>
              <a:t>）进行中，入组缓慢。</a:t>
            </a:r>
            <a:r>
              <a:rPr lang="zh-CN" altLang="zh-CN" sz="1200" kern="1200">
                <a:solidFill>
                  <a:schemeClr val="tx1"/>
                </a:solidFill>
                <a:effectLst/>
                <a:latin typeface="+mn-lt"/>
                <a:ea typeface="+mn-ea"/>
                <a:cs typeface="+mn-cs"/>
              </a:rPr>
              <a:t>主要原因是</a:t>
            </a:r>
            <a:r>
              <a:rPr lang="en-US" altLang="zh-CN" sz="1200" kern="1200">
                <a:solidFill>
                  <a:schemeClr val="tx1"/>
                </a:solidFill>
                <a:effectLst/>
                <a:latin typeface="+mn-lt"/>
                <a:ea typeface="+mn-ea"/>
                <a:cs typeface="+mn-cs"/>
              </a:rPr>
              <a:t>4-CSRTT</a:t>
            </a:r>
            <a:r>
              <a:rPr lang="zh-CN" altLang="zh-CN" sz="1200" kern="1200">
                <a:solidFill>
                  <a:schemeClr val="tx1"/>
                </a:solidFill>
                <a:effectLst/>
                <a:latin typeface="+mn-lt"/>
                <a:ea typeface="+mn-ea"/>
                <a:cs typeface="+mn-cs"/>
              </a:rPr>
              <a:t>筛查冲动失败率高。已经在</a:t>
            </a:r>
            <a:r>
              <a:rPr lang="en-US" altLang="zh-CN" sz="1200" kern="1200">
                <a:solidFill>
                  <a:schemeClr val="tx1"/>
                </a:solidFill>
                <a:effectLst/>
                <a:latin typeface="+mn-lt"/>
                <a:ea typeface="+mn-ea"/>
                <a:cs typeface="+mn-cs"/>
              </a:rPr>
              <a:t>9</a:t>
            </a:r>
            <a:r>
              <a:rPr lang="zh-CN" altLang="zh-CN" sz="1200" kern="1200">
                <a:solidFill>
                  <a:schemeClr val="tx1"/>
                </a:solidFill>
                <a:effectLst/>
                <a:latin typeface="+mn-lt"/>
                <a:ea typeface="+mn-ea"/>
                <a:cs typeface="+mn-cs"/>
              </a:rPr>
              <a:t>月修改了</a:t>
            </a:r>
            <a:r>
              <a:rPr lang="en-US" altLang="zh-CN" sz="1200" kern="1200">
                <a:solidFill>
                  <a:schemeClr val="tx1"/>
                </a:solidFill>
                <a:effectLst/>
                <a:latin typeface="+mn-lt"/>
                <a:ea typeface="+mn-ea"/>
                <a:cs typeface="+mn-cs"/>
              </a:rPr>
              <a:t>protocol</a:t>
            </a:r>
            <a:r>
              <a:rPr lang="zh-CN" altLang="zh-CN" sz="1200" kern="1200">
                <a:solidFill>
                  <a:schemeClr val="tx1"/>
                </a:solidFill>
                <a:effectLst/>
                <a:latin typeface="+mn-lt"/>
                <a:ea typeface="+mn-ea"/>
                <a:cs typeface="+mn-cs"/>
              </a:rPr>
              <a:t>。本来预计</a:t>
            </a:r>
            <a:r>
              <a:rPr lang="en-US" altLang="zh-CN" sz="1200" kern="1200">
                <a:solidFill>
                  <a:schemeClr val="tx1"/>
                </a:solidFill>
                <a:effectLst/>
                <a:latin typeface="+mn-lt"/>
                <a:ea typeface="+mn-ea"/>
                <a:cs typeface="+mn-cs"/>
              </a:rPr>
              <a:t>26</a:t>
            </a:r>
            <a:r>
              <a:rPr lang="zh-CN" altLang="zh-CN" sz="1200" kern="1200">
                <a:solidFill>
                  <a:schemeClr val="tx1"/>
                </a:solidFill>
                <a:effectLst/>
                <a:latin typeface="+mn-lt"/>
                <a:ea typeface="+mn-ea"/>
                <a:cs typeface="+mn-cs"/>
              </a:rPr>
              <a:t>年</a:t>
            </a:r>
            <a:r>
              <a:rPr lang="en-US" altLang="zh-CN" sz="1200" kern="1200">
                <a:solidFill>
                  <a:schemeClr val="tx1"/>
                </a:solidFill>
                <a:effectLst/>
                <a:latin typeface="+mn-lt"/>
                <a:ea typeface="+mn-ea"/>
                <a:cs typeface="+mn-cs"/>
              </a:rPr>
              <a:t>8</a:t>
            </a:r>
            <a:r>
              <a:rPr lang="zh-CN" altLang="zh-CN" sz="1200" kern="1200">
                <a:solidFill>
                  <a:schemeClr val="tx1"/>
                </a:solidFill>
                <a:effectLst/>
                <a:latin typeface="+mn-lt"/>
                <a:ea typeface="+mn-ea"/>
                <a:cs typeface="+mn-cs"/>
              </a:rPr>
              <a:t>月完成研究，但很可能完不成。会看看改了</a:t>
            </a:r>
            <a:r>
              <a:rPr lang="en-US" altLang="zh-CN" sz="1200" kern="1200">
                <a:solidFill>
                  <a:schemeClr val="tx1"/>
                </a:solidFill>
                <a:effectLst/>
                <a:latin typeface="+mn-lt"/>
                <a:ea typeface="+mn-ea"/>
                <a:cs typeface="+mn-cs"/>
              </a:rPr>
              <a:t>protocol</a:t>
            </a:r>
            <a:r>
              <a:rPr lang="zh-CN" altLang="zh-CN" sz="1200" kern="1200">
                <a:solidFill>
                  <a:schemeClr val="tx1"/>
                </a:solidFill>
                <a:effectLst/>
                <a:latin typeface="+mn-lt"/>
                <a:ea typeface="+mn-ea"/>
                <a:cs typeface="+mn-cs"/>
              </a:rPr>
              <a:t>之后入组会不会加快，年底再过</a:t>
            </a:r>
            <a:r>
              <a:rPr lang="en-US" altLang="zh-CN" sz="1200" kern="1200">
                <a:solidFill>
                  <a:schemeClr val="tx1"/>
                </a:solidFill>
                <a:effectLst/>
                <a:latin typeface="+mn-lt"/>
                <a:ea typeface="+mn-ea"/>
                <a:cs typeface="+mn-cs"/>
              </a:rPr>
              <a:t>IUPC</a:t>
            </a:r>
          </a:p>
          <a:p>
            <a:r>
              <a:rPr lang="zh-CN" altLang="en-US" sz="1200" kern="1200">
                <a:solidFill>
                  <a:schemeClr val="tx1"/>
                </a:solidFill>
                <a:effectLst/>
                <a:latin typeface="+mn-lt"/>
                <a:ea typeface="+mn-ea"/>
                <a:cs typeface="+mn-cs"/>
              </a:rPr>
              <a:t>中国 </a:t>
            </a:r>
            <a:r>
              <a:rPr lang="en-US" altLang="zh-CN" sz="1200" kern="1200">
                <a:solidFill>
                  <a:schemeClr val="tx1"/>
                </a:solidFill>
                <a:effectLst/>
                <a:latin typeface="+mn-lt"/>
                <a:ea typeface="+mn-ea"/>
                <a:cs typeface="+mn-cs"/>
              </a:rPr>
              <a:t>integration</a:t>
            </a:r>
            <a:r>
              <a:rPr lang="zh-CN" altLang="en-US" sz="1200" kern="1200">
                <a:solidFill>
                  <a:schemeClr val="tx1"/>
                </a:solidFill>
                <a:effectLst/>
                <a:latin typeface="+mn-lt"/>
                <a:ea typeface="+mn-ea"/>
                <a:cs typeface="+mn-cs"/>
              </a:rPr>
              <a:t>等总部</a:t>
            </a:r>
            <a:r>
              <a:rPr lang="en-US" altLang="zh-CN" sz="1200" kern="1200">
                <a:solidFill>
                  <a:schemeClr val="tx1"/>
                </a:solidFill>
                <a:effectLst/>
                <a:latin typeface="+mn-lt"/>
                <a:ea typeface="+mn-ea"/>
                <a:cs typeface="+mn-cs"/>
              </a:rPr>
              <a:t>ph1b</a:t>
            </a:r>
            <a:r>
              <a:rPr lang="zh-CN" altLang="en-US" sz="1200" kern="1200">
                <a:solidFill>
                  <a:schemeClr val="tx1"/>
                </a:solidFill>
                <a:effectLst/>
                <a:latin typeface="+mn-lt"/>
                <a:ea typeface="+mn-ea"/>
                <a:cs typeface="+mn-cs"/>
              </a:rPr>
              <a:t>年底的</a:t>
            </a:r>
            <a:r>
              <a:rPr lang="en-US" altLang="zh-CN" sz="1200" kern="1200">
                <a:solidFill>
                  <a:schemeClr val="tx1"/>
                </a:solidFill>
                <a:effectLst/>
                <a:latin typeface="+mn-lt"/>
                <a:ea typeface="+mn-ea"/>
                <a:cs typeface="+mn-cs"/>
              </a:rPr>
              <a:t>IUPC</a:t>
            </a:r>
            <a:r>
              <a:rPr lang="zh-CN" altLang="en-US" sz="1200" kern="1200">
                <a:solidFill>
                  <a:schemeClr val="tx1"/>
                </a:solidFill>
                <a:effectLst/>
                <a:latin typeface="+mn-lt"/>
                <a:ea typeface="+mn-ea"/>
                <a:cs typeface="+mn-cs"/>
              </a:rPr>
              <a:t>再进一步沟通</a:t>
            </a:r>
            <a:endParaRPr lang="zh-CN" altLang="en-US"/>
          </a:p>
        </p:txBody>
      </p:sp>
      <p:sp>
        <p:nvSpPr>
          <p:cNvPr id="4" name="灯片编号占位符 3"/>
          <p:cNvSpPr>
            <a:spLocks noGrp="1"/>
          </p:cNvSpPr>
          <p:nvPr>
            <p:ph type="sldNum" sz="quarter" idx="5"/>
          </p:nvPr>
        </p:nvSpPr>
        <p:spPr/>
        <p:txBody>
          <a:bodyPr/>
          <a:lstStyle/>
          <a:p>
            <a:fld id="{F6CB4BB5-E309-45E5-BB7A-A4E8DEB85991}" type="slidenum">
              <a:rPr lang="zh-CN" altLang="en-US" smtClean="0"/>
              <a:t>32</a:t>
            </a:fld>
            <a:endParaRPr lang="zh-CN" altLang="en-US"/>
          </a:p>
        </p:txBody>
      </p:sp>
    </p:spTree>
    <p:extLst>
      <p:ext uri="{BB962C8B-B14F-4D97-AF65-F5344CB8AC3E}">
        <p14:creationId xmlns:p14="http://schemas.microsoft.com/office/powerpoint/2010/main" val="14453411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SRD</a:t>
            </a:r>
            <a:r>
              <a:rPr lang="zh-CN" altLang="en-US"/>
              <a:t>和</a:t>
            </a:r>
            <a:r>
              <a:rPr lang="en-US" altLang="zh-CN"/>
              <a:t>MRD</a:t>
            </a:r>
            <a:r>
              <a:rPr lang="zh-CN" altLang="en-US"/>
              <a:t>预计延迟</a:t>
            </a:r>
            <a:r>
              <a:rPr lang="en-US" altLang="zh-CN"/>
              <a:t>4</a:t>
            </a:r>
            <a:r>
              <a:rPr lang="zh-CN" altLang="en-US"/>
              <a:t>个月，</a:t>
            </a:r>
            <a:r>
              <a:rPr lang="en-US" altLang="zh-CN"/>
              <a:t>26</a:t>
            </a:r>
            <a:r>
              <a:rPr lang="zh-CN" altLang="en-US"/>
              <a:t>年</a:t>
            </a:r>
            <a:r>
              <a:rPr lang="en-US" altLang="zh-CN"/>
              <a:t>8</a:t>
            </a:r>
            <a:r>
              <a:rPr lang="zh-CN" altLang="en-US"/>
              <a:t>月完成</a:t>
            </a:r>
            <a:endParaRPr lang="en-US" altLang="zh-CN"/>
          </a:p>
          <a:p>
            <a:r>
              <a:rPr lang="en-US" altLang="zh-CN" err="1"/>
              <a:t>PoCP</a:t>
            </a:r>
            <a:r>
              <a:rPr lang="zh-CN" altLang="en-US"/>
              <a:t>（</a:t>
            </a:r>
            <a:r>
              <a:rPr lang="en-US" altLang="zh-CN" err="1"/>
              <a:t>PoM</a:t>
            </a:r>
            <a:r>
              <a:rPr lang="zh-CN" altLang="en-US"/>
              <a:t>）不变，目前计划只在</a:t>
            </a:r>
            <a:r>
              <a:rPr lang="en-US" altLang="zh-CN"/>
              <a:t>US</a:t>
            </a:r>
            <a:r>
              <a:rPr lang="zh-CN" altLang="en-US"/>
              <a:t>做</a:t>
            </a:r>
            <a:endParaRPr lang="en-US" altLang="zh-CN"/>
          </a:p>
          <a:p>
            <a:r>
              <a:rPr lang="en-US" altLang="zh-CN" sz="1200" kern="1200">
                <a:solidFill>
                  <a:schemeClr val="tx1"/>
                </a:solidFill>
                <a:effectLst/>
                <a:latin typeface="+mn-lt"/>
                <a:ea typeface="+mn-ea"/>
                <a:cs typeface="+mn-cs"/>
              </a:rPr>
              <a:t>2</a:t>
            </a:r>
            <a:r>
              <a:rPr lang="zh-CN" altLang="zh-CN" sz="1200" kern="1200">
                <a:solidFill>
                  <a:schemeClr val="tx1"/>
                </a:solidFill>
                <a:effectLst/>
                <a:latin typeface="+mn-lt"/>
                <a:ea typeface="+mn-ea"/>
                <a:cs typeface="+mn-cs"/>
              </a:rPr>
              <a:t>期研究的</a:t>
            </a:r>
            <a:r>
              <a:rPr lang="en-US" altLang="zh-CN" sz="1200" kern="1200">
                <a:solidFill>
                  <a:schemeClr val="tx1"/>
                </a:solidFill>
                <a:effectLst/>
                <a:latin typeface="+mn-lt"/>
                <a:ea typeface="+mn-ea"/>
                <a:cs typeface="+mn-cs"/>
              </a:rPr>
              <a:t>plan</a:t>
            </a:r>
            <a:r>
              <a:rPr lang="zh-CN" altLang="en-US" sz="1200" kern="1200">
                <a:solidFill>
                  <a:schemeClr val="tx1"/>
                </a:solidFill>
                <a:effectLst/>
                <a:latin typeface="+mn-lt"/>
                <a:ea typeface="+mn-ea"/>
                <a:cs typeface="+mn-cs"/>
              </a:rPr>
              <a:t>（</a:t>
            </a:r>
            <a:r>
              <a:rPr lang="en-US" altLang="zh-CN" sz="1200" kern="1200">
                <a:solidFill>
                  <a:schemeClr val="tx1"/>
                </a:solidFill>
                <a:effectLst/>
                <a:latin typeface="+mn-lt"/>
                <a:ea typeface="+mn-ea"/>
                <a:cs typeface="+mn-cs"/>
              </a:rPr>
              <a:t>path to PoC</a:t>
            </a:r>
            <a:r>
              <a:rPr lang="zh-CN" altLang="en-US" sz="1200" kern="1200">
                <a:solidFill>
                  <a:schemeClr val="tx1"/>
                </a:solidFill>
                <a:effectLst/>
                <a:latin typeface="+mn-lt"/>
                <a:ea typeface="+mn-ea"/>
                <a:cs typeface="+mn-cs"/>
              </a:rPr>
              <a:t>）</a:t>
            </a:r>
            <a:r>
              <a:rPr lang="zh-CN" altLang="zh-CN" sz="1200" kern="1200">
                <a:solidFill>
                  <a:schemeClr val="tx1"/>
                </a:solidFill>
                <a:effectLst/>
                <a:latin typeface="+mn-lt"/>
                <a:ea typeface="+mn-ea"/>
                <a:cs typeface="+mn-cs"/>
              </a:rPr>
              <a:t>会在今年底上</a:t>
            </a:r>
            <a:r>
              <a:rPr lang="en-US" altLang="zh-CN" sz="1200" kern="1200">
                <a:solidFill>
                  <a:schemeClr val="tx1"/>
                </a:solidFill>
                <a:effectLst/>
                <a:latin typeface="+mn-lt"/>
                <a:ea typeface="+mn-ea"/>
                <a:cs typeface="+mn-cs"/>
              </a:rPr>
              <a:t>IUPC</a:t>
            </a:r>
          </a:p>
          <a:p>
            <a:r>
              <a:rPr lang="zh-CN" altLang="en-US" sz="1200" kern="1200">
                <a:solidFill>
                  <a:schemeClr val="tx1"/>
                </a:solidFill>
                <a:effectLst/>
                <a:latin typeface="+mn-lt"/>
                <a:ea typeface="+mn-ea"/>
                <a:cs typeface="+mn-cs"/>
              </a:rPr>
              <a:t>中国</a:t>
            </a:r>
            <a:r>
              <a:rPr lang="en-US" altLang="zh-CN" sz="1200" kern="1200">
                <a:solidFill>
                  <a:schemeClr val="tx1"/>
                </a:solidFill>
                <a:effectLst/>
                <a:latin typeface="+mn-lt"/>
                <a:ea typeface="+mn-ea"/>
                <a:cs typeface="+mn-cs"/>
              </a:rPr>
              <a:t>integration plan</a:t>
            </a:r>
            <a:r>
              <a:rPr lang="zh-CN" altLang="en-US" sz="1200" kern="1200">
                <a:solidFill>
                  <a:schemeClr val="tx1"/>
                </a:solidFill>
                <a:effectLst/>
                <a:latin typeface="+mn-lt"/>
                <a:ea typeface="+mn-ea"/>
                <a:cs typeface="+mn-cs"/>
              </a:rPr>
              <a:t>，年底后与</a:t>
            </a:r>
            <a:r>
              <a:rPr lang="en-US" altLang="zh-CN" sz="1200" kern="1200">
                <a:solidFill>
                  <a:schemeClr val="tx1"/>
                </a:solidFill>
                <a:effectLst/>
                <a:latin typeface="+mn-lt"/>
                <a:ea typeface="+mn-ea"/>
                <a:cs typeface="+mn-cs"/>
              </a:rPr>
              <a:t>global catch up</a:t>
            </a:r>
          </a:p>
          <a:p>
            <a:endParaRPr lang="zh-CN" altLang="en-US"/>
          </a:p>
        </p:txBody>
      </p:sp>
      <p:sp>
        <p:nvSpPr>
          <p:cNvPr id="4" name="灯片编号占位符 3"/>
          <p:cNvSpPr>
            <a:spLocks noGrp="1"/>
          </p:cNvSpPr>
          <p:nvPr>
            <p:ph type="sldNum" sz="quarter" idx="5"/>
          </p:nvPr>
        </p:nvSpPr>
        <p:spPr/>
        <p:txBody>
          <a:bodyPr/>
          <a:lstStyle/>
          <a:p>
            <a:fld id="{F6CB4BB5-E309-45E5-BB7A-A4E8DEB85991}" type="slidenum">
              <a:rPr lang="zh-CN" altLang="en-US" smtClean="0"/>
              <a:t>33</a:t>
            </a:fld>
            <a:endParaRPr lang="zh-CN" altLang="en-US"/>
          </a:p>
        </p:txBody>
      </p:sp>
    </p:spTree>
    <p:extLst>
      <p:ext uri="{BB962C8B-B14F-4D97-AF65-F5344CB8AC3E}">
        <p14:creationId xmlns:p14="http://schemas.microsoft.com/office/powerpoint/2010/main" val="25237885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sv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4.sv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png"/><Relationship Id="rId1" Type="http://schemas.openxmlformats.org/officeDocument/2006/relationships/slideMaster" Target="../slideMasters/slideMaster2.xml"/><Relationship Id="rId5" Type="http://schemas.openxmlformats.org/officeDocument/2006/relationships/image" Target="../media/image18.png"/><Relationship Id="rId4" Type="http://schemas.openxmlformats.org/officeDocument/2006/relationships/image" Target="../media/image17.pn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4.xml"/><Relationship Id="rId4" Type="http://schemas.openxmlformats.org/officeDocument/2006/relationships/image" Target="../media/image8.png"/></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4.xml"/><Relationship Id="rId4" Type="http://schemas.openxmlformats.org/officeDocument/2006/relationships/image" Target="../media/image8.png"/></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4.xml"/><Relationship Id="rId4" Type="http://schemas.openxmlformats.org/officeDocument/2006/relationships/image" Target="../media/image8.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a:prstGeom prst="rect">
            <a:avLst/>
          </a:prstGeom>
        </p:spPr>
        <p:txBody>
          <a:bodyPr/>
          <a:lstStyle>
            <a:lvl1pPr algn="l">
              <a:defRPr/>
            </a:lvl1pPr>
          </a:lstStyle>
          <a:p>
            <a:r>
              <a:rPr lang="en-US"/>
              <a:t>ONLY FOR INTERNAL USE</a:t>
            </a:r>
          </a:p>
        </p:txBody>
      </p:sp>
    </p:spTree>
    <p:extLst>
      <p:ext uri="{BB962C8B-B14F-4D97-AF65-F5344CB8AC3E}">
        <p14:creationId xmlns:p14="http://schemas.microsoft.com/office/powerpoint/2010/main" val="4071346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a:prstGeom prst="rect">
            <a:avLst/>
          </a:prstGeo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225671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a:prstGeom prst="rect">
            <a:avLst/>
          </a:prstGeo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66635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a:prstGeom prst="rect">
            <a:avLst/>
          </a:prstGeo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59061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a:prstGeom prst="rect">
            <a:avLst/>
          </a:prstGeo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57512947"/>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259958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618203822"/>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Tree>
    <p:extLst>
      <p:ext uri="{BB962C8B-B14F-4D97-AF65-F5344CB8AC3E}">
        <p14:creationId xmlns:p14="http://schemas.microsoft.com/office/powerpoint/2010/main" val="283000008"/>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239642849"/>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69193835"/>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3882643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6937643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5835769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401269282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9246131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a:prstGeom prst="rect">
            <a:avLst/>
          </a:prstGeo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87703967"/>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414061951"/>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2327353862"/>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40785132"/>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9524603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350209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94933957"/>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3281604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09848678"/>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5861098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44811232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12056046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6753238"/>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825525858"/>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4764304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6627560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87317322"/>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2026</a:t>
            </a:fld>
            <a:r>
              <a:rPr lang="en-US" sz="900"/>
              <a:t> Boehringer Ingelheim International GmbH. All rights reserved.</a:t>
            </a:r>
          </a:p>
        </p:txBody>
      </p:sp>
    </p:spTree>
    <p:extLst>
      <p:ext uri="{BB962C8B-B14F-4D97-AF65-F5344CB8AC3E}">
        <p14:creationId xmlns:p14="http://schemas.microsoft.com/office/powerpoint/2010/main" val="6318449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0AD1C50B-E8A2-4BF1-8E49-B64B7009FA23}" type="datetime1">
              <a:rPr lang="en-GB" noProof="0" smtClean="0"/>
              <a:t>23/04/2026</a:t>
            </a:fld>
            <a:endParaRPr lang="en-GB" noProof="0"/>
          </a:p>
        </p:txBody>
      </p:sp>
      <p:sp>
        <p:nvSpPr>
          <p:cNvPr id="3" name="Fußzeilenplatzhalter 2"/>
          <p:cNvSpPr>
            <a:spLocks noGrp="1"/>
          </p:cNvSpPr>
          <p:nvPr>
            <p:ph type="ftr" sz="quarter" idx="11"/>
          </p:nvPr>
        </p:nvSpPr>
        <p:spPr>
          <a:xfrm>
            <a:off x="6312024" y="6246836"/>
            <a:ext cx="5040560" cy="288000"/>
          </a:xfrm>
          <a:prstGeom prst="rect">
            <a:avLst/>
          </a:prstGeom>
        </p:spPr>
        <p:txBody>
          <a:bodyPr/>
          <a:lstStyle/>
          <a:p>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3505588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9635241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56_Title Slide">
    <p:spTree>
      <p:nvGrpSpPr>
        <p:cNvPr id="1" name=""/>
        <p:cNvGrpSpPr/>
        <p:nvPr/>
      </p:nvGrpSpPr>
      <p:grpSpPr>
        <a:xfrm>
          <a:off x="0" y="0"/>
          <a:ext cx="0" cy="0"/>
          <a:chOff x="0" y="0"/>
          <a:chExt cx="0" cy="0"/>
        </a:xfrm>
      </p:grpSpPr>
      <p:sp>
        <p:nvSpPr>
          <p:cNvPr id="7" name="Picture Placeholder 2"/>
          <p:cNvSpPr>
            <a:spLocks noGrp="1"/>
          </p:cNvSpPr>
          <p:nvPr>
            <p:ph type="pic" sz="quarter" idx="11"/>
          </p:nvPr>
        </p:nvSpPr>
        <p:spPr>
          <a:xfrm>
            <a:off x="6583081" y="239892"/>
            <a:ext cx="5300117" cy="6335891"/>
          </a:xfrm>
          <a:custGeom>
            <a:avLst/>
            <a:gdLst/>
            <a:ahLst/>
            <a:cxnLst/>
            <a:rect l="l" t="t" r="r" b="b"/>
            <a:pathLst>
              <a:path w="4335753" h="5183067">
                <a:moveTo>
                  <a:pt x="2624125" y="1178296"/>
                </a:moveTo>
                <a:cubicBezTo>
                  <a:pt x="2698245" y="1173058"/>
                  <a:pt x="2774671" y="1189136"/>
                  <a:pt x="2843864" y="1229085"/>
                </a:cubicBezTo>
                <a:cubicBezTo>
                  <a:pt x="3028381" y="1335615"/>
                  <a:pt x="3091600" y="1571555"/>
                  <a:pt x="2985070" y="1756071"/>
                </a:cubicBezTo>
                <a:lnTo>
                  <a:pt x="1117895" y="4990113"/>
                </a:lnTo>
                <a:cubicBezTo>
                  <a:pt x="1011365" y="5174629"/>
                  <a:pt x="775425" y="5237849"/>
                  <a:pt x="590909" y="5131318"/>
                </a:cubicBezTo>
                <a:cubicBezTo>
                  <a:pt x="406393" y="5024788"/>
                  <a:pt x="343173" y="4788848"/>
                  <a:pt x="449703" y="4604332"/>
                </a:cubicBezTo>
                <a:lnTo>
                  <a:pt x="2316878" y="1370290"/>
                </a:lnTo>
                <a:cubicBezTo>
                  <a:pt x="2383459" y="1254968"/>
                  <a:pt x="2500592" y="1187027"/>
                  <a:pt x="2624125" y="1178296"/>
                </a:cubicBezTo>
                <a:close/>
                <a:moveTo>
                  <a:pt x="3923060" y="861165"/>
                </a:moveTo>
                <a:cubicBezTo>
                  <a:pt x="3997180" y="855927"/>
                  <a:pt x="4073605" y="872005"/>
                  <a:pt x="4142799" y="911954"/>
                </a:cubicBezTo>
                <a:cubicBezTo>
                  <a:pt x="4327315" y="1018484"/>
                  <a:pt x="4390534" y="1254424"/>
                  <a:pt x="4284004" y="1438940"/>
                </a:cubicBezTo>
                <a:lnTo>
                  <a:pt x="2416832" y="4672979"/>
                </a:lnTo>
                <a:cubicBezTo>
                  <a:pt x="2310301" y="4857495"/>
                  <a:pt x="2074361" y="4920715"/>
                  <a:pt x="1889845" y="4814185"/>
                </a:cubicBezTo>
                <a:cubicBezTo>
                  <a:pt x="1705329" y="4707654"/>
                  <a:pt x="1642109" y="4471714"/>
                  <a:pt x="1748639" y="4287198"/>
                </a:cubicBezTo>
                <a:lnTo>
                  <a:pt x="3615812" y="1053159"/>
                </a:lnTo>
                <a:cubicBezTo>
                  <a:pt x="3682394" y="937837"/>
                  <a:pt x="3799525" y="869895"/>
                  <a:pt x="3923060" y="861165"/>
                </a:cubicBezTo>
                <a:close/>
                <a:moveTo>
                  <a:pt x="2226169" y="961"/>
                </a:moveTo>
                <a:cubicBezTo>
                  <a:pt x="2300289" y="-4277"/>
                  <a:pt x="2376714" y="11800"/>
                  <a:pt x="2445908" y="51750"/>
                </a:cubicBezTo>
                <a:cubicBezTo>
                  <a:pt x="2630424" y="158280"/>
                  <a:pt x="2693644" y="394220"/>
                  <a:pt x="2587114" y="578736"/>
                </a:cubicBezTo>
                <a:lnTo>
                  <a:pt x="719942" y="3812773"/>
                </a:lnTo>
                <a:cubicBezTo>
                  <a:pt x="613411" y="3997289"/>
                  <a:pt x="377471" y="4060509"/>
                  <a:pt x="192955" y="3953979"/>
                </a:cubicBezTo>
                <a:cubicBezTo>
                  <a:pt x="8439" y="3847448"/>
                  <a:pt x="-54781" y="3611508"/>
                  <a:pt x="51749" y="3426992"/>
                </a:cubicBezTo>
                <a:lnTo>
                  <a:pt x="1918921" y="192955"/>
                </a:lnTo>
                <a:cubicBezTo>
                  <a:pt x="1985503" y="77633"/>
                  <a:pt x="2102635" y="9691"/>
                  <a:pt x="2226169" y="961"/>
                </a:cubicBezTo>
                <a:close/>
              </a:path>
            </a:pathLst>
          </a:custGeom>
          <a:noFill/>
        </p:spPr>
        <p:txBody>
          <a:bodyPr lIns="68580" tIns="34290" rIns="68580" bIns="34290" anchor="ctr">
            <a:normAutofit/>
          </a:bodyPr>
          <a:lstStyle>
            <a:lvl1pPr marL="0" indent="0" algn="ctr">
              <a:buNone/>
              <a:defRPr sz="1660" baseline="0">
                <a:latin typeface="OPPOSans M" panose="00020600040101010101" pitchFamily="18" charset="-122"/>
                <a:cs typeface="Lato Regular"/>
              </a:defRPr>
            </a:lvl1pPr>
          </a:lstStyle>
          <a:p>
            <a:endParaRPr lang="en-US"/>
          </a:p>
        </p:txBody>
      </p:sp>
    </p:spTree>
    <p:extLst>
      <p:ext uri="{BB962C8B-B14F-4D97-AF65-F5344CB8AC3E}">
        <p14:creationId xmlns:p14="http://schemas.microsoft.com/office/powerpoint/2010/main" val="127122722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标题">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891F1F4-B9F8-8CFC-C6FD-77C2D4ACAB82}"/>
              </a:ext>
            </a:extLst>
          </p:cNvPr>
          <p:cNvSpPr>
            <a:spLocks noGrp="1"/>
          </p:cNvSpPr>
          <p:nvPr>
            <p:ph type="dt" sz="half" idx="10"/>
          </p:nvPr>
        </p:nvSpPr>
        <p:spPr/>
        <p:txBody>
          <a:bodyPr/>
          <a:lstStyle/>
          <a:p>
            <a:fld id="{5DE66590-3E96-4764-9BF7-697F166BBDD2}" type="datetimeFigureOut">
              <a:rPr lang="zh-CN" altLang="en-US" smtClean="0"/>
              <a:t>2026/4/23</a:t>
            </a:fld>
            <a:endParaRPr lang="zh-CN" altLang="en-US"/>
          </a:p>
        </p:txBody>
      </p:sp>
      <p:sp>
        <p:nvSpPr>
          <p:cNvPr id="3" name="页脚占位符 2">
            <a:extLst>
              <a:ext uri="{FF2B5EF4-FFF2-40B4-BE49-F238E27FC236}">
                <a16:creationId xmlns:a16="http://schemas.microsoft.com/office/drawing/2014/main" id="{AC5AB01F-981A-1245-32FD-CA7ED3F1EF6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0D059A1-3ADB-385A-0ACA-C3332CFAA1B5}"/>
              </a:ext>
            </a:extLst>
          </p:cNvPr>
          <p:cNvSpPr>
            <a:spLocks noGrp="1"/>
          </p:cNvSpPr>
          <p:nvPr>
            <p:ph type="sldNum" sz="quarter" idx="12"/>
          </p:nvPr>
        </p:nvSpPr>
        <p:spPr/>
        <p:txBody>
          <a:bodyPr/>
          <a:lstStyle/>
          <a:p>
            <a:fld id="{01C16240-A846-4458-80FC-BD33C1EA2FF0}" type="slidenum">
              <a:rPr lang="zh-CN" altLang="en-US" smtClean="0"/>
              <a:t>‹#›</a:t>
            </a:fld>
            <a:endParaRPr lang="zh-CN" altLang="en-US"/>
          </a:p>
        </p:txBody>
      </p:sp>
      <p:sp>
        <p:nvSpPr>
          <p:cNvPr id="6" name="文本占位符 5">
            <a:extLst>
              <a:ext uri="{FF2B5EF4-FFF2-40B4-BE49-F238E27FC236}">
                <a16:creationId xmlns:a16="http://schemas.microsoft.com/office/drawing/2014/main" id="{A7B5850D-D735-46B9-D260-373560190F41}"/>
              </a:ext>
            </a:extLst>
          </p:cNvPr>
          <p:cNvSpPr>
            <a:spLocks noGrp="1"/>
          </p:cNvSpPr>
          <p:nvPr>
            <p:ph type="body" sz="quarter" idx="13"/>
          </p:nvPr>
        </p:nvSpPr>
        <p:spPr>
          <a:xfrm>
            <a:off x="442913" y="454025"/>
            <a:ext cx="9600579" cy="398571"/>
          </a:xfrm>
        </p:spPr>
        <p:txBody>
          <a:bodyPr lIns="0" tIns="0" rIns="0" bIns="0" anchor="b" anchorCtr="0">
            <a:spAutoFit/>
          </a:bodyPr>
          <a:lstStyle>
            <a:lvl1pPr marL="0" indent="0">
              <a:buNone/>
              <a:defRPr lang="zh-CN" altLang="en-US" dirty="0">
                <a:gradFill>
                  <a:gsLst>
                    <a:gs pos="0">
                      <a:schemeClr val="accent1"/>
                    </a:gs>
                    <a:gs pos="100000">
                      <a:schemeClr val="accent1">
                        <a:lumMod val="75000"/>
                      </a:schemeClr>
                    </a:gs>
                  </a:gsLst>
                  <a:lin ang="2700000" scaled="1"/>
                </a:gradFill>
                <a:latin typeface="+mj-ea"/>
                <a:ea typeface="+mj-ea"/>
              </a:defRPr>
            </a:lvl1pPr>
          </a:lstStyle>
          <a:p>
            <a:pPr lvl="0"/>
            <a:r>
              <a:rPr lang="zh-CN" altLang="en-US"/>
              <a:t>单击此处编辑母版文本样式</a:t>
            </a:r>
          </a:p>
        </p:txBody>
      </p:sp>
    </p:spTree>
    <p:extLst>
      <p:ext uri="{BB962C8B-B14F-4D97-AF65-F5344CB8AC3E}">
        <p14:creationId xmlns:p14="http://schemas.microsoft.com/office/powerpoint/2010/main" val="37837935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1" y="274638"/>
            <a:ext cx="10972800" cy="582595"/>
          </a:xfrm>
          <a:prstGeom prst="rect">
            <a:avLst/>
          </a:prstGeom>
        </p:spPr>
        <p:txBody>
          <a:bodyPr lIns="91429" tIns="45715" rIns="91429" bIns="45715" anchor="ctr" anchorCtr="0"/>
          <a:lstStyle>
            <a:lvl1pPr algn="l">
              <a:defRPr sz="2880">
                <a:solidFill>
                  <a:schemeClr val="accent1"/>
                </a:solidFill>
                <a:latin typeface="+mj-ea"/>
                <a:ea typeface="+mj-ea"/>
              </a:defRPr>
            </a:lvl1pPr>
          </a:lstStyle>
          <a:p>
            <a:r>
              <a:rPr lang="zh-CN" altLang="en-US"/>
              <a:t>单击此处编辑母版标题样式</a:t>
            </a:r>
          </a:p>
        </p:txBody>
      </p:sp>
      <p:sp>
        <p:nvSpPr>
          <p:cNvPr id="7" name="内容占位符 2"/>
          <p:cNvSpPr>
            <a:spLocks noGrp="1"/>
          </p:cNvSpPr>
          <p:nvPr>
            <p:ph idx="1"/>
          </p:nvPr>
        </p:nvSpPr>
        <p:spPr>
          <a:xfrm>
            <a:off x="609601" y="988219"/>
            <a:ext cx="10972800" cy="5184000"/>
          </a:xfrm>
          <a:prstGeom prst="rect">
            <a:avLst/>
          </a:prstGeom>
        </p:spPr>
        <p:txBody>
          <a:bodyPr lIns="91429" tIns="45715" rIns="91429" bIns="45715"/>
          <a:lstStyle>
            <a:lvl1pPr>
              <a:defRPr sz="1920">
                <a:latin typeface="+mj-ea"/>
                <a:ea typeface="+mj-ea"/>
              </a:defRPr>
            </a:lvl1pPr>
            <a:lvl2pPr>
              <a:defRPr sz="1920">
                <a:latin typeface="+mj-ea"/>
                <a:ea typeface="+mj-ea"/>
              </a:defRPr>
            </a:lvl2pPr>
            <a:lvl3pPr>
              <a:defRPr sz="1680">
                <a:latin typeface="+mj-ea"/>
                <a:ea typeface="+mj-ea"/>
              </a:defRPr>
            </a:lvl3pPr>
            <a:lvl4pPr>
              <a:defRPr sz="1680">
                <a:latin typeface="+mj-ea"/>
                <a:ea typeface="+mj-ea"/>
              </a:defRPr>
            </a:lvl4pPr>
            <a:lvl5pPr>
              <a:defRPr sz="1680">
                <a:latin typeface="+mj-ea"/>
                <a:ea typeface="+mj-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文本占位符 11"/>
          <p:cNvSpPr>
            <a:spLocks noGrp="1"/>
          </p:cNvSpPr>
          <p:nvPr>
            <p:ph type="body" sz="quarter" idx="10" hasCustomPrompt="1"/>
          </p:nvPr>
        </p:nvSpPr>
        <p:spPr>
          <a:xfrm>
            <a:off x="609605" y="6467588"/>
            <a:ext cx="8462726" cy="318256"/>
          </a:xfrm>
          <a:prstGeom prst="rect">
            <a:avLst/>
          </a:prstGeom>
        </p:spPr>
        <p:txBody>
          <a:bodyPr lIns="76179" tIns="38089" rIns="76179" bIns="38089" anchor="ctr"/>
          <a:lstStyle>
            <a:lvl1pPr marL="0" indent="0">
              <a:buNone/>
              <a:defRPr kumimoji="0" lang="zh-CN" altLang="en-US" sz="1200" b="0" i="0" u="none" strike="noStrike" kern="0" cap="none" spc="0" normalizeH="0" baseline="0" noProof="0" dirty="0" smtClean="0">
                <a:ln>
                  <a:noFill/>
                </a:ln>
                <a:solidFill>
                  <a:schemeClr val="tx1"/>
                </a:solidFill>
                <a:effectLst/>
                <a:uLnTx/>
                <a:uFillTx/>
                <a:latin typeface="+mj-ea"/>
                <a:ea typeface="+mj-ea"/>
                <a:cs typeface="+mn-cs"/>
              </a:defRPr>
            </a:lvl1pPr>
          </a:lstStyle>
          <a:p>
            <a:pPr lvl="0"/>
            <a:r>
              <a:rPr lang="zh-CN" altLang="en-US"/>
              <a:t>数据来源：</a:t>
            </a:r>
          </a:p>
        </p:txBody>
      </p:sp>
    </p:spTree>
    <p:extLst>
      <p:ext uri="{BB962C8B-B14F-4D97-AF65-F5344CB8AC3E}">
        <p14:creationId xmlns:p14="http://schemas.microsoft.com/office/powerpoint/2010/main" val="243507666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4" name="标题 1"/>
          <p:cNvSpPr>
            <a:spLocks noGrp="1"/>
          </p:cNvSpPr>
          <p:nvPr>
            <p:ph type="title"/>
          </p:nvPr>
        </p:nvSpPr>
        <p:spPr>
          <a:xfrm>
            <a:off x="609601" y="274638"/>
            <a:ext cx="10972800" cy="582595"/>
          </a:xfrm>
          <a:prstGeom prst="rect">
            <a:avLst/>
          </a:prstGeom>
        </p:spPr>
        <p:txBody>
          <a:bodyPr lIns="91429" tIns="45715" rIns="91429" bIns="45715" anchor="ctr" anchorCtr="0"/>
          <a:lstStyle>
            <a:lvl1pPr algn="l">
              <a:defRPr sz="2880">
                <a:solidFill>
                  <a:schemeClr val="accent1"/>
                </a:solidFill>
                <a:latin typeface="+mj-ea"/>
                <a:ea typeface="+mj-ea"/>
              </a:defRPr>
            </a:lvl1pPr>
          </a:lstStyle>
          <a:p>
            <a:r>
              <a:rPr lang="zh-CN" altLang="en-US"/>
              <a:t>单击此处编辑母版标题样式</a:t>
            </a:r>
          </a:p>
        </p:txBody>
      </p:sp>
      <p:sp>
        <p:nvSpPr>
          <p:cNvPr id="8" name="文本占位符 11"/>
          <p:cNvSpPr>
            <a:spLocks noGrp="1"/>
          </p:cNvSpPr>
          <p:nvPr>
            <p:ph type="body" sz="quarter" idx="10" hasCustomPrompt="1"/>
          </p:nvPr>
        </p:nvSpPr>
        <p:spPr>
          <a:xfrm>
            <a:off x="609605" y="6467588"/>
            <a:ext cx="8462726" cy="318256"/>
          </a:xfrm>
          <a:prstGeom prst="rect">
            <a:avLst/>
          </a:prstGeom>
        </p:spPr>
        <p:txBody>
          <a:bodyPr lIns="76179" tIns="38089" rIns="76179" bIns="38089" anchor="ctr"/>
          <a:lstStyle>
            <a:lvl1pPr marL="0" indent="0">
              <a:buNone/>
              <a:defRPr kumimoji="0" lang="zh-CN" altLang="en-US" sz="1200" b="0" i="0" u="none" strike="noStrike" kern="0" cap="none" spc="0" normalizeH="0" baseline="0" noProof="0" dirty="0" smtClean="0">
                <a:ln>
                  <a:noFill/>
                </a:ln>
                <a:solidFill>
                  <a:schemeClr val="tx1"/>
                </a:solidFill>
                <a:effectLst/>
                <a:uLnTx/>
                <a:uFillTx/>
                <a:latin typeface="+mj-ea"/>
                <a:ea typeface="+mj-ea"/>
                <a:cs typeface="+mn-cs"/>
              </a:defRPr>
            </a:lvl1pPr>
          </a:lstStyle>
          <a:p>
            <a:pPr lvl="0"/>
            <a:r>
              <a:rPr lang="zh-CN" altLang="en-US"/>
              <a:t>数据来源：</a:t>
            </a:r>
          </a:p>
        </p:txBody>
      </p:sp>
    </p:spTree>
    <p:extLst>
      <p:ext uri="{BB962C8B-B14F-4D97-AF65-F5344CB8AC3E}">
        <p14:creationId xmlns:p14="http://schemas.microsoft.com/office/powerpoint/2010/main" val="37348853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D8156-BF7E-CDE9-3E99-F53A9DF513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F37C13-3D18-1362-FC67-B374142FB5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344C16-6798-D4A3-5624-CD52AA8D00F9}"/>
              </a:ext>
            </a:extLst>
          </p:cNvPr>
          <p:cNvSpPr>
            <a:spLocks noGrp="1"/>
          </p:cNvSpPr>
          <p:nvPr>
            <p:ph type="dt" sz="half" idx="10"/>
          </p:nvPr>
        </p:nvSpPr>
        <p:spPr/>
        <p:txBody>
          <a:bodyPr/>
          <a:lstStyle/>
          <a:p>
            <a:fld id="{5EA40026-8991-4F4A-BBF2-65E6625E483A}" type="datetimeFigureOut">
              <a:rPr lang="en-US" smtClean="0"/>
              <a:t>4/23/2026</a:t>
            </a:fld>
            <a:endParaRPr lang="en-US"/>
          </a:p>
        </p:txBody>
      </p:sp>
      <p:sp>
        <p:nvSpPr>
          <p:cNvPr id="5" name="Footer Placeholder 4">
            <a:extLst>
              <a:ext uri="{FF2B5EF4-FFF2-40B4-BE49-F238E27FC236}">
                <a16:creationId xmlns:a16="http://schemas.microsoft.com/office/drawing/2014/main" id="{2229EC4C-9B85-91E1-ED6A-2A694801D0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033110-F28C-3315-85FF-6974DBBAE50C}"/>
              </a:ext>
            </a:extLst>
          </p:cNvPr>
          <p:cNvSpPr>
            <a:spLocks noGrp="1"/>
          </p:cNvSpPr>
          <p:nvPr>
            <p:ph type="sldNum" sz="quarter" idx="12"/>
          </p:nvPr>
        </p:nvSpPr>
        <p:spPr/>
        <p:txBody>
          <a:bodyPr/>
          <a:lstStyle/>
          <a:p>
            <a:fld id="{8D70766E-ED60-4152-BABF-438224519024}" type="slidenum">
              <a:rPr lang="en-US" smtClean="0"/>
              <a:t>‹#›</a:t>
            </a:fld>
            <a:endParaRPr lang="en-US"/>
          </a:p>
        </p:txBody>
      </p:sp>
    </p:spTree>
    <p:extLst>
      <p:ext uri="{BB962C8B-B14F-4D97-AF65-F5344CB8AC3E}">
        <p14:creationId xmlns:p14="http://schemas.microsoft.com/office/powerpoint/2010/main" val="156746187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x">
  <p:cSld name="1_One content">
    <p:spTree>
      <p:nvGrpSpPr>
        <p:cNvPr id="1" name=""/>
        <p:cNvGrpSpPr/>
        <p:nvPr/>
      </p:nvGrpSpPr>
      <p:grpSpPr>
        <a:xfrm>
          <a:off x="0" y="0"/>
          <a:ext cx="0" cy="0"/>
          <a:chOff x="0" y="0"/>
          <a:chExt cx="0" cy="0"/>
        </a:xfrm>
      </p:grpSpPr>
      <p:sp>
        <p:nvSpPr>
          <p:cNvPr id="224" name="Add  title of the slide"/>
          <p:cNvSpPr txBox="1">
            <a:spLocks noGrp="1"/>
          </p:cNvSpPr>
          <p:nvPr>
            <p:ph type="title" hasCustomPrompt="1"/>
          </p:nvPr>
        </p:nvSpPr>
        <p:spPr>
          <a:prstGeom prst="rect">
            <a:avLst/>
          </a:prstGeom>
        </p:spPr>
        <p:txBody>
          <a:bodyPr/>
          <a:lstStyle/>
          <a:p>
            <a:r>
              <a:t>Add  title of the slide</a:t>
            </a:r>
          </a:p>
        </p:txBody>
      </p:sp>
      <p:sp>
        <p:nvSpPr>
          <p:cNvPr id="225" name="Body Level One…"/>
          <p:cNvSpPr txBox="1">
            <a:spLocks noGrp="1"/>
          </p:cNvSpPr>
          <p:nvPr>
            <p:ph type="body" idx="1" hasCustomPrompt="1"/>
          </p:nvPr>
        </p:nvSpPr>
        <p:spPr>
          <a:xfrm>
            <a:off x="479423" y="1412875"/>
            <a:ext cx="11233152" cy="4392002"/>
          </a:xfrm>
          <a:prstGeom prst="rect">
            <a:avLst/>
          </a:prstGeom>
        </p:spPr>
        <p:txBody>
          <a:bodyPr/>
          <a:lstStyle>
            <a:lvl1pPr marL="215999" indent="-215999">
              <a:spcBef>
                <a:spcPts val="600"/>
              </a:spcBef>
              <a:buFont typeface="Arial"/>
              <a:buChar char="•"/>
              <a:defRPr sz="1500"/>
            </a:lvl1pPr>
            <a:lvl2pPr marL="431999" indent="-215999">
              <a:spcBef>
                <a:spcPts val="600"/>
              </a:spcBef>
              <a:buFont typeface="Arial"/>
              <a:defRPr sz="1500"/>
            </a:lvl2pPr>
            <a:lvl3pPr marL="576000" indent="-215999">
              <a:spcBef>
                <a:spcPts val="600"/>
              </a:spcBef>
              <a:buFont typeface="Arial"/>
              <a:defRPr sz="1500"/>
            </a:lvl3pPr>
            <a:lvl4pPr marL="792000" indent="-215999">
              <a:spcBef>
                <a:spcPts val="600"/>
              </a:spcBef>
              <a:buFont typeface="Arial"/>
              <a:defRPr sz="1500"/>
            </a:lvl4pPr>
            <a:lvl5pPr marL="180000" indent="-180000">
              <a:spcBef>
                <a:spcPts val="600"/>
              </a:spcBef>
              <a:buFont typeface="Arial"/>
              <a:defRPr sz="1500"/>
            </a:lvl5pPr>
          </a:lstStyle>
          <a:p>
            <a:r>
              <a:t>Edit text by clicking. Use the "Increase/decrease list level" buttons on the Start tab to switch between the set up text levels. For an optional subheading, set the text in bold.</a:t>
            </a:r>
          </a:p>
          <a:p>
            <a:pPr lvl="1"/>
            <a:endParaRPr/>
          </a:p>
          <a:p>
            <a:pPr lvl="2"/>
            <a:endParaRPr/>
          </a:p>
          <a:p>
            <a:pPr lvl="3"/>
            <a:endParaRPr/>
          </a:p>
          <a:p>
            <a:pPr lvl="4"/>
            <a:endParaRPr/>
          </a:p>
        </p:txBody>
      </p:sp>
      <p:sp>
        <p:nvSpPr>
          <p:cNvPr id="226" name="Textplatzhalter 7"/>
          <p:cNvSpPr>
            <a:spLocks noGrp="1"/>
          </p:cNvSpPr>
          <p:nvPr>
            <p:ph type="body" sz="quarter" idx="21" hasCustomPrompt="1"/>
          </p:nvPr>
        </p:nvSpPr>
        <p:spPr>
          <a:xfrm>
            <a:off x="479999" y="5805263"/>
            <a:ext cx="11232002" cy="144001"/>
          </a:xfrm>
          <a:prstGeom prst="rect">
            <a:avLst/>
          </a:prstGeom>
        </p:spPr>
        <p:txBody>
          <a:bodyPr anchor="b"/>
          <a:lstStyle>
            <a:lvl1pPr marL="0" indent="0">
              <a:lnSpc>
                <a:spcPct val="100000"/>
              </a:lnSpc>
              <a:spcBef>
                <a:spcPts val="0"/>
              </a:spcBef>
              <a:buSzTx/>
              <a:buNone/>
              <a:defRPr sz="800"/>
            </a:lvl1pPr>
          </a:lstStyle>
          <a:p>
            <a:r>
              <a:t>Footnote/Source</a:t>
            </a:r>
          </a:p>
        </p:txBody>
      </p:sp>
      <p:sp>
        <p:nvSpPr>
          <p:cNvPr id="227" name="Slide Number"/>
          <p:cNvSpPr txBox="1">
            <a:spLocks noGrp="1"/>
          </p:cNvSpPr>
          <p:nvPr>
            <p:ph type="sldNum" sz="quarter" idx="2"/>
          </p:nvPr>
        </p:nvSpPr>
        <p:spPr>
          <a:prstGeom prst="rect">
            <a:avLst/>
          </a:prstGeom>
        </p:spPr>
        <p:txBody>
          <a:bodyPr/>
          <a:lstStyle/>
          <a:p>
            <a:fld id="{8C6CE03E-7641-470F-8682-76E51B920AFC}" type="slidenum">
              <a:rPr lang="zh-CN" altLang="en-US" smtClean="0"/>
              <a:t>‹#›</a:t>
            </a:fld>
            <a:endParaRPr lang="zh-CN" altLang="en-US"/>
          </a:p>
        </p:txBody>
      </p:sp>
    </p:spTree>
    <p:extLst>
      <p:ext uri="{BB962C8B-B14F-4D97-AF65-F5344CB8AC3E}">
        <p14:creationId xmlns:p14="http://schemas.microsoft.com/office/powerpoint/2010/main" val="225417868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29000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9995392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0741656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479157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070681459"/>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44391242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108144577"/>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678385673"/>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123773968"/>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94278074"/>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53802326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8871559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66543001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00230051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28146817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176269136"/>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1274220930"/>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629310785"/>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853105139"/>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97923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43578400"/>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51609617"/>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57473489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4927664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1958090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94744040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58104473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590637614"/>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675430250"/>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25260934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434327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85857917"/>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2026</a:t>
            </a:fld>
            <a:r>
              <a:rPr lang="en-US" sz="900"/>
              <a:t> Boehringer Ingelheim International GmbH. All rights reserved.</a:t>
            </a:r>
          </a:p>
        </p:txBody>
      </p:sp>
    </p:spTree>
    <p:extLst>
      <p:ext uri="{BB962C8B-B14F-4D97-AF65-F5344CB8AC3E}">
        <p14:creationId xmlns:p14="http://schemas.microsoft.com/office/powerpoint/2010/main" val="404819852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Title pag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97A48F-71BC-39D3-81E9-627ECA3B7687}"/>
              </a:ext>
            </a:extLst>
          </p:cNvPr>
          <p:cNvSpPr/>
          <p:nvPr userDrawn="1"/>
        </p:nvSpPr>
        <p:spPr>
          <a:xfrm>
            <a:off x="0" y="-315416"/>
            <a:ext cx="12192000" cy="6858000"/>
          </a:xfrm>
          <a:prstGeom prst="rect">
            <a:avLst/>
          </a:prstGeom>
          <a:solidFill>
            <a:schemeClr val="bg1"/>
          </a:solidFill>
          <a:ln w="38100" cap="flat">
            <a:noFill/>
            <a:prstDash val="solid"/>
            <a:miter/>
          </a:ln>
        </p:spPr>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3469"/>
              </a:solidFill>
              <a:effectLst/>
              <a:uLnTx/>
              <a:uFillTx/>
              <a:latin typeface="BISansOptiCond"/>
              <a:ea typeface="+mn-ea"/>
              <a:cs typeface="+mn-cs"/>
            </a:endParaRPr>
          </a:p>
        </p:txBody>
      </p:sp>
      <p:sp>
        <p:nvSpPr>
          <p:cNvPr id="4" name="Date Placeholder 3" hidden="1"/>
          <p:cNvSpPr>
            <a:spLocks noGrp="1"/>
          </p:cNvSpPr>
          <p:nvPr>
            <p:ph type="dt" sz="half" idx="10"/>
          </p:nvPr>
        </p:nvSpPr>
        <p:spPr/>
        <p:txBody>
          <a:bodyPr/>
          <a:lstStyle/>
          <a:p>
            <a:pPr defTabSz="914377">
              <a:defRPr/>
            </a:pPr>
            <a:fld id="{D7DB2F7D-7A16-4C18-B84A-A389AB693C3B}" type="datetime1">
              <a:rPr lang="en-GB" smtClean="0">
                <a:solidFill>
                  <a:srgbClr val="000000">
                    <a:tint val="75000"/>
                  </a:srgbClr>
                </a:solidFill>
              </a:rPr>
              <a:t>23/04/2026</a:t>
            </a:fld>
            <a:endParaRPr lang="en-GB">
              <a:solidFill>
                <a:srgbClr val="000000">
                  <a:tint val="75000"/>
                </a:srgbClr>
              </a:solidFill>
            </a:endParaRPr>
          </a:p>
        </p:txBody>
      </p:sp>
      <p:sp>
        <p:nvSpPr>
          <p:cNvPr id="5" name="Footer Placeholder 4" hidden="1"/>
          <p:cNvSpPr>
            <a:spLocks noGrp="1"/>
          </p:cNvSpPr>
          <p:nvPr>
            <p:ph type="ftr" sz="quarter" idx="11"/>
          </p:nvPr>
        </p:nvSpPr>
        <p:spPr>
          <a:xfrm>
            <a:off x="1852800" y="6216000"/>
            <a:ext cx="6259424" cy="523200"/>
          </a:xfrm>
          <a:prstGeom prst="rect">
            <a:avLst/>
          </a:prstGeom>
        </p:spPr>
        <p:txBody>
          <a:bodyPr/>
          <a:lstStyle/>
          <a:p>
            <a:pPr defTabSz="914377">
              <a:defRPr/>
            </a:pPr>
            <a:endParaRPr lang="en-GB">
              <a:solidFill>
                <a:srgbClr val="000000"/>
              </a:solidFill>
            </a:endParaRPr>
          </a:p>
        </p:txBody>
      </p:sp>
      <p:sp>
        <p:nvSpPr>
          <p:cNvPr id="15" name="Subtitle 2">
            <a:extLst>
              <a:ext uri="{FF2B5EF4-FFF2-40B4-BE49-F238E27FC236}">
                <a16:creationId xmlns:a16="http://schemas.microsoft.com/office/drawing/2014/main" id="{4B3D060B-DCFF-4DB8-9DC8-7168998F76E9}"/>
              </a:ext>
            </a:extLst>
          </p:cNvPr>
          <p:cNvSpPr>
            <a:spLocks noGrp="1"/>
          </p:cNvSpPr>
          <p:nvPr>
            <p:ph type="subTitle" idx="1" hasCustomPrompt="1"/>
          </p:nvPr>
        </p:nvSpPr>
        <p:spPr>
          <a:xfrm>
            <a:off x="470400" y="3364360"/>
            <a:ext cx="5414400" cy="494400"/>
          </a:xfrm>
          <a:prstGeom prst="rect">
            <a:avLst/>
          </a:prstGeom>
        </p:spPr>
        <p:txBody>
          <a:bodyPr>
            <a:noAutofit/>
          </a:bodyPr>
          <a:lstStyle>
            <a:lvl1pPr marL="0" indent="0" algn="l">
              <a:buNone/>
              <a:defRPr sz="2667">
                <a:solidFill>
                  <a:schemeClr val="tx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add text</a:t>
            </a:r>
          </a:p>
        </p:txBody>
      </p:sp>
      <p:sp>
        <p:nvSpPr>
          <p:cNvPr id="16" name="Title 1">
            <a:extLst>
              <a:ext uri="{FF2B5EF4-FFF2-40B4-BE49-F238E27FC236}">
                <a16:creationId xmlns:a16="http://schemas.microsoft.com/office/drawing/2014/main" id="{A97CDF2A-0D27-DEBA-E741-7BE56422A216}"/>
              </a:ext>
            </a:extLst>
          </p:cNvPr>
          <p:cNvSpPr>
            <a:spLocks noGrp="1"/>
          </p:cNvSpPr>
          <p:nvPr>
            <p:ph type="ctrTitle" hasCustomPrompt="1"/>
          </p:nvPr>
        </p:nvSpPr>
        <p:spPr>
          <a:xfrm>
            <a:off x="497864" y="1316765"/>
            <a:ext cx="5386939" cy="1937635"/>
          </a:xfrm>
          <a:prstGeom prst="rect">
            <a:avLst/>
          </a:prstGeom>
        </p:spPr>
        <p:txBody>
          <a:bodyPr anchor="b">
            <a:noAutofit/>
          </a:bodyPr>
          <a:lstStyle>
            <a:lvl1pPr algn="l">
              <a:defRPr sz="5333">
                <a:solidFill>
                  <a:schemeClr val="tx2"/>
                </a:solidFill>
              </a:defRPr>
            </a:lvl1pPr>
          </a:lstStyle>
          <a:p>
            <a:r>
              <a:rPr lang="en-GB"/>
              <a:t>Click to add chapter title</a:t>
            </a:r>
            <a:endParaRPr lang="en-US"/>
          </a:p>
        </p:txBody>
      </p:sp>
      <p:pic>
        <p:nvPicPr>
          <p:cNvPr id="6" name="Picture 5" descr="A logo with blue text&#10;&#10;Description automatically generated">
            <a:extLst>
              <a:ext uri="{FF2B5EF4-FFF2-40B4-BE49-F238E27FC236}">
                <a16:creationId xmlns:a16="http://schemas.microsoft.com/office/drawing/2014/main" id="{67875A5B-BD70-9558-8202-9DBBB4AD79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08503" y="6211205"/>
            <a:ext cx="1105367" cy="471199"/>
          </a:xfrm>
          <a:prstGeom prst="rect">
            <a:avLst/>
          </a:prstGeom>
        </p:spPr>
      </p:pic>
      <p:pic>
        <p:nvPicPr>
          <p:cNvPr id="12" name="Picture 11">
            <a:extLst>
              <a:ext uri="{FF2B5EF4-FFF2-40B4-BE49-F238E27FC236}">
                <a16:creationId xmlns:a16="http://schemas.microsoft.com/office/drawing/2014/main" id="{EB30E831-E930-1A58-E451-C103400D8DBF}"/>
              </a:ext>
            </a:extLst>
          </p:cNvPr>
          <p:cNvPicPr>
            <a:picLocks noChangeAspect="1"/>
          </p:cNvPicPr>
          <p:nvPr userDrawn="1"/>
        </p:nvPicPr>
        <p:blipFill>
          <a:blip r:embed="rId3"/>
          <a:stretch>
            <a:fillRect/>
          </a:stretch>
        </p:blipFill>
        <p:spPr>
          <a:xfrm>
            <a:off x="4354582" y="6397637"/>
            <a:ext cx="3540556" cy="132979"/>
          </a:xfrm>
          <a:prstGeom prst="rect">
            <a:avLst/>
          </a:prstGeom>
        </p:spPr>
      </p:pic>
      <p:pic>
        <p:nvPicPr>
          <p:cNvPr id="2" name="Picture 1" descr="Blue text on a black background&#10;&#10;Description automatically generated">
            <a:extLst>
              <a:ext uri="{FF2B5EF4-FFF2-40B4-BE49-F238E27FC236}">
                <a16:creationId xmlns:a16="http://schemas.microsoft.com/office/drawing/2014/main" id="{E5FFB7DA-9A66-2422-9617-836C86D497D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23200" y="6273602"/>
            <a:ext cx="1156800" cy="364705"/>
          </a:xfrm>
          <a:prstGeom prst="rect">
            <a:avLst/>
          </a:prstGeom>
        </p:spPr>
      </p:pic>
      <p:pic>
        <p:nvPicPr>
          <p:cNvPr id="3" name="Picture 2" descr="A close up of a logo&#10;&#10;Description automatically generated">
            <a:extLst>
              <a:ext uri="{FF2B5EF4-FFF2-40B4-BE49-F238E27FC236}">
                <a16:creationId xmlns:a16="http://schemas.microsoft.com/office/drawing/2014/main" id="{5C793F2C-61CD-89CB-E8E9-EF4A3C0136C4}"/>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t="21428" r="21786"/>
          <a:stretch/>
        </p:blipFill>
        <p:spPr>
          <a:xfrm>
            <a:off x="7536157" y="-322269"/>
            <a:ext cx="4655843" cy="4677141"/>
          </a:xfrm>
          <a:prstGeom prst="rect">
            <a:avLst/>
          </a:prstGeom>
        </p:spPr>
      </p:pic>
    </p:spTree>
    <p:extLst>
      <p:ext uri="{BB962C8B-B14F-4D97-AF65-F5344CB8AC3E}">
        <p14:creationId xmlns:p14="http://schemas.microsoft.com/office/powerpoint/2010/main" val="38718265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Content p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603" y="287961"/>
            <a:ext cx="10406933" cy="739200"/>
          </a:xfrm>
          <a:prstGeom prst="rect">
            <a:avLst/>
          </a:prstGeom>
        </p:spPr>
        <p:txBody>
          <a:bodyPr/>
          <a:lstStyle>
            <a:lvl1pPr>
              <a:defRPr>
                <a:solidFill>
                  <a:srgbClr val="003366"/>
                </a:solidFill>
              </a:defRPr>
            </a:lvl1pPr>
          </a:lstStyle>
          <a:p>
            <a:r>
              <a:rPr lang="en-US"/>
              <a:t>Insert title text here</a:t>
            </a:r>
          </a:p>
        </p:txBody>
      </p:sp>
      <p:sp>
        <p:nvSpPr>
          <p:cNvPr id="3" name="Content Placeholder 2"/>
          <p:cNvSpPr>
            <a:spLocks noGrp="1"/>
          </p:cNvSpPr>
          <p:nvPr>
            <p:ph idx="1"/>
          </p:nvPr>
        </p:nvSpPr>
        <p:spPr>
          <a:xfrm>
            <a:off x="489600" y="1598400"/>
            <a:ext cx="11212800" cy="4526400"/>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hidden="1"/>
          <p:cNvSpPr>
            <a:spLocks noGrp="1"/>
          </p:cNvSpPr>
          <p:nvPr>
            <p:ph type="dt" sz="half" idx="10"/>
          </p:nvPr>
        </p:nvSpPr>
        <p:spPr/>
        <p:txBody>
          <a:bodyPr/>
          <a:lstStyle/>
          <a:p>
            <a:pPr defTabSz="914377">
              <a:defRPr/>
            </a:pPr>
            <a:fld id="{90282427-5108-4CA6-8AFC-027F29BF0684}" type="datetime1">
              <a:rPr lang="en-GB" smtClean="0">
                <a:solidFill>
                  <a:srgbClr val="000000">
                    <a:tint val="75000"/>
                  </a:srgbClr>
                </a:solidFill>
              </a:rPr>
              <a:t>23/04/2026</a:t>
            </a:fld>
            <a:endParaRPr lang="en-GB">
              <a:solidFill>
                <a:srgbClr val="000000">
                  <a:tint val="75000"/>
                </a:srgbClr>
              </a:solidFill>
            </a:endParaRPr>
          </a:p>
        </p:txBody>
      </p:sp>
      <p:sp>
        <p:nvSpPr>
          <p:cNvPr id="10" name="Slide Number Placeholder 1">
            <a:extLst>
              <a:ext uri="{FF2B5EF4-FFF2-40B4-BE49-F238E27FC236}">
                <a16:creationId xmlns:a16="http://schemas.microsoft.com/office/drawing/2014/main" id="{8C60705A-2C21-FF01-A27B-4B610D5498DC}"/>
              </a:ext>
            </a:extLst>
          </p:cNvPr>
          <p:cNvSpPr txBox="1">
            <a:spLocks/>
          </p:cNvSpPr>
          <p:nvPr userDrawn="1"/>
        </p:nvSpPr>
        <p:spPr>
          <a:xfrm>
            <a:off x="11675244" y="6270901"/>
            <a:ext cx="486833" cy="366183"/>
          </a:xfrm>
          <a:prstGeom prst="rect">
            <a:avLst/>
          </a:prstGeom>
        </p:spPr>
        <p:txBody>
          <a:bodyPr vert="horz" lIns="121920" tIns="60960" rIns="121920" bIns="60960" rtlCol="0" anchor="ctr"/>
          <a:lstStyle>
            <a:defPPr>
              <a:defRPr lang="en-US"/>
            </a:defPPr>
            <a:lvl1pPr marL="0" algn="r" defTabSz="457200" rtl="0" eaLnBrk="1" latinLnBrk="0" hangingPunct="1">
              <a:defRPr sz="90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189"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3469"/>
              </a:solidFill>
              <a:effectLst/>
              <a:uLnTx/>
              <a:uFillTx/>
              <a:latin typeface="BISansOptiCond"/>
              <a:ea typeface="+mn-ea"/>
              <a:cs typeface="+mn-cs"/>
            </a:endParaRPr>
          </a:p>
        </p:txBody>
      </p:sp>
      <p:grpSp>
        <p:nvGrpSpPr>
          <p:cNvPr id="5" name="Group 4">
            <a:extLst>
              <a:ext uri="{FF2B5EF4-FFF2-40B4-BE49-F238E27FC236}">
                <a16:creationId xmlns:a16="http://schemas.microsoft.com/office/drawing/2014/main" id="{D62F5F0C-0C59-D120-1DF6-DB6AF904602A}"/>
              </a:ext>
            </a:extLst>
          </p:cNvPr>
          <p:cNvGrpSpPr/>
          <p:nvPr userDrawn="1"/>
        </p:nvGrpSpPr>
        <p:grpSpPr>
          <a:xfrm>
            <a:off x="0" y="926348"/>
            <a:ext cx="12192000" cy="96011"/>
            <a:chOff x="0" y="699542"/>
            <a:chExt cx="9144000" cy="72008"/>
          </a:xfrm>
        </p:grpSpPr>
        <p:cxnSp>
          <p:nvCxnSpPr>
            <p:cNvPr id="6" name="Straight Connector 5">
              <a:extLst>
                <a:ext uri="{FF2B5EF4-FFF2-40B4-BE49-F238E27FC236}">
                  <a16:creationId xmlns:a16="http://schemas.microsoft.com/office/drawing/2014/main" id="{24065F1E-34E4-1A43-B6B3-D2754778DA32}"/>
                </a:ext>
              </a:extLst>
            </p:cNvPr>
            <p:cNvCxnSpPr>
              <a:cxnSpLocks/>
            </p:cNvCxnSpPr>
            <p:nvPr userDrawn="1"/>
          </p:nvCxnSpPr>
          <p:spPr>
            <a:xfrm>
              <a:off x="0" y="699542"/>
              <a:ext cx="9144000"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BBDB6337-AD52-0150-470A-B56DB2A22348}"/>
                </a:ext>
              </a:extLst>
            </p:cNvPr>
            <p:cNvSpPr/>
            <p:nvPr userDrawn="1"/>
          </p:nvSpPr>
          <p:spPr>
            <a:xfrm>
              <a:off x="0" y="717550"/>
              <a:ext cx="9144000" cy="54000"/>
            </a:xfrm>
            <a:prstGeom prst="rect">
              <a:avLst/>
            </a:prstGeom>
            <a:gradFill flip="none" rotWithShape="1">
              <a:gsLst>
                <a:gs pos="39000">
                  <a:srgbClr val="FF7B80"/>
                </a:gs>
                <a:gs pos="100000">
                  <a:srgbClr val="FF9900"/>
                </a:gs>
              </a:gsLst>
              <a:lin ang="0" scaled="1"/>
              <a:tileRect/>
            </a:gradFill>
            <a:ln w="38100" cap="flat">
              <a:noFill/>
              <a:prstDash val="solid"/>
              <a:miter/>
            </a:ln>
          </p:spPr>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3469"/>
                </a:solidFill>
                <a:effectLst/>
                <a:uLnTx/>
                <a:uFillTx/>
                <a:latin typeface="BISansOptiCond"/>
                <a:ea typeface="+mn-ea"/>
                <a:cs typeface="+mn-cs"/>
              </a:endParaRPr>
            </a:p>
          </p:txBody>
        </p:sp>
      </p:grpSp>
      <p:pic>
        <p:nvPicPr>
          <p:cNvPr id="24" name="Picture 23" descr="A logo with blue text&#10;&#10;Description automatically generated">
            <a:extLst>
              <a:ext uri="{FF2B5EF4-FFF2-40B4-BE49-F238E27FC236}">
                <a16:creationId xmlns:a16="http://schemas.microsoft.com/office/drawing/2014/main" id="{E834CEE3-4777-276E-B0A4-EDBDD65F86A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08002" y="6211205"/>
            <a:ext cx="1105367" cy="471199"/>
          </a:xfrm>
          <a:prstGeom prst="rect">
            <a:avLst/>
          </a:prstGeom>
        </p:spPr>
      </p:pic>
      <p:pic>
        <p:nvPicPr>
          <p:cNvPr id="7" name="Picture 6" descr="Blue text on a black background&#10;&#10;Description automatically generated">
            <a:extLst>
              <a:ext uri="{FF2B5EF4-FFF2-40B4-BE49-F238E27FC236}">
                <a16:creationId xmlns:a16="http://schemas.microsoft.com/office/drawing/2014/main" id="{C6EDF457-B8DB-87FE-867B-0A06169A06C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23200" y="6273602"/>
            <a:ext cx="1156800" cy="364705"/>
          </a:xfrm>
          <a:prstGeom prst="rect">
            <a:avLst/>
          </a:prstGeom>
        </p:spPr>
      </p:pic>
    </p:spTree>
    <p:extLst>
      <p:ext uri="{BB962C8B-B14F-4D97-AF65-F5344CB8AC3E}">
        <p14:creationId xmlns:p14="http://schemas.microsoft.com/office/powerpoint/2010/main" val="26403766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Blank title page">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8935557C-7CE9-FD0B-D7BB-6B863AACE6AC}"/>
              </a:ext>
            </a:extLst>
          </p:cNvPr>
          <p:cNvGrpSpPr/>
          <p:nvPr userDrawn="1"/>
        </p:nvGrpSpPr>
        <p:grpSpPr>
          <a:xfrm>
            <a:off x="-2" y="940536"/>
            <a:ext cx="12192004" cy="86627"/>
            <a:chOff x="79104" y="692364"/>
            <a:chExt cx="9144003" cy="64970"/>
          </a:xfrm>
        </p:grpSpPr>
        <p:cxnSp>
          <p:nvCxnSpPr>
            <p:cNvPr id="23" name="Straight Connector 22">
              <a:extLst>
                <a:ext uri="{FF2B5EF4-FFF2-40B4-BE49-F238E27FC236}">
                  <a16:creationId xmlns:a16="http://schemas.microsoft.com/office/drawing/2014/main" id="{F90D724D-147D-54B6-148E-A66A5D435748}"/>
                </a:ext>
              </a:extLst>
            </p:cNvPr>
            <p:cNvCxnSpPr>
              <a:cxnSpLocks/>
            </p:cNvCxnSpPr>
            <p:nvPr userDrawn="1"/>
          </p:nvCxnSpPr>
          <p:spPr>
            <a:xfrm>
              <a:off x="79104" y="692364"/>
              <a:ext cx="9144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6E599266-2700-4F89-F137-16A3A8475A2A}"/>
                </a:ext>
              </a:extLst>
            </p:cNvPr>
            <p:cNvSpPr/>
            <p:nvPr userDrawn="1"/>
          </p:nvSpPr>
          <p:spPr>
            <a:xfrm>
              <a:off x="79107" y="711615"/>
              <a:ext cx="9144000" cy="45719"/>
            </a:xfrm>
            <a:prstGeom prst="rect">
              <a:avLst/>
            </a:prstGeom>
            <a:gradFill flip="none" rotWithShape="1">
              <a:gsLst>
                <a:gs pos="39000">
                  <a:srgbClr val="FF7B80"/>
                </a:gs>
                <a:gs pos="100000">
                  <a:srgbClr val="FF9900"/>
                </a:gs>
              </a:gsLst>
              <a:lin ang="0" scaled="1"/>
              <a:tileRect/>
            </a:gradFill>
            <a:ln w="38100" cap="flat">
              <a:noFill/>
              <a:prstDash val="solid"/>
              <a:miter/>
            </a:ln>
          </p:spPr>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3469"/>
                </a:solidFill>
                <a:effectLst/>
                <a:uLnTx/>
                <a:uFillTx/>
                <a:latin typeface="BISansOptiCond"/>
                <a:ea typeface="+mn-ea"/>
                <a:cs typeface="+mn-cs"/>
              </a:endParaRPr>
            </a:p>
          </p:txBody>
        </p:sp>
      </p:grpSp>
      <p:sp>
        <p:nvSpPr>
          <p:cNvPr id="7" name="Date Placeholder 6" hidden="1"/>
          <p:cNvSpPr>
            <a:spLocks noGrp="1"/>
          </p:cNvSpPr>
          <p:nvPr>
            <p:ph type="dt" sz="half" idx="10"/>
          </p:nvPr>
        </p:nvSpPr>
        <p:spPr/>
        <p:txBody>
          <a:bodyPr/>
          <a:lstStyle/>
          <a:p>
            <a:pPr defTabSz="914377">
              <a:defRPr/>
            </a:pPr>
            <a:fld id="{527EF19E-45DC-490F-B431-879D6D9B7946}" type="datetime1">
              <a:rPr lang="en-GB" smtClean="0">
                <a:solidFill>
                  <a:srgbClr val="000000">
                    <a:tint val="75000"/>
                  </a:srgbClr>
                </a:solidFill>
              </a:rPr>
              <a:t>23/04/2026</a:t>
            </a:fld>
            <a:endParaRPr lang="en-GB">
              <a:solidFill>
                <a:srgbClr val="000000">
                  <a:tint val="75000"/>
                </a:srgbClr>
              </a:solidFill>
            </a:endParaRPr>
          </a:p>
        </p:txBody>
      </p:sp>
      <p:sp>
        <p:nvSpPr>
          <p:cNvPr id="12" name="Title 1">
            <a:extLst>
              <a:ext uri="{FF2B5EF4-FFF2-40B4-BE49-F238E27FC236}">
                <a16:creationId xmlns:a16="http://schemas.microsoft.com/office/drawing/2014/main" id="{EEBA0535-3084-C9B9-DF0C-1137492DEF6A}"/>
              </a:ext>
            </a:extLst>
          </p:cNvPr>
          <p:cNvSpPr>
            <a:spLocks noGrp="1"/>
          </p:cNvSpPr>
          <p:nvPr>
            <p:ph type="title" hasCustomPrompt="1"/>
          </p:nvPr>
        </p:nvSpPr>
        <p:spPr>
          <a:xfrm>
            <a:off x="489603" y="287961"/>
            <a:ext cx="10406933" cy="739200"/>
          </a:xfrm>
          <a:prstGeom prst="rect">
            <a:avLst/>
          </a:prstGeom>
        </p:spPr>
        <p:txBody>
          <a:bodyPr/>
          <a:lstStyle>
            <a:lvl1pPr>
              <a:defRPr>
                <a:solidFill>
                  <a:srgbClr val="003366"/>
                </a:solidFill>
              </a:defRPr>
            </a:lvl1pPr>
          </a:lstStyle>
          <a:p>
            <a:r>
              <a:rPr lang="en-US"/>
              <a:t>Insert title text here</a:t>
            </a:r>
          </a:p>
        </p:txBody>
      </p:sp>
      <p:pic>
        <p:nvPicPr>
          <p:cNvPr id="15" name="Picture 14" descr="A logo with blue text&#10;&#10;Description automatically generated">
            <a:extLst>
              <a:ext uri="{FF2B5EF4-FFF2-40B4-BE49-F238E27FC236}">
                <a16:creationId xmlns:a16="http://schemas.microsoft.com/office/drawing/2014/main" id="{8D62D511-33FC-6F2F-E2EE-E5DA547B5A2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08002" y="6211205"/>
            <a:ext cx="1105367" cy="471199"/>
          </a:xfrm>
          <a:prstGeom prst="rect">
            <a:avLst/>
          </a:prstGeom>
        </p:spPr>
      </p:pic>
      <p:pic>
        <p:nvPicPr>
          <p:cNvPr id="2" name="Picture 1" descr="Blue text on a black background&#10;&#10;Description automatically generated">
            <a:extLst>
              <a:ext uri="{FF2B5EF4-FFF2-40B4-BE49-F238E27FC236}">
                <a16:creationId xmlns:a16="http://schemas.microsoft.com/office/drawing/2014/main" id="{920FAD36-1229-70B2-9D18-B0462A97BCF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23200" y="6273602"/>
            <a:ext cx="1156800" cy="364705"/>
          </a:xfrm>
          <a:prstGeom prst="rect">
            <a:avLst/>
          </a:prstGeom>
        </p:spPr>
      </p:pic>
    </p:spTree>
    <p:extLst>
      <p:ext uri="{BB962C8B-B14F-4D97-AF65-F5344CB8AC3E}">
        <p14:creationId xmlns:p14="http://schemas.microsoft.com/office/powerpoint/2010/main" val="32011084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98FFABE-58C3-75F7-65E6-DC126EE1ECE8}"/>
              </a:ext>
            </a:extLst>
          </p:cNvPr>
          <p:cNvSpPr>
            <a:spLocks noGrp="1"/>
          </p:cNvSpPr>
          <p:nvPr>
            <p:ph type="dt" sz="half" idx="10"/>
          </p:nvPr>
        </p:nvSpPr>
        <p:spPr/>
        <p:txBody>
          <a:bodyPr/>
          <a:lstStyle/>
          <a:p>
            <a:fld id="{7201911C-B974-4524-8C36-610A7D2DC1A9}" type="datetime1">
              <a:rPr lang="en-GB" altLang="zh-CN" smtClean="0"/>
              <a:t>23/04/2026</a:t>
            </a:fld>
            <a:endParaRPr lang="zh-CN" altLang="en-US"/>
          </a:p>
        </p:txBody>
      </p:sp>
      <p:sp>
        <p:nvSpPr>
          <p:cNvPr id="3" name="页脚占位符 2">
            <a:extLst>
              <a:ext uri="{FF2B5EF4-FFF2-40B4-BE49-F238E27FC236}">
                <a16:creationId xmlns:a16="http://schemas.microsoft.com/office/drawing/2014/main" id="{267874BB-6036-AE21-4195-ACE420F6727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4F46281-6356-BE0D-CE76-2421625586F3}"/>
              </a:ext>
            </a:extLst>
          </p:cNvPr>
          <p:cNvSpPr>
            <a:spLocks noGrp="1"/>
          </p:cNvSpPr>
          <p:nvPr>
            <p:ph type="sldNum" sz="quarter" idx="12"/>
          </p:nvPr>
        </p:nvSpPr>
        <p:spPr/>
        <p:txBody>
          <a:bodyPr/>
          <a:lstStyle/>
          <a:p>
            <a:fld id="{9251DE1B-A7FC-4487-8C62-808029F19693}" type="slidenum">
              <a:rPr lang="zh-CN" altLang="en-US" smtClean="0"/>
              <a:t>‹#›</a:t>
            </a:fld>
            <a:endParaRPr lang="zh-CN" altLang="en-US"/>
          </a:p>
        </p:txBody>
      </p:sp>
    </p:spTree>
    <p:extLst>
      <p:ext uri="{BB962C8B-B14F-4D97-AF65-F5344CB8AC3E}">
        <p14:creationId xmlns:p14="http://schemas.microsoft.com/office/powerpoint/2010/main" val="96437103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Presentation title    |    ONLY FOR INTERNAL USE</a:t>
            </a:r>
          </a:p>
        </p:txBody>
      </p:sp>
    </p:spTree>
    <p:extLst>
      <p:ext uri="{BB962C8B-B14F-4D97-AF65-F5344CB8AC3E}">
        <p14:creationId xmlns:p14="http://schemas.microsoft.com/office/powerpoint/2010/main" val="376394549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247562510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Presentation title    |    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04747104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Presentation title    |    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4289497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Presentation title    |    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549785292"/>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46577345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351783130"/>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70492096"/>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006510026"/>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014188897"/>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65782508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70021136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03207879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24630542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95283808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245521088"/>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189503462"/>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069023342"/>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52828530"/>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7639929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6763565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8946608"/>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9906006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0504245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2865433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387896104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30531639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716442926"/>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116059340"/>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03888520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513563074"/>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793577815"/>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2026</a:t>
            </a:fld>
            <a:r>
              <a:rPr lang="en-US" sz="900"/>
              <a:t> Boehringer Ingelheim International GmbH. All rights reserved.</a:t>
            </a:r>
          </a:p>
        </p:txBody>
      </p:sp>
    </p:spTree>
    <p:extLst>
      <p:ext uri="{BB962C8B-B14F-4D97-AF65-F5344CB8AC3E}">
        <p14:creationId xmlns:p14="http://schemas.microsoft.com/office/powerpoint/2010/main" val="2038173624"/>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en-GB" noProof="0"/>
          </a:p>
        </p:txBody>
      </p:sp>
      <p:sp>
        <p:nvSpPr>
          <p:cNvPr id="3" name="Fußzeilenplatzhalter 2"/>
          <p:cNvSpPr>
            <a:spLocks noGrp="1"/>
          </p:cNvSpPr>
          <p:nvPr>
            <p:ph type="ftr" sz="quarter" idx="11"/>
          </p:nvPr>
        </p:nvSpPr>
        <p:spPr/>
        <p:txBody>
          <a:bodyPr/>
          <a:lstStyle/>
          <a:p>
            <a:r>
              <a:rPr lang="en-US" noProof="0"/>
              <a:t>Presentation title    |    ONLY FOR INTERNAL USE</a:t>
            </a:r>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743526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cSld name="Standard page_03">
    <p:spTree>
      <p:nvGrpSpPr>
        <p:cNvPr id="1" name=""/>
        <p:cNvGrpSpPr/>
        <p:nvPr/>
      </p:nvGrpSpPr>
      <p:grpSpPr>
        <a:xfrm>
          <a:off x="0" y="0"/>
          <a:ext cx="0" cy="0"/>
          <a:chOff x="0" y="0"/>
          <a:chExt cx="0" cy="0"/>
        </a:xfrm>
      </p:grpSpPr>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4" name="Titel 3"/>
          <p:cNvSpPr>
            <a:spLocks noGrp="1"/>
          </p:cNvSpPr>
          <p:nvPr>
            <p:ph type="title"/>
          </p:nvPr>
        </p:nvSpPr>
        <p:spPr/>
        <p:txBody>
          <a:bodyPr/>
          <a:lstStyle/>
          <a:p>
            <a:r>
              <a:rPr lang="zh-CN" altLang="en-US" noProof="0"/>
              <a:t>单击此处编辑母版标题样式</a:t>
            </a:r>
            <a:endParaRPr lang="en-GB" noProof="0"/>
          </a:p>
        </p:txBody>
      </p:sp>
      <p:sp>
        <p:nvSpPr>
          <p:cNvPr id="6" name="Datumsplatzhalter 5"/>
          <p:cNvSpPr>
            <a:spLocks noGrp="1"/>
          </p:cNvSpPr>
          <p:nvPr>
            <p:ph type="dt" sz="half" idx="10"/>
          </p:nvPr>
        </p:nvSpPr>
        <p:spPr/>
        <p:txBody>
          <a:bodyPr/>
          <a:lstStyle/>
          <a:p>
            <a:endParaRPr lang="zh-CN" altLang="en-US"/>
          </a:p>
        </p:txBody>
      </p:sp>
      <p:sp>
        <p:nvSpPr>
          <p:cNvPr id="7" name="Fußzeilenplatzhalter 6"/>
          <p:cNvSpPr>
            <a:spLocks noGrp="1"/>
          </p:cNvSpPr>
          <p:nvPr>
            <p:ph type="ftr" sz="quarter" idx="11"/>
          </p:nvPr>
        </p:nvSpPr>
        <p:spPr/>
        <p:txBody>
          <a:bodyPr/>
          <a:lstStyle/>
          <a:p>
            <a:r>
              <a:rPr lang="en-US" altLang="zh-CN"/>
              <a:t>Presentation title    |    ONLY FOR INTERNAL USE</a:t>
            </a:r>
            <a:endParaRPr lang="zh-CN" altLang="en-US"/>
          </a:p>
        </p:txBody>
      </p:sp>
      <p:sp>
        <p:nvSpPr>
          <p:cNvPr id="8" name="Foliennummernplatzhalter 7"/>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7580536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D8156-BF7E-CDE9-3E99-F53A9DF513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F37C13-3D18-1362-FC67-B374142FB5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344C16-6798-D4A3-5624-CD52AA8D00F9}"/>
              </a:ext>
            </a:extLst>
          </p:cNvPr>
          <p:cNvSpPr>
            <a:spLocks noGrp="1"/>
          </p:cNvSpPr>
          <p:nvPr>
            <p:ph type="dt" sz="half" idx="10"/>
          </p:nvPr>
        </p:nvSpPr>
        <p:spPr/>
        <p:txBody>
          <a:bodyPr/>
          <a:lstStyle/>
          <a:p>
            <a:fld id="{5EA40026-8991-4F4A-BBF2-65E6625E483A}" type="datetimeFigureOut">
              <a:rPr lang="en-US" smtClean="0"/>
              <a:t>4/23/2026</a:t>
            </a:fld>
            <a:endParaRPr lang="en-US"/>
          </a:p>
        </p:txBody>
      </p:sp>
      <p:sp>
        <p:nvSpPr>
          <p:cNvPr id="5" name="Footer Placeholder 4">
            <a:extLst>
              <a:ext uri="{FF2B5EF4-FFF2-40B4-BE49-F238E27FC236}">
                <a16:creationId xmlns:a16="http://schemas.microsoft.com/office/drawing/2014/main" id="{2229EC4C-9B85-91E1-ED6A-2A694801D0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033110-F28C-3315-85FF-6974DBBAE50C}"/>
              </a:ext>
            </a:extLst>
          </p:cNvPr>
          <p:cNvSpPr>
            <a:spLocks noGrp="1"/>
          </p:cNvSpPr>
          <p:nvPr>
            <p:ph type="sldNum" sz="quarter" idx="12"/>
          </p:nvPr>
        </p:nvSpPr>
        <p:spPr/>
        <p:txBody>
          <a:bodyPr/>
          <a:lstStyle/>
          <a:p>
            <a:fld id="{8D70766E-ED60-4152-BABF-438224519024}" type="slidenum">
              <a:rPr lang="en-US" smtClean="0"/>
              <a:t>‹#›</a:t>
            </a:fld>
            <a:endParaRPr lang="en-US"/>
          </a:p>
        </p:txBody>
      </p:sp>
    </p:spTree>
    <p:extLst>
      <p:ext uri="{BB962C8B-B14F-4D97-AF65-F5344CB8AC3E}">
        <p14:creationId xmlns:p14="http://schemas.microsoft.com/office/powerpoint/2010/main" val="2141794819"/>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1234338851"/>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405742017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34375586"/>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76836354"/>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40924402"/>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790291730"/>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576447711"/>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91440938"/>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1525254565"/>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36217976"/>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761616465"/>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740010689"/>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820713115"/>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95963204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05241147"/>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222678676"/>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593580743"/>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869548941"/>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33277710"/>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171004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13535061"/>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6382296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7683005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030871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04331172"/>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70200097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41135269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543280537"/>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356544268"/>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375399955"/>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419031605"/>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629522662"/>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2026</a:t>
            </a:fld>
            <a:r>
              <a:rPr lang="en-US" sz="900"/>
              <a:t> Boehringer Ingelheim International GmbH. All rights reserved.</a:t>
            </a:r>
          </a:p>
        </p:txBody>
      </p:sp>
    </p:spTree>
    <p:extLst>
      <p:ext uri="{BB962C8B-B14F-4D97-AF65-F5344CB8AC3E}">
        <p14:creationId xmlns:p14="http://schemas.microsoft.com/office/powerpoint/2010/main" val="946235814"/>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403888976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1.sv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4.xml"/><Relationship Id="rId18" Type="http://schemas.openxmlformats.org/officeDocument/2006/relationships/slideLayout" Target="../slideLayouts/slideLayout59.xml"/><Relationship Id="rId26" Type="http://schemas.openxmlformats.org/officeDocument/2006/relationships/slideLayout" Target="../slideLayouts/slideLayout67.xml"/><Relationship Id="rId39" Type="http://schemas.openxmlformats.org/officeDocument/2006/relationships/image" Target="../media/image1.svg"/><Relationship Id="rId21" Type="http://schemas.openxmlformats.org/officeDocument/2006/relationships/slideLayout" Target="../slideLayouts/slideLayout62.xml"/><Relationship Id="rId34" Type="http://schemas.openxmlformats.org/officeDocument/2006/relationships/slideLayout" Target="../slideLayouts/slideLayout75.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5" Type="http://schemas.openxmlformats.org/officeDocument/2006/relationships/slideLayout" Target="../slideLayouts/slideLayout66.xml"/><Relationship Id="rId33" Type="http://schemas.openxmlformats.org/officeDocument/2006/relationships/slideLayout" Target="../slideLayouts/slideLayout74.xml"/><Relationship Id="rId38" Type="http://schemas.openxmlformats.org/officeDocument/2006/relationships/theme" Target="../theme/theme2.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29" Type="http://schemas.openxmlformats.org/officeDocument/2006/relationships/slideLayout" Target="../slideLayouts/slideLayout70.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slideLayout" Target="../slideLayouts/slideLayout65.xml"/><Relationship Id="rId32" Type="http://schemas.openxmlformats.org/officeDocument/2006/relationships/slideLayout" Target="../slideLayouts/slideLayout73.xml"/><Relationship Id="rId37" Type="http://schemas.openxmlformats.org/officeDocument/2006/relationships/slideLayout" Target="../slideLayouts/slideLayout78.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28" Type="http://schemas.openxmlformats.org/officeDocument/2006/relationships/slideLayout" Target="../slideLayouts/slideLayout69.xml"/><Relationship Id="rId36" Type="http://schemas.openxmlformats.org/officeDocument/2006/relationships/slideLayout" Target="../slideLayouts/slideLayout77.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31" Type="http://schemas.openxmlformats.org/officeDocument/2006/relationships/slideLayout" Target="../slideLayouts/slideLayout72.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slideLayout" Target="../slideLayouts/slideLayout63.xml"/><Relationship Id="rId27" Type="http://schemas.openxmlformats.org/officeDocument/2006/relationships/slideLayout" Target="../slideLayouts/slideLayout68.xml"/><Relationship Id="rId30" Type="http://schemas.openxmlformats.org/officeDocument/2006/relationships/slideLayout" Target="../slideLayouts/slideLayout71.xml"/><Relationship Id="rId35" Type="http://schemas.openxmlformats.org/officeDocument/2006/relationships/slideLayout" Target="../slideLayouts/slideLayout76.xml"/><Relationship Id="rId8" Type="http://schemas.openxmlformats.org/officeDocument/2006/relationships/slideLayout" Target="../slideLayouts/slideLayout49.xml"/><Relationship Id="rId3" Type="http://schemas.openxmlformats.org/officeDocument/2006/relationships/slideLayout" Target="../slideLayouts/slideLayout44.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1.xml"/><Relationship Id="rId18" Type="http://schemas.openxmlformats.org/officeDocument/2006/relationships/slideLayout" Target="../slideLayouts/slideLayout96.xml"/><Relationship Id="rId26" Type="http://schemas.openxmlformats.org/officeDocument/2006/relationships/slideLayout" Target="../slideLayouts/slideLayout104.xml"/><Relationship Id="rId21" Type="http://schemas.openxmlformats.org/officeDocument/2006/relationships/slideLayout" Target="../slideLayouts/slideLayout99.xml"/><Relationship Id="rId34" Type="http://schemas.openxmlformats.org/officeDocument/2006/relationships/slideLayout" Target="../slideLayouts/slideLayout112.xml"/><Relationship Id="rId7" Type="http://schemas.openxmlformats.org/officeDocument/2006/relationships/slideLayout" Target="../slideLayouts/slideLayout85.xml"/><Relationship Id="rId12" Type="http://schemas.openxmlformats.org/officeDocument/2006/relationships/slideLayout" Target="../slideLayouts/slideLayout90.xml"/><Relationship Id="rId17" Type="http://schemas.openxmlformats.org/officeDocument/2006/relationships/slideLayout" Target="../slideLayouts/slideLayout95.xml"/><Relationship Id="rId25" Type="http://schemas.openxmlformats.org/officeDocument/2006/relationships/slideLayout" Target="../slideLayouts/slideLayout103.xml"/><Relationship Id="rId33" Type="http://schemas.openxmlformats.org/officeDocument/2006/relationships/slideLayout" Target="../slideLayouts/slideLayout111.xml"/><Relationship Id="rId38" Type="http://schemas.openxmlformats.org/officeDocument/2006/relationships/image" Target="../media/image1.svg"/><Relationship Id="rId2" Type="http://schemas.openxmlformats.org/officeDocument/2006/relationships/slideLayout" Target="../slideLayouts/slideLayout80.xml"/><Relationship Id="rId16" Type="http://schemas.openxmlformats.org/officeDocument/2006/relationships/slideLayout" Target="../slideLayouts/slideLayout94.xml"/><Relationship Id="rId20" Type="http://schemas.openxmlformats.org/officeDocument/2006/relationships/slideLayout" Target="../slideLayouts/slideLayout98.xml"/><Relationship Id="rId29" Type="http://schemas.openxmlformats.org/officeDocument/2006/relationships/slideLayout" Target="../slideLayouts/slideLayout107.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24" Type="http://schemas.openxmlformats.org/officeDocument/2006/relationships/slideLayout" Target="../slideLayouts/slideLayout102.xml"/><Relationship Id="rId32" Type="http://schemas.openxmlformats.org/officeDocument/2006/relationships/slideLayout" Target="../slideLayouts/slideLayout110.xml"/><Relationship Id="rId37" Type="http://schemas.openxmlformats.org/officeDocument/2006/relationships/theme" Target="../theme/theme3.xml"/><Relationship Id="rId5" Type="http://schemas.openxmlformats.org/officeDocument/2006/relationships/slideLayout" Target="../slideLayouts/slideLayout83.xml"/><Relationship Id="rId15" Type="http://schemas.openxmlformats.org/officeDocument/2006/relationships/slideLayout" Target="../slideLayouts/slideLayout93.xml"/><Relationship Id="rId23" Type="http://schemas.openxmlformats.org/officeDocument/2006/relationships/slideLayout" Target="../slideLayouts/slideLayout101.xml"/><Relationship Id="rId28" Type="http://schemas.openxmlformats.org/officeDocument/2006/relationships/slideLayout" Target="../slideLayouts/slideLayout106.xml"/><Relationship Id="rId36" Type="http://schemas.openxmlformats.org/officeDocument/2006/relationships/slideLayout" Target="../slideLayouts/slideLayout114.xml"/><Relationship Id="rId10" Type="http://schemas.openxmlformats.org/officeDocument/2006/relationships/slideLayout" Target="../slideLayouts/slideLayout88.xml"/><Relationship Id="rId19" Type="http://schemas.openxmlformats.org/officeDocument/2006/relationships/slideLayout" Target="../slideLayouts/slideLayout97.xml"/><Relationship Id="rId31" Type="http://schemas.openxmlformats.org/officeDocument/2006/relationships/slideLayout" Target="../slideLayouts/slideLayout109.xml"/><Relationship Id="rId4" Type="http://schemas.openxmlformats.org/officeDocument/2006/relationships/slideLayout" Target="../slideLayouts/slideLayout82.xml"/><Relationship Id="rId9" Type="http://schemas.openxmlformats.org/officeDocument/2006/relationships/slideLayout" Target="../slideLayouts/slideLayout87.xml"/><Relationship Id="rId14" Type="http://schemas.openxmlformats.org/officeDocument/2006/relationships/slideLayout" Target="../slideLayouts/slideLayout92.xml"/><Relationship Id="rId22" Type="http://schemas.openxmlformats.org/officeDocument/2006/relationships/slideLayout" Target="../slideLayouts/slideLayout100.xml"/><Relationship Id="rId27" Type="http://schemas.openxmlformats.org/officeDocument/2006/relationships/slideLayout" Target="../slideLayouts/slideLayout105.xml"/><Relationship Id="rId30" Type="http://schemas.openxmlformats.org/officeDocument/2006/relationships/slideLayout" Target="../slideLayouts/slideLayout108.xml"/><Relationship Id="rId35" Type="http://schemas.openxmlformats.org/officeDocument/2006/relationships/slideLayout" Target="../slideLayouts/slideLayout113.xml"/><Relationship Id="rId8" Type="http://schemas.openxmlformats.org/officeDocument/2006/relationships/slideLayout" Target="../slideLayouts/slideLayout86.xml"/><Relationship Id="rId3" Type="http://schemas.openxmlformats.org/officeDocument/2006/relationships/slideLayout" Target="../slideLayouts/slideLayout81.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27.xml"/><Relationship Id="rId18" Type="http://schemas.openxmlformats.org/officeDocument/2006/relationships/slideLayout" Target="../slideLayouts/slideLayout132.xml"/><Relationship Id="rId26" Type="http://schemas.openxmlformats.org/officeDocument/2006/relationships/slideLayout" Target="../slideLayouts/slideLayout140.xml"/><Relationship Id="rId3" Type="http://schemas.openxmlformats.org/officeDocument/2006/relationships/slideLayout" Target="../slideLayouts/slideLayout117.xml"/><Relationship Id="rId21" Type="http://schemas.openxmlformats.org/officeDocument/2006/relationships/slideLayout" Target="../slideLayouts/slideLayout135.xml"/><Relationship Id="rId34" Type="http://schemas.openxmlformats.org/officeDocument/2006/relationships/slideLayout" Target="../slideLayouts/slideLayout148.xml"/><Relationship Id="rId7" Type="http://schemas.openxmlformats.org/officeDocument/2006/relationships/slideLayout" Target="../slideLayouts/slideLayout121.xml"/><Relationship Id="rId12" Type="http://schemas.openxmlformats.org/officeDocument/2006/relationships/slideLayout" Target="../slideLayouts/slideLayout126.xml"/><Relationship Id="rId17" Type="http://schemas.openxmlformats.org/officeDocument/2006/relationships/slideLayout" Target="../slideLayouts/slideLayout131.xml"/><Relationship Id="rId25" Type="http://schemas.openxmlformats.org/officeDocument/2006/relationships/slideLayout" Target="../slideLayouts/slideLayout139.xml"/><Relationship Id="rId33" Type="http://schemas.openxmlformats.org/officeDocument/2006/relationships/slideLayout" Target="../slideLayouts/slideLayout147.xml"/><Relationship Id="rId2" Type="http://schemas.openxmlformats.org/officeDocument/2006/relationships/slideLayout" Target="../slideLayouts/slideLayout116.xml"/><Relationship Id="rId16" Type="http://schemas.openxmlformats.org/officeDocument/2006/relationships/slideLayout" Target="../slideLayouts/slideLayout130.xml"/><Relationship Id="rId20" Type="http://schemas.openxmlformats.org/officeDocument/2006/relationships/slideLayout" Target="../slideLayouts/slideLayout134.xml"/><Relationship Id="rId29" Type="http://schemas.openxmlformats.org/officeDocument/2006/relationships/slideLayout" Target="../slideLayouts/slideLayout143.xml"/><Relationship Id="rId1" Type="http://schemas.openxmlformats.org/officeDocument/2006/relationships/slideLayout" Target="../slideLayouts/slideLayout115.xml"/><Relationship Id="rId6" Type="http://schemas.openxmlformats.org/officeDocument/2006/relationships/slideLayout" Target="../slideLayouts/slideLayout120.xml"/><Relationship Id="rId11" Type="http://schemas.openxmlformats.org/officeDocument/2006/relationships/slideLayout" Target="../slideLayouts/slideLayout125.xml"/><Relationship Id="rId24" Type="http://schemas.openxmlformats.org/officeDocument/2006/relationships/slideLayout" Target="../slideLayouts/slideLayout138.xml"/><Relationship Id="rId32" Type="http://schemas.openxmlformats.org/officeDocument/2006/relationships/slideLayout" Target="../slideLayouts/slideLayout146.xml"/><Relationship Id="rId5" Type="http://schemas.openxmlformats.org/officeDocument/2006/relationships/slideLayout" Target="../slideLayouts/slideLayout119.xml"/><Relationship Id="rId15" Type="http://schemas.openxmlformats.org/officeDocument/2006/relationships/slideLayout" Target="../slideLayouts/slideLayout129.xml"/><Relationship Id="rId23" Type="http://schemas.openxmlformats.org/officeDocument/2006/relationships/slideLayout" Target="../slideLayouts/slideLayout137.xml"/><Relationship Id="rId28" Type="http://schemas.openxmlformats.org/officeDocument/2006/relationships/slideLayout" Target="../slideLayouts/slideLayout142.xml"/><Relationship Id="rId36" Type="http://schemas.openxmlformats.org/officeDocument/2006/relationships/image" Target="../media/image1.svg"/><Relationship Id="rId10" Type="http://schemas.openxmlformats.org/officeDocument/2006/relationships/slideLayout" Target="../slideLayouts/slideLayout124.xml"/><Relationship Id="rId19" Type="http://schemas.openxmlformats.org/officeDocument/2006/relationships/slideLayout" Target="../slideLayouts/slideLayout133.xml"/><Relationship Id="rId31" Type="http://schemas.openxmlformats.org/officeDocument/2006/relationships/slideLayout" Target="../slideLayouts/slideLayout145.xml"/><Relationship Id="rId4" Type="http://schemas.openxmlformats.org/officeDocument/2006/relationships/slideLayout" Target="../slideLayouts/slideLayout118.xml"/><Relationship Id="rId9" Type="http://schemas.openxmlformats.org/officeDocument/2006/relationships/slideLayout" Target="../slideLayouts/slideLayout123.xml"/><Relationship Id="rId14" Type="http://schemas.openxmlformats.org/officeDocument/2006/relationships/slideLayout" Target="../slideLayouts/slideLayout128.xml"/><Relationship Id="rId22" Type="http://schemas.openxmlformats.org/officeDocument/2006/relationships/slideLayout" Target="../slideLayouts/slideLayout136.xml"/><Relationship Id="rId27" Type="http://schemas.openxmlformats.org/officeDocument/2006/relationships/slideLayout" Target="../slideLayouts/slideLayout141.xml"/><Relationship Id="rId30" Type="http://schemas.openxmlformats.org/officeDocument/2006/relationships/slideLayout" Target="../slideLayouts/slideLayout144.xml"/><Relationship Id="rId35" Type="http://schemas.openxmlformats.org/officeDocument/2006/relationships/theme" Target="../theme/theme4.xml"/><Relationship Id="rId8" Type="http://schemas.openxmlformats.org/officeDocument/2006/relationships/slideLayout" Target="../slideLayouts/slideLayout1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212581710"/>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 id="2147483722" r:id="rId27"/>
    <p:sldLayoutId id="2147483723" r:id="rId28"/>
    <p:sldLayoutId id="2147483724" r:id="rId29"/>
    <p:sldLayoutId id="2147483725" r:id="rId30"/>
    <p:sldLayoutId id="2147483726" r:id="rId31"/>
    <p:sldLayoutId id="2147483727" r:id="rId32"/>
    <p:sldLayoutId id="2147483728" r:id="rId33"/>
    <p:sldLayoutId id="2147483729" r:id="rId34"/>
    <p:sldLayoutId id="2147483766" r:id="rId35"/>
    <p:sldLayoutId id="2147483768" r:id="rId36"/>
    <p:sldLayoutId id="2147483772" r:id="rId37"/>
    <p:sldLayoutId id="2147483773" r:id="rId38"/>
    <p:sldLayoutId id="2147483774" r:id="rId39"/>
    <p:sldLayoutId id="2147483826" r:id="rId40"/>
    <p:sldLayoutId id="2147483827" r:id="rId41"/>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9"/>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887604070"/>
      </p:ext>
    </p:extLst>
  </p:cSld>
  <p:clrMap bg1="lt1" tx1="dk1" bg2="lt2" tx2="dk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 id="2147483798" r:id="rId10"/>
    <p:sldLayoutId id="2147483799" r:id="rId11"/>
    <p:sldLayoutId id="2147483800" r:id="rId12"/>
    <p:sldLayoutId id="2147483801" r:id="rId13"/>
    <p:sldLayoutId id="2147483802" r:id="rId14"/>
    <p:sldLayoutId id="2147483803" r:id="rId15"/>
    <p:sldLayoutId id="2147483804" r:id="rId16"/>
    <p:sldLayoutId id="2147483805" r:id="rId17"/>
    <p:sldLayoutId id="2147483806" r:id="rId18"/>
    <p:sldLayoutId id="2147483807" r:id="rId19"/>
    <p:sldLayoutId id="2147483808" r:id="rId20"/>
    <p:sldLayoutId id="2147483809" r:id="rId21"/>
    <p:sldLayoutId id="2147483810" r:id="rId22"/>
    <p:sldLayoutId id="2147483811" r:id="rId23"/>
    <p:sldLayoutId id="2147483812" r:id="rId24"/>
    <p:sldLayoutId id="2147483813" r:id="rId25"/>
    <p:sldLayoutId id="2147483814" r:id="rId26"/>
    <p:sldLayoutId id="2147483815" r:id="rId27"/>
    <p:sldLayoutId id="2147483816" r:id="rId28"/>
    <p:sldLayoutId id="2147483817" r:id="rId29"/>
    <p:sldLayoutId id="2147483818" r:id="rId30"/>
    <p:sldLayoutId id="2147483819" r:id="rId31"/>
    <p:sldLayoutId id="2147483820" r:id="rId32"/>
    <p:sldLayoutId id="2147483821" r:id="rId33"/>
    <p:sldLayoutId id="2147483822" r:id="rId34"/>
    <p:sldLayoutId id="2147483823" r:id="rId35"/>
    <p:sldLayoutId id="2147483824" r:id="rId36"/>
    <p:sldLayoutId id="2147483825" r:id="rId37"/>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8"/>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631595924"/>
      </p:ext>
    </p:extLst>
  </p:cSld>
  <p:clrMap bg1="lt1" tx1="dk1" bg2="lt2" tx2="dk2" accent1="accent1" accent2="accent2" accent3="accent3" accent4="accent4" accent5="accent5" accent6="accent6" hlink="hlink" folHlink="folHlink"/>
  <p:sldLayoutIdLst>
    <p:sldLayoutId id="2147483879" r:id="rId1"/>
    <p:sldLayoutId id="2147483880" r:id="rId2"/>
    <p:sldLayoutId id="2147483881" r:id="rId3"/>
    <p:sldLayoutId id="2147483882" r:id="rId4"/>
    <p:sldLayoutId id="2147483883" r:id="rId5"/>
    <p:sldLayoutId id="2147483884" r:id="rId6"/>
    <p:sldLayoutId id="2147483885" r:id="rId7"/>
    <p:sldLayoutId id="2147483886" r:id="rId8"/>
    <p:sldLayoutId id="2147483887" r:id="rId9"/>
    <p:sldLayoutId id="2147483888" r:id="rId10"/>
    <p:sldLayoutId id="2147483889" r:id="rId11"/>
    <p:sldLayoutId id="2147483890" r:id="rId12"/>
    <p:sldLayoutId id="2147483891" r:id="rId13"/>
    <p:sldLayoutId id="2147483892" r:id="rId14"/>
    <p:sldLayoutId id="2147483893" r:id="rId15"/>
    <p:sldLayoutId id="2147483894" r:id="rId16"/>
    <p:sldLayoutId id="2147483895" r:id="rId17"/>
    <p:sldLayoutId id="2147483896" r:id="rId18"/>
    <p:sldLayoutId id="2147483897" r:id="rId19"/>
    <p:sldLayoutId id="2147483898" r:id="rId20"/>
    <p:sldLayoutId id="2147483899" r:id="rId21"/>
    <p:sldLayoutId id="2147483900" r:id="rId22"/>
    <p:sldLayoutId id="2147483901" r:id="rId23"/>
    <p:sldLayoutId id="2147483902" r:id="rId24"/>
    <p:sldLayoutId id="2147483903" r:id="rId25"/>
    <p:sldLayoutId id="2147483904" r:id="rId26"/>
    <p:sldLayoutId id="2147483905" r:id="rId27"/>
    <p:sldLayoutId id="2147483906" r:id="rId28"/>
    <p:sldLayoutId id="2147483907" r:id="rId29"/>
    <p:sldLayoutId id="2147483908" r:id="rId30"/>
    <p:sldLayoutId id="2147483909" r:id="rId31"/>
    <p:sldLayoutId id="2147483910" r:id="rId32"/>
    <p:sldLayoutId id="2147483911" r:id="rId33"/>
    <p:sldLayoutId id="2147483912" r:id="rId34"/>
    <p:sldLayoutId id="2147483913" r:id="rId35"/>
    <p:sldLayoutId id="2147483914" r:id="rId36"/>
  </p:sldLayoutIdLst>
  <p:hf hdr="0" ft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6"/>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54066113"/>
      </p:ext>
    </p:extLst>
  </p:cSld>
  <p:clrMap bg1="lt1" tx1="dk1" bg2="lt2" tx2="dk2" accent1="accent1" accent2="accent2" accent3="accent3" accent4="accent4" accent5="accent5" accent6="accent6" hlink="hlink" folHlink="folHlink"/>
  <p:sldLayoutIdLst>
    <p:sldLayoutId id="2147483916" r:id="rId1"/>
    <p:sldLayoutId id="2147483917" r:id="rId2"/>
    <p:sldLayoutId id="2147483918" r:id="rId3"/>
    <p:sldLayoutId id="2147483919" r:id="rId4"/>
    <p:sldLayoutId id="2147483920" r:id="rId5"/>
    <p:sldLayoutId id="2147483921" r:id="rId6"/>
    <p:sldLayoutId id="2147483922" r:id="rId7"/>
    <p:sldLayoutId id="2147483923" r:id="rId8"/>
    <p:sldLayoutId id="2147483924" r:id="rId9"/>
    <p:sldLayoutId id="2147483925" r:id="rId10"/>
    <p:sldLayoutId id="2147483926" r:id="rId11"/>
    <p:sldLayoutId id="2147483927" r:id="rId12"/>
    <p:sldLayoutId id="2147483928" r:id="rId13"/>
    <p:sldLayoutId id="2147483929" r:id="rId14"/>
    <p:sldLayoutId id="2147483930" r:id="rId15"/>
    <p:sldLayoutId id="2147483931" r:id="rId16"/>
    <p:sldLayoutId id="2147483932" r:id="rId17"/>
    <p:sldLayoutId id="2147483933" r:id="rId18"/>
    <p:sldLayoutId id="2147483934" r:id="rId19"/>
    <p:sldLayoutId id="2147483935" r:id="rId20"/>
    <p:sldLayoutId id="2147483936" r:id="rId21"/>
    <p:sldLayoutId id="2147483937" r:id="rId22"/>
    <p:sldLayoutId id="2147483938" r:id="rId23"/>
    <p:sldLayoutId id="2147483939" r:id="rId24"/>
    <p:sldLayoutId id="2147483940" r:id="rId25"/>
    <p:sldLayoutId id="2147483941" r:id="rId26"/>
    <p:sldLayoutId id="2147483942" r:id="rId27"/>
    <p:sldLayoutId id="2147483943" r:id="rId28"/>
    <p:sldLayoutId id="2147483944" r:id="rId29"/>
    <p:sldLayoutId id="2147483945" r:id="rId30"/>
    <p:sldLayoutId id="2147483946" r:id="rId31"/>
    <p:sldLayoutId id="2147483947" r:id="rId32"/>
    <p:sldLayoutId id="2147483948" r:id="rId33"/>
    <p:sldLayoutId id="2147483949" r:id="rId34"/>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boehringer.sharepoint.com/:x:/r/sites/z365portfolioexecutivecommittee2/Shared%20Documents/MAP/MAP%20actions%20log.xlsx?d=wa04df7e5d6334e7c95d991fd87c086b4&amp;csf=1&amp;web=1&amp;e=4IW8aJ"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0.svg"/><Relationship Id="rId7"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40.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21.svg"/></Relationships>
</file>

<file path=ppt/slides/_rels/slide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svg"/><Relationship Id="rId1" Type="http://schemas.openxmlformats.org/officeDocument/2006/relationships/slideLayout" Target="../slideLayouts/slideLayout89.xml"/><Relationship Id="rId5" Type="http://schemas.openxmlformats.org/officeDocument/2006/relationships/image" Target="../media/image28.svg"/><Relationship Id="rId4" Type="http://schemas.openxmlformats.org/officeDocument/2006/relationships/image" Target="../media/image27.svg"/></Relationships>
</file>

<file path=ppt/slides/_rels/slide7.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slideLayout" Target="../slideLayouts/slideLayout89.xml"/><Relationship Id="rId5" Type="http://schemas.openxmlformats.org/officeDocument/2006/relationships/image" Target="../media/image25.svg"/><Relationship Id="rId4" Type="http://schemas.openxmlformats.org/officeDocument/2006/relationships/image" Target="../media/image28.svg"/></Relationships>
</file>

<file path=ppt/slides/_rels/slide8.xml.rels><?xml version="1.0" encoding="UTF-8" standalone="yes"?>
<Relationships xmlns="http://schemas.openxmlformats.org/package/2006/relationships"><Relationship Id="rId3" Type="http://schemas.openxmlformats.org/officeDocument/2006/relationships/hyperlink" Target="https://app.powerbi.com/groups/me/reports/858cff9e-b9c1-4e7d-8f41-2532ba62d974/?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148.xml"/><Relationship Id="rId5" Type="http://schemas.openxmlformats.org/officeDocument/2006/relationships/image" Target="../media/image30.svg"/><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6" Type="http://schemas.openxmlformats.org/officeDocument/2006/relationships/tags" Target="../tags/tag26.xml"/><Relationship Id="rId21" Type="http://schemas.openxmlformats.org/officeDocument/2006/relationships/tags" Target="../tags/tag21.xml"/><Relationship Id="rId42" Type="http://schemas.openxmlformats.org/officeDocument/2006/relationships/tags" Target="../tags/tag42.xml"/><Relationship Id="rId47" Type="http://schemas.openxmlformats.org/officeDocument/2006/relationships/tags" Target="../tags/tag47.xml"/><Relationship Id="rId63" Type="http://schemas.openxmlformats.org/officeDocument/2006/relationships/tags" Target="../tags/tag63.xml"/><Relationship Id="rId68" Type="http://schemas.openxmlformats.org/officeDocument/2006/relationships/tags" Target="../tags/tag68.xml"/><Relationship Id="rId84" Type="http://schemas.openxmlformats.org/officeDocument/2006/relationships/tags" Target="../tags/tag84.xml"/><Relationship Id="rId89" Type="http://schemas.openxmlformats.org/officeDocument/2006/relationships/tags" Target="../tags/tag89.xml"/><Relationship Id="rId112" Type="http://schemas.openxmlformats.org/officeDocument/2006/relationships/notesSlide" Target="../notesSlides/notesSlide6.xml"/><Relationship Id="rId16" Type="http://schemas.openxmlformats.org/officeDocument/2006/relationships/tags" Target="../tags/tag16.xml"/><Relationship Id="rId107" Type="http://schemas.openxmlformats.org/officeDocument/2006/relationships/tags" Target="../tags/tag107.xml"/><Relationship Id="rId11" Type="http://schemas.openxmlformats.org/officeDocument/2006/relationships/tags" Target="../tags/tag11.xml"/><Relationship Id="rId32" Type="http://schemas.openxmlformats.org/officeDocument/2006/relationships/tags" Target="../tags/tag32.xml"/><Relationship Id="rId37" Type="http://schemas.openxmlformats.org/officeDocument/2006/relationships/tags" Target="../tags/tag37.xml"/><Relationship Id="rId53" Type="http://schemas.openxmlformats.org/officeDocument/2006/relationships/tags" Target="../tags/tag53.xml"/><Relationship Id="rId58" Type="http://schemas.openxmlformats.org/officeDocument/2006/relationships/tags" Target="../tags/tag58.xml"/><Relationship Id="rId74" Type="http://schemas.openxmlformats.org/officeDocument/2006/relationships/tags" Target="../tags/tag74.xml"/><Relationship Id="rId79" Type="http://schemas.openxmlformats.org/officeDocument/2006/relationships/tags" Target="../tags/tag79.xml"/><Relationship Id="rId102" Type="http://schemas.openxmlformats.org/officeDocument/2006/relationships/tags" Target="../tags/tag102.xml"/><Relationship Id="rId5" Type="http://schemas.openxmlformats.org/officeDocument/2006/relationships/tags" Target="../tags/tag5.xml"/><Relationship Id="rId90" Type="http://schemas.openxmlformats.org/officeDocument/2006/relationships/tags" Target="../tags/tag90.xml"/><Relationship Id="rId95" Type="http://schemas.openxmlformats.org/officeDocument/2006/relationships/tags" Target="../tags/tag95.xml"/><Relationship Id="rId22" Type="http://schemas.openxmlformats.org/officeDocument/2006/relationships/tags" Target="../tags/tag22.xml"/><Relationship Id="rId27" Type="http://schemas.openxmlformats.org/officeDocument/2006/relationships/tags" Target="../tags/tag27.xml"/><Relationship Id="rId43" Type="http://schemas.openxmlformats.org/officeDocument/2006/relationships/tags" Target="../tags/tag43.xml"/><Relationship Id="rId48" Type="http://schemas.openxmlformats.org/officeDocument/2006/relationships/tags" Target="../tags/tag48.xml"/><Relationship Id="rId64" Type="http://schemas.openxmlformats.org/officeDocument/2006/relationships/tags" Target="../tags/tag64.xml"/><Relationship Id="rId69" Type="http://schemas.openxmlformats.org/officeDocument/2006/relationships/tags" Target="../tags/tag69.xml"/><Relationship Id="rId113" Type="http://schemas.openxmlformats.org/officeDocument/2006/relationships/image" Target="../media/image24.png"/><Relationship Id="rId80" Type="http://schemas.openxmlformats.org/officeDocument/2006/relationships/tags" Target="../tags/tag80.xml"/><Relationship Id="rId85" Type="http://schemas.openxmlformats.org/officeDocument/2006/relationships/tags" Target="../tags/tag85.xml"/><Relationship Id="rId12" Type="http://schemas.openxmlformats.org/officeDocument/2006/relationships/tags" Target="../tags/tag12.xml"/><Relationship Id="rId17" Type="http://schemas.openxmlformats.org/officeDocument/2006/relationships/tags" Target="../tags/tag17.xml"/><Relationship Id="rId33" Type="http://schemas.openxmlformats.org/officeDocument/2006/relationships/tags" Target="../tags/tag33.xml"/><Relationship Id="rId38" Type="http://schemas.openxmlformats.org/officeDocument/2006/relationships/tags" Target="../tags/tag38.xml"/><Relationship Id="rId59" Type="http://schemas.openxmlformats.org/officeDocument/2006/relationships/tags" Target="../tags/tag59.xml"/><Relationship Id="rId103" Type="http://schemas.openxmlformats.org/officeDocument/2006/relationships/tags" Target="../tags/tag103.xml"/><Relationship Id="rId108" Type="http://schemas.openxmlformats.org/officeDocument/2006/relationships/tags" Target="../tags/tag108.xml"/><Relationship Id="rId54" Type="http://schemas.openxmlformats.org/officeDocument/2006/relationships/tags" Target="../tags/tag54.xml"/><Relationship Id="rId70" Type="http://schemas.openxmlformats.org/officeDocument/2006/relationships/tags" Target="../tags/tag70.xml"/><Relationship Id="rId75" Type="http://schemas.openxmlformats.org/officeDocument/2006/relationships/tags" Target="../tags/tag75.xml"/><Relationship Id="rId91" Type="http://schemas.openxmlformats.org/officeDocument/2006/relationships/tags" Target="../tags/tag91.xml"/><Relationship Id="rId96" Type="http://schemas.openxmlformats.org/officeDocument/2006/relationships/tags" Target="../tags/tag96.xml"/><Relationship Id="rId1" Type="http://schemas.openxmlformats.org/officeDocument/2006/relationships/tags" Target="../tags/tag1.xml"/><Relationship Id="rId6" Type="http://schemas.openxmlformats.org/officeDocument/2006/relationships/tags" Target="../tags/tag6.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49" Type="http://schemas.openxmlformats.org/officeDocument/2006/relationships/tags" Target="../tags/tag49.xml"/><Relationship Id="rId57" Type="http://schemas.openxmlformats.org/officeDocument/2006/relationships/tags" Target="../tags/tag57.xml"/><Relationship Id="rId106" Type="http://schemas.openxmlformats.org/officeDocument/2006/relationships/tags" Target="../tags/tag106.xml"/><Relationship Id="rId10" Type="http://schemas.openxmlformats.org/officeDocument/2006/relationships/tags" Target="../tags/tag10.xml"/><Relationship Id="rId31" Type="http://schemas.openxmlformats.org/officeDocument/2006/relationships/tags" Target="../tags/tag31.xml"/><Relationship Id="rId44" Type="http://schemas.openxmlformats.org/officeDocument/2006/relationships/tags" Target="../tags/tag44.xml"/><Relationship Id="rId52" Type="http://schemas.openxmlformats.org/officeDocument/2006/relationships/tags" Target="../tags/tag52.xml"/><Relationship Id="rId60" Type="http://schemas.openxmlformats.org/officeDocument/2006/relationships/tags" Target="../tags/tag60.xml"/><Relationship Id="rId65" Type="http://schemas.openxmlformats.org/officeDocument/2006/relationships/tags" Target="../tags/tag65.xml"/><Relationship Id="rId73" Type="http://schemas.openxmlformats.org/officeDocument/2006/relationships/tags" Target="../tags/tag73.xml"/><Relationship Id="rId78" Type="http://schemas.openxmlformats.org/officeDocument/2006/relationships/tags" Target="../tags/tag78.xml"/><Relationship Id="rId81" Type="http://schemas.openxmlformats.org/officeDocument/2006/relationships/tags" Target="../tags/tag81.xml"/><Relationship Id="rId86" Type="http://schemas.openxmlformats.org/officeDocument/2006/relationships/tags" Target="../tags/tag86.xml"/><Relationship Id="rId94" Type="http://schemas.openxmlformats.org/officeDocument/2006/relationships/tags" Target="../tags/tag94.xml"/><Relationship Id="rId99" Type="http://schemas.openxmlformats.org/officeDocument/2006/relationships/tags" Target="../tags/tag99.xml"/><Relationship Id="rId101" Type="http://schemas.openxmlformats.org/officeDocument/2006/relationships/tags" Target="../tags/tag101.xml"/><Relationship Id="rId4" Type="http://schemas.openxmlformats.org/officeDocument/2006/relationships/tags" Target="../tags/tag4.xml"/><Relationship Id="rId9" Type="http://schemas.openxmlformats.org/officeDocument/2006/relationships/tags" Target="../tags/tag9.xml"/><Relationship Id="rId13" Type="http://schemas.openxmlformats.org/officeDocument/2006/relationships/tags" Target="../tags/tag13.xml"/><Relationship Id="rId18" Type="http://schemas.openxmlformats.org/officeDocument/2006/relationships/tags" Target="../tags/tag18.xml"/><Relationship Id="rId39" Type="http://schemas.openxmlformats.org/officeDocument/2006/relationships/tags" Target="../tags/tag39.xml"/><Relationship Id="rId109" Type="http://schemas.openxmlformats.org/officeDocument/2006/relationships/tags" Target="../tags/tag109.xml"/><Relationship Id="rId34" Type="http://schemas.openxmlformats.org/officeDocument/2006/relationships/tags" Target="../tags/tag34.xml"/><Relationship Id="rId50" Type="http://schemas.openxmlformats.org/officeDocument/2006/relationships/tags" Target="../tags/tag50.xml"/><Relationship Id="rId55" Type="http://schemas.openxmlformats.org/officeDocument/2006/relationships/tags" Target="../tags/tag55.xml"/><Relationship Id="rId76" Type="http://schemas.openxmlformats.org/officeDocument/2006/relationships/tags" Target="../tags/tag76.xml"/><Relationship Id="rId97" Type="http://schemas.openxmlformats.org/officeDocument/2006/relationships/tags" Target="../tags/tag97.xml"/><Relationship Id="rId104" Type="http://schemas.openxmlformats.org/officeDocument/2006/relationships/tags" Target="../tags/tag104.xml"/><Relationship Id="rId7" Type="http://schemas.openxmlformats.org/officeDocument/2006/relationships/tags" Target="../tags/tag7.xml"/><Relationship Id="rId71" Type="http://schemas.openxmlformats.org/officeDocument/2006/relationships/tags" Target="../tags/tag71.xml"/><Relationship Id="rId92" Type="http://schemas.openxmlformats.org/officeDocument/2006/relationships/tags" Target="../tags/tag92.xml"/><Relationship Id="rId2" Type="http://schemas.openxmlformats.org/officeDocument/2006/relationships/tags" Target="../tags/tag2.xml"/><Relationship Id="rId29" Type="http://schemas.openxmlformats.org/officeDocument/2006/relationships/tags" Target="../tags/tag29.xml"/><Relationship Id="rId24" Type="http://schemas.openxmlformats.org/officeDocument/2006/relationships/tags" Target="../tags/tag24.xml"/><Relationship Id="rId40" Type="http://schemas.openxmlformats.org/officeDocument/2006/relationships/tags" Target="../tags/tag40.xml"/><Relationship Id="rId45" Type="http://schemas.openxmlformats.org/officeDocument/2006/relationships/tags" Target="../tags/tag45.xml"/><Relationship Id="rId66" Type="http://schemas.openxmlformats.org/officeDocument/2006/relationships/tags" Target="../tags/tag66.xml"/><Relationship Id="rId87" Type="http://schemas.openxmlformats.org/officeDocument/2006/relationships/tags" Target="../tags/tag87.xml"/><Relationship Id="rId110" Type="http://schemas.openxmlformats.org/officeDocument/2006/relationships/tags" Target="../tags/tag110.xml"/><Relationship Id="rId61" Type="http://schemas.openxmlformats.org/officeDocument/2006/relationships/tags" Target="../tags/tag61.xml"/><Relationship Id="rId82" Type="http://schemas.openxmlformats.org/officeDocument/2006/relationships/tags" Target="../tags/tag82.xml"/><Relationship Id="rId19" Type="http://schemas.openxmlformats.org/officeDocument/2006/relationships/tags" Target="../tags/tag19.xml"/><Relationship Id="rId14" Type="http://schemas.openxmlformats.org/officeDocument/2006/relationships/tags" Target="../tags/tag14.xml"/><Relationship Id="rId30" Type="http://schemas.openxmlformats.org/officeDocument/2006/relationships/tags" Target="../tags/tag30.xml"/><Relationship Id="rId35" Type="http://schemas.openxmlformats.org/officeDocument/2006/relationships/tags" Target="../tags/tag35.xml"/><Relationship Id="rId56" Type="http://schemas.openxmlformats.org/officeDocument/2006/relationships/tags" Target="../tags/tag56.xml"/><Relationship Id="rId77" Type="http://schemas.openxmlformats.org/officeDocument/2006/relationships/tags" Target="../tags/tag77.xml"/><Relationship Id="rId100" Type="http://schemas.openxmlformats.org/officeDocument/2006/relationships/tags" Target="../tags/tag100.xml"/><Relationship Id="rId105" Type="http://schemas.openxmlformats.org/officeDocument/2006/relationships/tags" Target="../tags/tag105.xml"/><Relationship Id="rId8" Type="http://schemas.openxmlformats.org/officeDocument/2006/relationships/tags" Target="../tags/tag8.xml"/><Relationship Id="rId51" Type="http://schemas.openxmlformats.org/officeDocument/2006/relationships/tags" Target="../tags/tag51.xml"/><Relationship Id="rId72" Type="http://schemas.openxmlformats.org/officeDocument/2006/relationships/tags" Target="../tags/tag72.xml"/><Relationship Id="rId93" Type="http://schemas.openxmlformats.org/officeDocument/2006/relationships/tags" Target="../tags/tag93.xml"/><Relationship Id="rId98" Type="http://schemas.openxmlformats.org/officeDocument/2006/relationships/tags" Target="../tags/tag98.xml"/><Relationship Id="rId3" Type="http://schemas.openxmlformats.org/officeDocument/2006/relationships/tags" Target="../tags/tag3.xml"/><Relationship Id="rId25" Type="http://schemas.openxmlformats.org/officeDocument/2006/relationships/tags" Target="../tags/tag25.xml"/><Relationship Id="rId46" Type="http://schemas.openxmlformats.org/officeDocument/2006/relationships/tags" Target="../tags/tag46.xml"/><Relationship Id="rId67" Type="http://schemas.openxmlformats.org/officeDocument/2006/relationships/tags" Target="../tags/tag67.xml"/><Relationship Id="rId20" Type="http://schemas.openxmlformats.org/officeDocument/2006/relationships/tags" Target="../tags/tag20.xml"/><Relationship Id="rId41" Type="http://schemas.openxmlformats.org/officeDocument/2006/relationships/tags" Target="../tags/tag41.xml"/><Relationship Id="rId62" Type="http://schemas.openxmlformats.org/officeDocument/2006/relationships/tags" Target="../tags/tag62.xml"/><Relationship Id="rId83" Type="http://schemas.openxmlformats.org/officeDocument/2006/relationships/tags" Target="../tags/tag83.xml"/><Relationship Id="rId88" Type="http://schemas.openxmlformats.org/officeDocument/2006/relationships/tags" Target="../tags/tag88.xml"/><Relationship Id="rId11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tags" Target="../tags/tag118.xml"/><Relationship Id="rId13" Type="http://schemas.openxmlformats.org/officeDocument/2006/relationships/tags" Target="../tags/tag123.xml"/><Relationship Id="rId18" Type="http://schemas.openxmlformats.org/officeDocument/2006/relationships/slideLayout" Target="../slideLayouts/slideLayout11.xml"/><Relationship Id="rId3" Type="http://schemas.openxmlformats.org/officeDocument/2006/relationships/tags" Target="../tags/tag113.xml"/><Relationship Id="rId21" Type="http://schemas.openxmlformats.org/officeDocument/2006/relationships/image" Target="../media/image32.png"/><Relationship Id="rId7" Type="http://schemas.openxmlformats.org/officeDocument/2006/relationships/tags" Target="../tags/tag117.xml"/><Relationship Id="rId12" Type="http://schemas.openxmlformats.org/officeDocument/2006/relationships/tags" Target="../tags/tag122.xml"/><Relationship Id="rId17" Type="http://schemas.openxmlformats.org/officeDocument/2006/relationships/tags" Target="../tags/tag127.xml"/><Relationship Id="rId2" Type="http://schemas.openxmlformats.org/officeDocument/2006/relationships/tags" Target="../tags/tag112.xml"/><Relationship Id="rId16" Type="http://schemas.openxmlformats.org/officeDocument/2006/relationships/tags" Target="../tags/tag126.xml"/><Relationship Id="rId20" Type="http://schemas.openxmlformats.org/officeDocument/2006/relationships/image" Target="../media/image31.png"/><Relationship Id="rId1" Type="http://schemas.openxmlformats.org/officeDocument/2006/relationships/tags" Target="../tags/tag111.xml"/><Relationship Id="rId6" Type="http://schemas.openxmlformats.org/officeDocument/2006/relationships/tags" Target="../tags/tag116.xml"/><Relationship Id="rId11" Type="http://schemas.openxmlformats.org/officeDocument/2006/relationships/tags" Target="../tags/tag121.xml"/><Relationship Id="rId5" Type="http://schemas.openxmlformats.org/officeDocument/2006/relationships/tags" Target="../tags/tag115.xml"/><Relationship Id="rId15" Type="http://schemas.openxmlformats.org/officeDocument/2006/relationships/tags" Target="../tags/tag125.xml"/><Relationship Id="rId10" Type="http://schemas.openxmlformats.org/officeDocument/2006/relationships/tags" Target="../tags/tag120.xml"/><Relationship Id="rId19" Type="http://schemas.openxmlformats.org/officeDocument/2006/relationships/notesSlide" Target="../notesSlides/notesSlide7.xml"/><Relationship Id="rId4" Type="http://schemas.openxmlformats.org/officeDocument/2006/relationships/tags" Target="../tags/tag114.xml"/><Relationship Id="rId9" Type="http://schemas.openxmlformats.org/officeDocument/2006/relationships/tags" Target="../tags/tag119.xml"/><Relationship Id="rId14" Type="http://schemas.openxmlformats.org/officeDocument/2006/relationships/tags" Target="../tags/tag124.xml"/></Relationships>
</file>

<file path=ppt/slides/_rels/slide1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1.xml"/><Relationship Id="rId5" Type="http://schemas.openxmlformats.org/officeDocument/2006/relationships/image" Target="../media/image35.png"/><Relationship Id="rId4" Type="http://schemas.openxmlformats.org/officeDocument/2006/relationships/chart" Target="../charts/chart2.xml"/></Relationships>
</file>

<file path=ppt/slides/_rels/slide16.xml.rels><?xml version="1.0" encoding="UTF-8" standalone="yes"?>
<Relationships xmlns="http://schemas.openxmlformats.org/package/2006/relationships"><Relationship Id="rId8" Type="http://schemas.openxmlformats.org/officeDocument/2006/relationships/tags" Target="../tags/tag135.xml"/><Relationship Id="rId13" Type="http://schemas.openxmlformats.org/officeDocument/2006/relationships/tags" Target="../tags/tag140.xml"/><Relationship Id="rId18" Type="http://schemas.openxmlformats.org/officeDocument/2006/relationships/tags" Target="../tags/tag145.xml"/><Relationship Id="rId3" Type="http://schemas.openxmlformats.org/officeDocument/2006/relationships/tags" Target="../tags/tag130.xml"/><Relationship Id="rId21" Type="http://schemas.openxmlformats.org/officeDocument/2006/relationships/notesSlide" Target="../notesSlides/notesSlide9.xml"/><Relationship Id="rId7" Type="http://schemas.openxmlformats.org/officeDocument/2006/relationships/tags" Target="../tags/tag134.xml"/><Relationship Id="rId12" Type="http://schemas.openxmlformats.org/officeDocument/2006/relationships/tags" Target="../tags/tag139.xml"/><Relationship Id="rId17" Type="http://schemas.openxmlformats.org/officeDocument/2006/relationships/tags" Target="../tags/tag144.xml"/><Relationship Id="rId2" Type="http://schemas.openxmlformats.org/officeDocument/2006/relationships/tags" Target="../tags/tag129.xml"/><Relationship Id="rId16" Type="http://schemas.openxmlformats.org/officeDocument/2006/relationships/tags" Target="../tags/tag143.xml"/><Relationship Id="rId20" Type="http://schemas.openxmlformats.org/officeDocument/2006/relationships/slideLayout" Target="../slideLayouts/slideLayout11.xml"/><Relationship Id="rId1" Type="http://schemas.openxmlformats.org/officeDocument/2006/relationships/tags" Target="../tags/tag128.xml"/><Relationship Id="rId6" Type="http://schemas.openxmlformats.org/officeDocument/2006/relationships/tags" Target="../tags/tag133.xml"/><Relationship Id="rId11" Type="http://schemas.openxmlformats.org/officeDocument/2006/relationships/tags" Target="../tags/tag138.xml"/><Relationship Id="rId5" Type="http://schemas.openxmlformats.org/officeDocument/2006/relationships/tags" Target="../tags/tag132.xml"/><Relationship Id="rId15" Type="http://schemas.openxmlformats.org/officeDocument/2006/relationships/tags" Target="../tags/tag142.xml"/><Relationship Id="rId23" Type="http://schemas.openxmlformats.org/officeDocument/2006/relationships/image" Target="../media/image32.png"/><Relationship Id="rId10" Type="http://schemas.openxmlformats.org/officeDocument/2006/relationships/tags" Target="../tags/tag137.xml"/><Relationship Id="rId19" Type="http://schemas.openxmlformats.org/officeDocument/2006/relationships/tags" Target="../tags/tag146.xml"/><Relationship Id="rId4" Type="http://schemas.openxmlformats.org/officeDocument/2006/relationships/tags" Target="../tags/tag131.xml"/><Relationship Id="rId9" Type="http://schemas.openxmlformats.org/officeDocument/2006/relationships/tags" Target="../tags/tag136.xml"/><Relationship Id="rId14" Type="http://schemas.openxmlformats.org/officeDocument/2006/relationships/tags" Target="../tags/tag141.xml"/><Relationship Id="rId22" Type="http://schemas.openxmlformats.org/officeDocument/2006/relationships/image" Target="../media/image31.png"/></Relationships>
</file>

<file path=ppt/slides/_rels/slide17.xml.rels><?xml version="1.0" encoding="UTF-8" standalone="yes"?>
<Relationships xmlns="http://schemas.openxmlformats.org/package/2006/relationships"><Relationship Id="rId8" Type="http://schemas.openxmlformats.org/officeDocument/2006/relationships/tags" Target="../tags/tag154.xml"/><Relationship Id="rId13" Type="http://schemas.openxmlformats.org/officeDocument/2006/relationships/tags" Target="../tags/tag159.xml"/><Relationship Id="rId18" Type="http://schemas.openxmlformats.org/officeDocument/2006/relationships/tags" Target="../tags/tag164.xml"/><Relationship Id="rId26" Type="http://schemas.openxmlformats.org/officeDocument/2006/relationships/slideLayout" Target="../slideLayouts/slideLayout11.xml"/><Relationship Id="rId3" Type="http://schemas.openxmlformats.org/officeDocument/2006/relationships/tags" Target="../tags/tag149.xml"/><Relationship Id="rId21" Type="http://schemas.openxmlformats.org/officeDocument/2006/relationships/tags" Target="../tags/tag167.xml"/><Relationship Id="rId7" Type="http://schemas.openxmlformats.org/officeDocument/2006/relationships/tags" Target="../tags/tag153.xml"/><Relationship Id="rId12" Type="http://schemas.openxmlformats.org/officeDocument/2006/relationships/tags" Target="../tags/tag158.xml"/><Relationship Id="rId17" Type="http://schemas.openxmlformats.org/officeDocument/2006/relationships/tags" Target="../tags/tag163.xml"/><Relationship Id="rId25" Type="http://schemas.openxmlformats.org/officeDocument/2006/relationships/tags" Target="../tags/tag171.xml"/><Relationship Id="rId2" Type="http://schemas.openxmlformats.org/officeDocument/2006/relationships/tags" Target="../tags/tag148.xml"/><Relationship Id="rId16" Type="http://schemas.openxmlformats.org/officeDocument/2006/relationships/tags" Target="../tags/tag162.xml"/><Relationship Id="rId20" Type="http://schemas.openxmlformats.org/officeDocument/2006/relationships/tags" Target="../tags/tag166.xml"/><Relationship Id="rId29" Type="http://schemas.openxmlformats.org/officeDocument/2006/relationships/image" Target="../media/image32.png"/><Relationship Id="rId1" Type="http://schemas.openxmlformats.org/officeDocument/2006/relationships/tags" Target="../tags/tag147.xml"/><Relationship Id="rId6" Type="http://schemas.openxmlformats.org/officeDocument/2006/relationships/tags" Target="../tags/tag152.xml"/><Relationship Id="rId11" Type="http://schemas.openxmlformats.org/officeDocument/2006/relationships/tags" Target="../tags/tag157.xml"/><Relationship Id="rId24" Type="http://schemas.openxmlformats.org/officeDocument/2006/relationships/tags" Target="../tags/tag170.xml"/><Relationship Id="rId5" Type="http://schemas.openxmlformats.org/officeDocument/2006/relationships/tags" Target="../tags/tag151.xml"/><Relationship Id="rId15" Type="http://schemas.openxmlformats.org/officeDocument/2006/relationships/tags" Target="../tags/tag161.xml"/><Relationship Id="rId23" Type="http://schemas.openxmlformats.org/officeDocument/2006/relationships/tags" Target="../tags/tag169.xml"/><Relationship Id="rId28" Type="http://schemas.openxmlformats.org/officeDocument/2006/relationships/image" Target="../media/image31.png"/><Relationship Id="rId10" Type="http://schemas.openxmlformats.org/officeDocument/2006/relationships/tags" Target="../tags/tag156.xml"/><Relationship Id="rId19" Type="http://schemas.openxmlformats.org/officeDocument/2006/relationships/tags" Target="../tags/tag165.xml"/><Relationship Id="rId4" Type="http://schemas.openxmlformats.org/officeDocument/2006/relationships/tags" Target="../tags/tag150.xml"/><Relationship Id="rId9" Type="http://schemas.openxmlformats.org/officeDocument/2006/relationships/tags" Target="../tags/tag155.xml"/><Relationship Id="rId14" Type="http://schemas.openxmlformats.org/officeDocument/2006/relationships/tags" Target="../tags/tag160.xml"/><Relationship Id="rId22" Type="http://schemas.openxmlformats.org/officeDocument/2006/relationships/tags" Target="../tags/tag168.xml"/><Relationship Id="rId27"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8" Type="http://schemas.openxmlformats.org/officeDocument/2006/relationships/tags" Target="../tags/tag179.xml"/><Relationship Id="rId13" Type="http://schemas.openxmlformats.org/officeDocument/2006/relationships/tags" Target="../tags/tag184.xml"/><Relationship Id="rId18" Type="http://schemas.openxmlformats.org/officeDocument/2006/relationships/slideLayout" Target="../slideLayouts/slideLayout11.xml"/><Relationship Id="rId3" Type="http://schemas.openxmlformats.org/officeDocument/2006/relationships/tags" Target="../tags/tag174.xml"/><Relationship Id="rId21" Type="http://schemas.openxmlformats.org/officeDocument/2006/relationships/image" Target="../media/image32.png"/><Relationship Id="rId7" Type="http://schemas.openxmlformats.org/officeDocument/2006/relationships/tags" Target="../tags/tag178.xml"/><Relationship Id="rId12" Type="http://schemas.openxmlformats.org/officeDocument/2006/relationships/tags" Target="../tags/tag183.xml"/><Relationship Id="rId17" Type="http://schemas.openxmlformats.org/officeDocument/2006/relationships/tags" Target="../tags/tag188.xml"/><Relationship Id="rId2" Type="http://schemas.openxmlformats.org/officeDocument/2006/relationships/tags" Target="../tags/tag173.xml"/><Relationship Id="rId16" Type="http://schemas.openxmlformats.org/officeDocument/2006/relationships/tags" Target="../tags/tag187.xml"/><Relationship Id="rId20" Type="http://schemas.openxmlformats.org/officeDocument/2006/relationships/image" Target="../media/image31.png"/><Relationship Id="rId1" Type="http://schemas.openxmlformats.org/officeDocument/2006/relationships/tags" Target="../tags/tag172.xml"/><Relationship Id="rId6" Type="http://schemas.openxmlformats.org/officeDocument/2006/relationships/tags" Target="../tags/tag177.xml"/><Relationship Id="rId11" Type="http://schemas.openxmlformats.org/officeDocument/2006/relationships/tags" Target="../tags/tag182.xml"/><Relationship Id="rId5" Type="http://schemas.openxmlformats.org/officeDocument/2006/relationships/tags" Target="../tags/tag176.xml"/><Relationship Id="rId15" Type="http://schemas.openxmlformats.org/officeDocument/2006/relationships/tags" Target="../tags/tag186.xml"/><Relationship Id="rId10" Type="http://schemas.openxmlformats.org/officeDocument/2006/relationships/tags" Target="../tags/tag181.xml"/><Relationship Id="rId19" Type="http://schemas.openxmlformats.org/officeDocument/2006/relationships/notesSlide" Target="../notesSlides/notesSlide12.xml"/><Relationship Id="rId4" Type="http://schemas.openxmlformats.org/officeDocument/2006/relationships/tags" Target="../tags/tag175.xml"/><Relationship Id="rId9" Type="http://schemas.openxmlformats.org/officeDocument/2006/relationships/tags" Target="../tags/tag180.xml"/><Relationship Id="rId14" Type="http://schemas.openxmlformats.org/officeDocument/2006/relationships/tags" Target="../tags/tag185.xml"/></Relationships>
</file>

<file path=ppt/slides/_rels/slide20.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chart" Target="../charts/chart3.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8" Type="http://schemas.openxmlformats.org/officeDocument/2006/relationships/tags" Target="../tags/tag196.xml"/><Relationship Id="rId13" Type="http://schemas.openxmlformats.org/officeDocument/2006/relationships/tags" Target="../tags/tag201.xml"/><Relationship Id="rId18" Type="http://schemas.openxmlformats.org/officeDocument/2006/relationships/tags" Target="../tags/tag206.xml"/><Relationship Id="rId3" Type="http://schemas.openxmlformats.org/officeDocument/2006/relationships/tags" Target="../tags/tag191.xml"/><Relationship Id="rId21" Type="http://schemas.openxmlformats.org/officeDocument/2006/relationships/notesSlide" Target="../notesSlides/notesSlide13.xml"/><Relationship Id="rId7" Type="http://schemas.openxmlformats.org/officeDocument/2006/relationships/tags" Target="../tags/tag195.xml"/><Relationship Id="rId12" Type="http://schemas.openxmlformats.org/officeDocument/2006/relationships/tags" Target="../tags/tag200.xml"/><Relationship Id="rId17" Type="http://schemas.openxmlformats.org/officeDocument/2006/relationships/tags" Target="../tags/tag205.xml"/><Relationship Id="rId2" Type="http://schemas.openxmlformats.org/officeDocument/2006/relationships/tags" Target="../tags/tag190.xml"/><Relationship Id="rId16" Type="http://schemas.openxmlformats.org/officeDocument/2006/relationships/tags" Target="../tags/tag204.xml"/><Relationship Id="rId20" Type="http://schemas.openxmlformats.org/officeDocument/2006/relationships/slideLayout" Target="../slideLayouts/slideLayout11.xml"/><Relationship Id="rId1" Type="http://schemas.openxmlformats.org/officeDocument/2006/relationships/tags" Target="../tags/tag189.xml"/><Relationship Id="rId6" Type="http://schemas.openxmlformats.org/officeDocument/2006/relationships/tags" Target="../tags/tag194.xml"/><Relationship Id="rId11" Type="http://schemas.openxmlformats.org/officeDocument/2006/relationships/tags" Target="../tags/tag199.xml"/><Relationship Id="rId5" Type="http://schemas.openxmlformats.org/officeDocument/2006/relationships/tags" Target="../tags/tag193.xml"/><Relationship Id="rId15" Type="http://schemas.openxmlformats.org/officeDocument/2006/relationships/tags" Target="../tags/tag203.xml"/><Relationship Id="rId23" Type="http://schemas.openxmlformats.org/officeDocument/2006/relationships/image" Target="../media/image32.png"/><Relationship Id="rId10" Type="http://schemas.openxmlformats.org/officeDocument/2006/relationships/tags" Target="../tags/tag198.xml"/><Relationship Id="rId19" Type="http://schemas.openxmlformats.org/officeDocument/2006/relationships/tags" Target="../tags/tag207.xml"/><Relationship Id="rId4" Type="http://schemas.openxmlformats.org/officeDocument/2006/relationships/tags" Target="../tags/tag192.xml"/><Relationship Id="rId9" Type="http://schemas.openxmlformats.org/officeDocument/2006/relationships/tags" Target="../tags/tag197.xml"/><Relationship Id="rId14" Type="http://schemas.openxmlformats.org/officeDocument/2006/relationships/tags" Target="../tags/tag202.xml"/><Relationship Id="rId22" Type="http://schemas.openxmlformats.org/officeDocument/2006/relationships/image" Target="../media/image3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8" Type="http://schemas.openxmlformats.org/officeDocument/2006/relationships/tags" Target="../tags/tag215.xml"/><Relationship Id="rId13" Type="http://schemas.openxmlformats.org/officeDocument/2006/relationships/tags" Target="../tags/tag220.xml"/><Relationship Id="rId18" Type="http://schemas.openxmlformats.org/officeDocument/2006/relationships/tags" Target="../tags/tag225.xml"/><Relationship Id="rId3" Type="http://schemas.openxmlformats.org/officeDocument/2006/relationships/tags" Target="../tags/tag210.xml"/><Relationship Id="rId21" Type="http://schemas.openxmlformats.org/officeDocument/2006/relationships/notesSlide" Target="../notesSlides/notesSlide17.xml"/><Relationship Id="rId7" Type="http://schemas.openxmlformats.org/officeDocument/2006/relationships/tags" Target="../tags/tag214.xml"/><Relationship Id="rId12" Type="http://schemas.openxmlformats.org/officeDocument/2006/relationships/tags" Target="../tags/tag219.xml"/><Relationship Id="rId17" Type="http://schemas.openxmlformats.org/officeDocument/2006/relationships/tags" Target="../tags/tag224.xml"/><Relationship Id="rId2" Type="http://schemas.openxmlformats.org/officeDocument/2006/relationships/tags" Target="../tags/tag209.xml"/><Relationship Id="rId16" Type="http://schemas.openxmlformats.org/officeDocument/2006/relationships/tags" Target="../tags/tag223.xml"/><Relationship Id="rId20" Type="http://schemas.openxmlformats.org/officeDocument/2006/relationships/slideLayout" Target="../slideLayouts/slideLayout11.xml"/><Relationship Id="rId1" Type="http://schemas.openxmlformats.org/officeDocument/2006/relationships/tags" Target="../tags/tag208.xml"/><Relationship Id="rId6" Type="http://schemas.openxmlformats.org/officeDocument/2006/relationships/tags" Target="../tags/tag213.xml"/><Relationship Id="rId11" Type="http://schemas.openxmlformats.org/officeDocument/2006/relationships/tags" Target="../tags/tag218.xml"/><Relationship Id="rId5" Type="http://schemas.openxmlformats.org/officeDocument/2006/relationships/tags" Target="../tags/tag212.xml"/><Relationship Id="rId15" Type="http://schemas.openxmlformats.org/officeDocument/2006/relationships/tags" Target="../tags/tag222.xml"/><Relationship Id="rId23" Type="http://schemas.openxmlformats.org/officeDocument/2006/relationships/image" Target="../media/image32.png"/><Relationship Id="rId10" Type="http://schemas.openxmlformats.org/officeDocument/2006/relationships/tags" Target="../tags/tag217.xml"/><Relationship Id="rId19" Type="http://schemas.openxmlformats.org/officeDocument/2006/relationships/tags" Target="../tags/tag226.xml"/><Relationship Id="rId4" Type="http://schemas.openxmlformats.org/officeDocument/2006/relationships/tags" Target="../tags/tag211.xml"/><Relationship Id="rId9" Type="http://schemas.openxmlformats.org/officeDocument/2006/relationships/tags" Target="../tags/tag216.xml"/><Relationship Id="rId14" Type="http://schemas.openxmlformats.org/officeDocument/2006/relationships/tags" Target="../tags/tag221.xml"/><Relationship Id="rId22"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notesSlide" Target="../notesSlides/notesSlide18.xml"/><Relationship Id="rId1" Type="http://schemas.openxmlformats.org/officeDocument/2006/relationships/slideLayout" Target="../slideLayouts/slideLayout41.xml"/></Relationships>
</file>

<file path=ppt/slides/_rels/slide28.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19.xml"/><Relationship Id="rId1" Type="http://schemas.openxmlformats.org/officeDocument/2006/relationships/slideLayout" Target="../slideLayouts/slideLayout41.xml"/><Relationship Id="rId6" Type="http://schemas.openxmlformats.org/officeDocument/2006/relationships/image" Target="../media/image46.png"/><Relationship Id="rId5" Type="http://schemas.openxmlformats.org/officeDocument/2006/relationships/image" Target="../media/image45.svg"/><Relationship Id="rId4" Type="http://schemas.openxmlformats.org/officeDocument/2006/relationships/image" Target="../media/image44.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0.xml.rels><?xml version="1.0" encoding="UTF-8" standalone="yes"?>
<Relationships xmlns="http://schemas.openxmlformats.org/package/2006/relationships"><Relationship Id="rId26" Type="http://schemas.openxmlformats.org/officeDocument/2006/relationships/tags" Target="../tags/tag252.xml"/><Relationship Id="rId21" Type="http://schemas.openxmlformats.org/officeDocument/2006/relationships/tags" Target="../tags/tag247.xml"/><Relationship Id="rId42" Type="http://schemas.openxmlformats.org/officeDocument/2006/relationships/tags" Target="../tags/tag268.xml"/><Relationship Id="rId47" Type="http://schemas.openxmlformats.org/officeDocument/2006/relationships/tags" Target="../tags/tag273.xml"/><Relationship Id="rId63" Type="http://schemas.openxmlformats.org/officeDocument/2006/relationships/tags" Target="../tags/tag289.xml"/><Relationship Id="rId68" Type="http://schemas.openxmlformats.org/officeDocument/2006/relationships/tags" Target="../tags/tag294.xml"/><Relationship Id="rId84" Type="http://schemas.openxmlformats.org/officeDocument/2006/relationships/tags" Target="../tags/tag310.xml"/><Relationship Id="rId16" Type="http://schemas.openxmlformats.org/officeDocument/2006/relationships/tags" Target="../tags/tag242.xml"/><Relationship Id="rId11" Type="http://schemas.openxmlformats.org/officeDocument/2006/relationships/tags" Target="../tags/tag237.xml"/><Relationship Id="rId32" Type="http://schemas.openxmlformats.org/officeDocument/2006/relationships/tags" Target="../tags/tag258.xml"/><Relationship Id="rId37" Type="http://schemas.openxmlformats.org/officeDocument/2006/relationships/tags" Target="../tags/tag263.xml"/><Relationship Id="rId53" Type="http://schemas.openxmlformats.org/officeDocument/2006/relationships/tags" Target="../tags/tag279.xml"/><Relationship Id="rId58" Type="http://schemas.openxmlformats.org/officeDocument/2006/relationships/tags" Target="../tags/tag284.xml"/><Relationship Id="rId74" Type="http://schemas.openxmlformats.org/officeDocument/2006/relationships/tags" Target="../tags/tag300.xml"/><Relationship Id="rId79" Type="http://schemas.openxmlformats.org/officeDocument/2006/relationships/tags" Target="../tags/tag305.xml"/><Relationship Id="rId5" Type="http://schemas.openxmlformats.org/officeDocument/2006/relationships/tags" Target="../tags/tag231.xml"/><Relationship Id="rId19" Type="http://schemas.openxmlformats.org/officeDocument/2006/relationships/tags" Target="../tags/tag245.xml"/><Relationship Id="rId14" Type="http://schemas.openxmlformats.org/officeDocument/2006/relationships/tags" Target="../tags/tag240.xml"/><Relationship Id="rId22" Type="http://schemas.openxmlformats.org/officeDocument/2006/relationships/tags" Target="../tags/tag248.xml"/><Relationship Id="rId27" Type="http://schemas.openxmlformats.org/officeDocument/2006/relationships/tags" Target="../tags/tag253.xml"/><Relationship Id="rId30" Type="http://schemas.openxmlformats.org/officeDocument/2006/relationships/tags" Target="../tags/tag256.xml"/><Relationship Id="rId35" Type="http://schemas.openxmlformats.org/officeDocument/2006/relationships/tags" Target="../tags/tag261.xml"/><Relationship Id="rId43" Type="http://schemas.openxmlformats.org/officeDocument/2006/relationships/tags" Target="../tags/tag269.xml"/><Relationship Id="rId48" Type="http://schemas.openxmlformats.org/officeDocument/2006/relationships/tags" Target="../tags/tag274.xml"/><Relationship Id="rId56" Type="http://schemas.openxmlformats.org/officeDocument/2006/relationships/tags" Target="../tags/tag282.xml"/><Relationship Id="rId64" Type="http://schemas.openxmlformats.org/officeDocument/2006/relationships/tags" Target="../tags/tag290.xml"/><Relationship Id="rId69" Type="http://schemas.openxmlformats.org/officeDocument/2006/relationships/tags" Target="../tags/tag295.xml"/><Relationship Id="rId77" Type="http://schemas.openxmlformats.org/officeDocument/2006/relationships/tags" Target="../tags/tag303.xml"/><Relationship Id="rId8" Type="http://schemas.openxmlformats.org/officeDocument/2006/relationships/tags" Target="../tags/tag234.xml"/><Relationship Id="rId51" Type="http://schemas.openxmlformats.org/officeDocument/2006/relationships/tags" Target="../tags/tag277.xml"/><Relationship Id="rId72" Type="http://schemas.openxmlformats.org/officeDocument/2006/relationships/tags" Target="../tags/tag298.xml"/><Relationship Id="rId80" Type="http://schemas.openxmlformats.org/officeDocument/2006/relationships/tags" Target="../tags/tag306.xml"/><Relationship Id="rId85" Type="http://schemas.openxmlformats.org/officeDocument/2006/relationships/tags" Target="../tags/tag311.xml"/><Relationship Id="rId3" Type="http://schemas.openxmlformats.org/officeDocument/2006/relationships/tags" Target="../tags/tag229.xml"/><Relationship Id="rId12" Type="http://schemas.openxmlformats.org/officeDocument/2006/relationships/tags" Target="../tags/tag238.xml"/><Relationship Id="rId17" Type="http://schemas.openxmlformats.org/officeDocument/2006/relationships/tags" Target="../tags/tag243.xml"/><Relationship Id="rId25" Type="http://schemas.openxmlformats.org/officeDocument/2006/relationships/tags" Target="../tags/tag251.xml"/><Relationship Id="rId33" Type="http://schemas.openxmlformats.org/officeDocument/2006/relationships/tags" Target="../tags/tag259.xml"/><Relationship Id="rId38" Type="http://schemas.openxmlformats.org/officeDocument/2006/relationships/tags" Target="../tags/tag264.xml"/><Relationship Id="rId46" Type="http://schemas.openxmlformats.org/officeDocument/2006/relationships/tags" Target="../tags/tag272.xml"/><Relationship Id="rId59" Type="http://schemas.openxmlformats.org/officeDocument/2006/relationships/tags" Target="../tags/tag285.xml"/><Relationship Id="rId67" Type="http://schemas.openxmlformats.org/officeDocument/2006/relationships/tags" Target="../tags/tag293.xml"/><Relationship Id="rId20" Type="http://schemas.openxmlformats.org/officeDocument/2006/relationships/tags" Target="../tags/tag246.xml"/><Relationship Id="rId41" Type="http://schemas.openxmlformats.org/officeDocument/2006/relationships/tags" Target="../tags/tag267.xml"/><Relationship Id="rId54" Type="http://schemas.openxmlformats.org/officeDocument/2006/relationships/tags" Target="../tags/tag280.xml"/><Relationship Id="rId62" Type="http://schemas.openxmlformats.org/officeDocument/2006/relationships/tags" Target="../tags/tag288.xml"/><Relationship Id="rId70" Type="http://schemas.openxmlformats.org/officeDocument/2006/relationships/tags" Target="../tags/tag296.xml"/><Relationship Id="rId75" Type="http://schemas.openxmlformats.org/officeDocument/2006/relationships/tags" Target="../tags/tag301.xml"/><Relationship Id="rId83" Type="http://schemas.openxmlformats.org/officeDocument/2006/relationships/tags" Target="../tags/tag309.xml"/><Relationship Id="rId88" Type="http://schemas.openxmlformats.org/officeDocument/2006/relationships/notesSlide" Target="../notesSlides/notesSlide20.xml"/><Relationship Id="rId1" Type="http://schemas.openxmlformats.org/officeDocument/2006/relationships/tags" Target="../tags/tag227.xml"/><Relationship Id="rId6" Type="http://schemas.openxmlformats.org/officeDocument/2006/relationships/tags" Target="../tags/tag232.xml"/><Relationship Id="rId15" Type="http://schemas.openxmlformats.org/officeDocument/2006/relationships/tags" Target="../tags/tag241.xml"/><Relationship Id="rId23" Type="http://schemas.openxmlformats.org/officeDocument/2006/relationships/tags" Target="../tags/tag249.xml"/><Relationship Id="rId28" Type="http://schemas.openxmlformats.org/officeDocument/2006/relationships/tags" Target="../tags/tag254.xml"/><Relationship Id="rId36" Type="http://schemas.openxmlformats.org/officeDocument/2006/relationships/tags" Target="../tags/tag262.xml"/><Relationship Id="rId49" Type="http://schemas.openxmlformats.org/officeDocument/2006/relationships/tags" Target="../tags/tag275.xml"/><Relationship Id="rId57" Type="http://schemas.openxmlformats.org/officeDocument/2006/relationships/tags" Target="../tags/tag283.xml"/><Relationship Id="rId10" Type="http://schemas.openxmlformats.org/officeDocument/2006/relationships/tags" Target="../tags/tag236.xml"/><Relationship Id="rId31" Type="http://schemas.openxmlformats.org/officeDocument/2006/relationships/tags" Target="../tags/tag257.xml"/><Relationship Id="rId44" Type="http://schemas.openxmlformats.org/officeDocument/2006/relationships/tags" Target="../tags/tag270.xml"/><Relationship Id="rId52" Type="http://schemas.openxmlformats.org/officeDocument/2006/relationships/tags" Target="../tags/tag278.xml"/><Relationship Id="rId60" Type="http://schemas.openxmlformats.org/officeDocument/2006/relationships/tags" Target="../tags/tag286.xml"/><Relationship Id="rId65" Type="http://schemas.openxmlformats.org/officeDocument/2006/relationships/tags" Target="../tags/tag291.xml"/><Relationship Id="rId73" Type="http://schemas.openxmlformats.org/officeDocument/2006/relationships/tags" Target="../tags/tag299.xml"/><Relationship Id="rId78" Type="http://schemas.openxmlformats.org/officeDocument/2006/relationships/tags" Target="../tags/tag304.xml"/><Relationship Id="rId81" Type="http://schemas.openxmlformats.org/officeDocument/2006/relationships/tags" Target="../tags/tag307.xml"/><Relationship Id="rId86" Type="http://schemas.openxmlformats.org/officeDocument/2006/relationships/tags" Target="../tags/tag312.xml"/><Relationship Id="rId4" Type="http://schemas.openxmlformats.org/officeDocument/2006/relationships/tags" Target="../tags/tag230.xml"/><Relationship Id="rId9" Type="http://schemas.openxmlformats.org/officeDocument/2006/relationships/tags" Target="../tags/tag235.xml"/><Relationship Id="rId13" Type="http://schemas.openxmlformats.org/officeDocument/2006/relationships/tags" Target="../tags/tag239.xml"/><Relationship Id="rId18" Type="http://schemas.openxmlformats.org/officeDocument/2006/relationships/tags" Target="../tags/tag244.xml"/><Relationship Id="rId39" Type="http://schemas.openxmlformats.org/officeDocument/2006/relationships/tags" Target="../tags/tag265.xml"/><Relationship Id="rId34" Type="http://schemas.openxmlformats.org/officeDocument/2006/relationships/tags" Target="../tags/tag260.xml"/><Relationship Id="rId50" Type="http://schemas.openxmlformats.org/officeDocument/2006/relationships/tags" Target="../tags/tag276.xml"/><Relationship Id="rId55" Type="http://schemas.openxmlformats.org/officeDocument/2006/relationships/tags" Target="../tags/tag281.xml"/><Relationship Id="rId76" Type="http://schemas.openxmlformats.org/officeDocument/2006/relationships/tags" Target="../tags/tag302.xml"/><Relationship Id="rId7" Type="http://schemas.openxmlformats.org/officeDocument/2006/relationships/tags" Target="../tags/tag233.xml"/><Relationship Id="rId71" Type="http://schemas.openxmlformats.org/officeDocument/2006/relationships/tags" Target="../tags/tag297.xml"/><Relationship Id="rId2" Type="http://schemas.openxmlformats.org/officeDocument/2006/relationships/tags" Target="../tags/tag228.xml"/><Relationship Id="rId29" Type="http://schemas.openxmlformats.org/officeDocument/2006/relationships/tags" Target="../tags/tag255.xml"/><Relationship Id="rId24" Type="http://schemas.openxmlformats.org/officeDocument/2006/relationships/tags" Target="../tags/tag250.xml"/><Relationship Id="rId40" Type="http://schemas.openxmlformats.org/officeDocument/2006/relationships/tags" Target="../tags/tag266.xml"/><Relationship Id="rId45" Type="http://schemas.openxmlformats.org/officeDocument/2006/relationships/tags" Target="../tags/tag271.xml"/><Relationship Id="rId66" Type="http://schemas.openxmlformats.org/officeDocument/2006/relationships/tags" Target="../tags/tag292.xml"/><Relationship Id="rId87" Type="http://schemas.openxmlformats.org/officeDocument/2006/relationships/slideLayout" Target="../slideLayouts/slideLayout47.xml"/><Relationship Id="rId61" Type="http://schemas.openxmlformats.org/officeDocument/2006/relationships/tags" Target="../tags/tag287.xml"/><Relationship Id="rId82" Type="http://schemas.openxmlformats.org/officeDocument/2006/relationships/tags" Target="../tags/tag308.xml"/></Relationships>
</file>

<file path=ppt/slides/_rels/slide31.xml.rels><?xml version="1.0" encoding="UTF-8" standalone="yes"?>
<Relationships xmlns="http://schemas.openxmlformats.org/package/2006/relationships"><Relationship Id="rId8" Type="http://schemas.openxmlformats.org/officeDocument/2006/relationships/tags" Target="../tags/tag320.xml"/><Relationship Id="rId13" Type="http://schemas.openxmlformats.org/officeDocument/2006/relationships/notesSlide" Target="../notesSlides/notesSlide21.xml"/><Relationship Id="rId3" Type="http://schemas.openxmlformats.org/officeDocument/2006/relationships/tags" Target="../tags/tag315.xml"/><Relationship Id="rId7" Type="http://schemas.openxmlformats.org/officeDocument/2006/relationships/tags" Target="../tags/tag319.xml"/><Relationship Id="rId12" Type="http://schemas.openxmlformats.org/officeDocument/2006/relationships/slideLayout" Target="../slideLayouts/slideLayout52.xml"/><Relationship Id="rId2" Type="http://schemas.openxmlformats.org/officeDocument/2006/relationships/tags" Target="../tags/tag314.xml"/><Relationship Id="rId1" Type="http://schemas.openxmlformats.org/officeDocument/2006/relationships/tags" Target="../tags/tag313.xml"/><Relationship Id="rId6" Type="http://schemas.openxmlformats.org/officeDocument/2006/relationships/tags" Target="../tags/tag318.xml"/><Relationship Id="rId11" Type="http://schemas.openxmlformats.org/officeDocument/2006/relationships/tags" Target="../tags/tag323.xml"/><Relationship Id="rId5" Type="http://schemas.openxmlformats.org/officeDocument/2006/relationships/tags" Target="../tags/tag317.xml"/><Relationship Id="rId15" Type="http://schemas.openxmlformats.org/officeDocument/2006/relationships/image" Target="../media/image32.png"/><Relationship Id="rId10" Type="http://schemas.openxmlformats.org/officeDocument/2006/relationships/tags" Target="../tags/tag322.xml"/><Relationship Id="rId4" Type="http://schemas.openxmlformats.org/officeDocument/2006/relationships/tags" Target="../tags/tag316.xml"/><Relationship Id="rId9" Type="http://schemas.openxmlformats.org/officeDocument/2006/relationships/tags" Target="../tags/tag321.xml"/><Relationship Id="rId14" Type="http://schemas.openxmlformats.org/officeDocument/2006/relationships/image" Target="../media/image31.png"/></Relationships>
</file>

<file path=ppt/slides/_rels/slide32.xml.rels><?xml version="1.0" encoding="UTF-8" standalone="yes"?>
<Relationships xmlns="http://schemas.openxmlformats.org/package/2006/relationships"><Relationship Id="rId8" Type="http://schemas.openxmlformats.org/officeDocument/2006/relationships/tags" Target="../tags/tag331.xml"/><Relationship Id="rId13" Type="http://schemas.openxmlformats.org/officeDocument/2006/relationships/notesSlide" Target="../notesSlides/notesSlide22.xml"/><Relationship Id="rId3" Type="http://schemas.openxmlformats.org/officeDocument/2006/relationships/tags" Target="../tags/tag326.xml"/><Relationship Id="rId7" Type="http://schemas.openxmlformats.org/officeDocument/2006/relationships/tags" Target="../tags/tag330.xml"/><Relationship Id="rId12" Type="http://schemas.openxmlformats.org/officeDocument/2006/relationships/slideLayout" Target="../slideLayouts/slideLayout52.xml"/><Relationship Id="rId2" Type="http://schemas.openxmlformats.org/officeDocument/2006/relationships/tags" Target="../tags/tag325.xml"/><Relationship Id="rId1" Type="http://schemas.openxmlformats.org/officeDocument/2006/relationships/tags" Target="../tags/tag324.xml"/><Relationship Id="rId6" Type="http://schemas.openxmlformats.org/officeDocument/2006/relationships/tags" Target="../tags/tag329.xml"/><Relationship Id="rId11" Type="http://schemas.openxmlformats.org/officeDocument/2006/relationships/tags" Target="../tags/tag334.xml"/><Relationship Id="rId5" Type="http://schemas.openxmlformats.org/officeDocument/2006/relationships/tags" Target="../tags/tag328.xml"/><Relationship Id="rId15" Type="http://schemas.openxmlformats.org/officeDocument/2006/relationships/image" Target="../media/image32.png"/><Relationship Id="rId10" Type="http://schemas.openxmlformats.org/officeDocument/2006/relationships/tags" Target="../tags/tag333.xml"/><Relationship Id="rId4" Type="http://schemas.openxmlformats.org/officeDocument/2006/relationships/tags" Target="../tags/tag327.xml"/><Relationship Id="rId9" Type="http://schemas.openxmlformats.org/officeDocument/2006/relationships/tags" Target="../tags/tag332.xml"/><Relationship Id="rId14" Type="http://schemas.openxmlformats.org/officeDocument/2006/relationships/image" Target="../media/image31.png"/></Relationships>
</file>

<file path=ppt/slides/_rels/slide33.xml.rels><?xml version="1.0" encoding="UTF-8" standalone="yes"?>
<Relationships xmlns="http://schemas.openxmlformats.org/package/2006/relationships"><Relationship Id="rId8" Type="http://schemas.openxmlformats.org/officeDocument/2006/relationships/tags" Target="../tags/tag342.xml"/><Relationship Id="rId13" Type="http://schemas.openxmlformats.org/officeDocument/2006/relationships/tags" Target="../tags/tag347.xml"/><Relationship Id="rId3" Type="http://schemas.openxmlformats.org/officeDocument/2006/relationships/tags" Target="../tags/tag337.xml"/><Relationship Id="rId7" Type="http://schemas.openxmlformats.org/officeDocument/2006/relationships/tags" Target="../tags/tag341.xml"/><Relationship Id="rId12" Type="http://schemas.openxmlformats.org/officeDocument/2006/relationships/tags" Target="../tags/tag346.xml"/><Relationship Id="rId17" Type="http://schemas.openxmlformats.org/officeDocument/2006/relationships/image" Target="../media/image32.png"/><Relationship Id="rId2" Type="http://schemas.openxmlformats.org/officeDocument/2006/relationships/tags" Target="../tags/tag336.xml"/><Relationship Id="rId16" Type="http://schemas.openxmlformats.org/officeDocument/2006/relationships/image" Target="../media/image31.png"/><Relationship Id="rId1" Type="http://schemas.openxmlformats.org/officeDocument/2006/relationships/tags" Target="../tags/tag335.xml"/><Relationship Id="rId6" Type="http://schemas.openxmlformats.org/officeDocument/2006/relationships/tags" Target="../tags/tag340.xml"/><Relationship Id="rId11" Type="http://schemas.openxmlformats.org/officeDocument/2006/relationships/tags" Target="../tags/tag345.xml"/><Relationship Id="rId5" Type="http://schemas.openxmlformats.org/officeDocument/2006/relationships/tags" Target="../tags/tag339.xml"/><Relationship Id="rId15" Type="http://schemas.openxmlformats.org/officeDocument/2006/relationships/notesSlide" Target="../notesSlides/notesSlide23.xml"/><Relationship Id="rId10" Type="http://schemas.openxmlformats.org/officeDocument/2006/relationships/tags" Target="../tags/tag344.xml"/><Relationship Id="rId4" Type="http://schemas.openxmlformats.org/officeDocument/2006/relationships/tags" Target="../tags/tag338.xml"/><Relationship Id="rId9" Type="http://schemas.openxmlformats.org/officeDocument/2006/relationships/tags" Target="../tags/tag343.xml"/><Relationship Id="rId14" Type="http://schemas.openxmlformats.org/officeDocument/2006/relationships/slideLayout" Target="../slideLayouts/slideLayout52.xml"/></Relationships>
</file>

<file path=ppt/slides/_rels/slide34.xml.rels><?xml version="1.0" encoding="UTF-8" standalone="yes"?>
<Relationships xmlns="http://schemas.openxmlformats.org/package/2006/relationships"><Relationship Id="rId3" Type="http://schemas.openxmlformats.org/officeDocument/2006/relationships/hyperlink" Target="https://eur03.safelinks.protection.outlook.com/?url=https%3A%2F%2Fwww.thelancet.com%2Fjournals%2Flanpsy%2Farticle%2FPIIS2215-0366(25)00296-2%2Fabstract&amp;data=05%7C02%7Cjingbo.xiao%40boehringer-ingelheim.com%7C344c26fc09e34fd0aeb808de223fe71e%7Ce1f8af86ee954718bd0d375b37366c83%7C0%7C0%7C638985855028469217%7CUnknown%7CTWFpbGZsb3d8eyJFbXB0eU1hcGkiOnRydWUsIlYiOiIwLjAuMDAwMCIsIlAiOiJXaW4zMiIsIkFOIjoiTWFpbCIsIldUIjoyfQ%3D%3D%7C0%7C%7C%7C&amp;sdata=fGf75j3xa1CYdDA%2FF2hHgU6u%2FqOB3hs4L9E3lk9HSps%3D&amp;reserved=0" TargetMode="External"/><Relationship Id="rId2" Type="http://schemas.openxmlformats.org/officeDocument/2006/relationships/image" Target="../media/image48.png"/><Relationship Id="rId1" Type="http://schemas.openxmlformats.org/officeDocument/2006/relationships/slideLayout" Target="../slideLayouts/slideLayout5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19">
            <a:extLst>
              <a:ext uri="{FF2B5EF4-FFF2-40B4-BE49-F238E27FC236}">
                <a16:creationId xmlns:a16="http://schemas.microsoft.com/office/drawing/2014/main" id="{8D17EF76-2217-4565-20CD-D65D723EE31F}"/>
              </a:ext>
            </a:extLst>
          </p:cNvPr>
          <p:cNvSpPr>
            <a:spLocks noGrp="1"/>
          </p:cNvSpPr>
          <p:nvPr>
            <p:ph type="ctrTitle"/>
          </p:nvPr>
        </p:nvSpPr>
        <p:spPr bwMode="gray">
          <a:xfrm>
            <a:off x="479425" y="2637000"/>
            <a:ext cx="11587237" cy="1584000"/>
          </a:xfrm>
        </p:spPr>
        <p:txBody>
          <a:bodyPr anchor="t"/>
          <a:lstStyle/>
          <a:p>
            <a:r>
              <a:rPr lang="en-US" sz="3200"/>
              <a:t>Portfolio Executive Committee (PEC) Review Meeting</a:t>
            </a:r>
            <a:br>
              <a:rPr lang="en-US" sz="3200"/>
            </a:br>
            <a:br>
              <a:rPr lang="en-US" sz="3200"/>
            </a:br>
            <a:r>
              <a:rPr lang="en-US" sz="3200"/>
              <a:t>TA MHEH</a:t>
            </a:r>
          </a:p>
        </p:txBody>
      </p:sp>
      <p:sp>
        <p:nvSpPr>
          <p:cNvPr id="3" name="Untertitel 2">
            <a:extLst>
              <a:ext uri="{FF2B5EF4-FFF2-40B4-BE49-F238E27FC236}">
                <a16:creationId xmlns:a16="http://schemas.microsoft.com/office/drawing/2014/main" id="{692796CB-E2C8-8508-DF5A-FC10693F0AFB}"/>
              </a:ext>
            </a:extLst>
          </p:cNvPr>
          <p:cNvSpPr>
            <a:spLocks noGrp="1"/>
          </p:cNvSpPr>
          <p:nvPr>
            <p:ph type="subTitle" idx="1"/>
          </p:nvPr>
        </p:nvSpPr>
        <p:spPr bwMode="gray">
          <a:xfrm>
            <a:off x="479425" y="4437120"/>
            <a:ext cx="8281375" cy="936000"/>
          </a:xfrm>
        </p:spPr>
        <p:txBody>
          <a:bodyPr/>
          <a:lstStyle/>
          <a:p>
            <a:pPr lvl="1"/>
            <a:r>
              <a:rPr lang="en-US" altLang="zh-CN"/>
              <a:t>Yuting Li, Freya Zhu</a:t>
            </a:r>
            <a:r>
              <a:rPr lang="en-US"/>
              <a:t>| 23 Apr</a:t>
            </a:r>
            <a:r>
              <a:rPr lang="en-US" altLang="zh-CN"/>
              <a:t> </a:t>
            </a:r>
            <a:r>
              <a:rPr lang="en-US"/>
              <a:t>2026 </a:t>
            </a:r>
            <a:r>
              <a:rPr lang="en-US" altLang="zh-CN"/>
              <a:t>| 10 min</a:t>
            </a:r>
            <a:endParaRPr lang="en-US"/>
          </a:p>
        </p:txBody>
      </p:sp>
      <p:sp>
        <p:nvSpPr>
          <p:cNvPr id="17" name="Fußzeilenplatzhalter 16">
            <a:extLst>
              <a:ext uri="{FF2B5EF4-FFF2-40B4-BE49-F238E27FC236}">
                <a16:creationId xmlns:a16="http://schemas.microsoft.com/office/drawing/2014/main" id="{F654D22F-3A89-4EFD-C1CD-0566D4DCFD4D}"/>
              </a:ext>
            </a:extLst>
          </p:cNvPr>
          <p:cNvSpPr>
            <a:spLocks noGrp="1"/>
          </p:cNvSpPr>
          <p:nvPr>
            <p:ph type="ftr" sz="quarter" idx="19"/>
          </p:nvPr>
        </p:nvSpPr>
        <p:spPr bwMode="gray">
          <a:xfrm>
            <a:off x="479936" y="6165328"/>
            <a:ext cx="5040000" cy="216000"/>
          </a:xfrm>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prstClr val="white"/>
                </a:solidFill>
                <a:effectLst/>
                <a:uLnTx/>
                <a:uFillTx/>
                <a:latin typeface="Boehringer Forward Text"/>
                <a:ea typeface="+mn-ea"/>
                <a:cs typeface="+mn-cs"/>
              </a:rPr>
              <a:t>ONLY FOR INTERNAL USE</a:t>
            </a:r>
          </a:p>
        </p:txBody>
      </p:sp>
      <p:sp>
        <p:nvSpPr>
          <p:cNvPr id="5" name="Textfeld 4">
            <a:extLst>
              <a:ext uri="{FF2B5EF4-FFF2-40B4-BE49-F238E27FC236}">
                <a16:creationId xmlns:a16="http://schemas.microsoft.com/office/drawing/2014/main" id="{839FA9F0-3369-8108-E195-C7D33FD09D0A}"/>
              </a:ext>
            </a:extLst>
          </p:cNvPr>
          <p:cNvSpPr txBox="1"/>
          <p:nvPr/>
        </p:nvSpPr>
        <p:spPr bwMode="gray">
          <a:xfrm>
            <a:off x="1964267" y="1027289"/>
            <a:ext cx="0" cy="0"/>
          </a:xfrm>
          <a:prstGeom prst="rect">
            <a:avLst/>
          </a:prstGeom>
          <a:noFill/>
        </p:spPr>
        <p:txBody>
          <a:bodyPr wrap="none" lIns="0" tIns="0" rIns="0" bIns="0" rtlCol="0">
            <a:noAutofit/>
          </a:bodyPr>
          <a:lstStyle/>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 name="TextBox 7">
            <a:extLst>
              <a:ext uri="{FF2B5EF4-FFF2-40B4-BE49-F238E27FC236}">
                <a16:creationId xmlns:a16="http://schemas.microsoft.com/office/drawing/2014/main" id="{28576732-9C88-DCDA-879A-44699A5FB4E6}"/>
              </a:ext>
            </a:extLst>
          </p:cNvPr>
          <p:cNvSpPr txBox="1">
            <a:spLocks noGrp="1" noRot="1" noMove="1" noResize="1" noEditPoints="1" noAdjustHandles="1" noChangeArrowheads="1" noChangeShapeType="1"/>
          </p:cNvSpPr>
          <p:nvPr/>
        </p:nvSpPr>
        <p:spPr bwMode="gray">
          <a:xfrm>
            <a:off x="12399976" y="-1"/>
            <a:ext cx="1715078" cy="3017521"/>
          </a:xfrm>
          <a:prstGeom prst="rect">
            <a:avLst/>
          </a:prstGeom>
          <a:solidFill>
            <a:schemeClr val="bg1"/>
          </a:solidFill>
        </p:spPr>
        <p:txBody>
          <a:bodyPr wrap="square" lIns="108000" tIns="108000" rIns="108000" bIns="108000">
            <a:noAutofit/>
          </a:body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sz="1100" b="1" i="0" u="none" strike="noStrike" kern="1200" cap="none" spc="0" normalizeH="0" baseline="0" noProof="0">
                <a:ln>
                  <a:noFill/>
                </a:ln>
                <a:solidFill>
                  <a:prstClr val="black"/>
                </a:solidFill>
                <a:effectLst/>
                <a:uLnTx/>
                <a:uFillTx/>
                <a:latin typeface="Boehringer Forward Head"/>
                <a:ea typeface="+mn-ea"/>
                <a:cs typeface="+mn-cs"/>
              </a:rPr>
              <a:t>To insert a wordmark:</a:t>
            </a:r>
          </a:p>
          <a:p>
            <a:pPr marL="144000" marR="0" lvl="0" indent="-144000" algn="l" defTabSz="914400" rtl="0" eaLnBrk="1" fontAlgn="auto" latinLnBrk="0" hangingPunct="1">
              <a:lnSpc>
                <a:spcPct val="120000"/>
              </a:lnSpc>
              <a:spcBef>
                <a:spcPts val="0"/>
              </a:spcBef>
              <a:spcAft>
                <a:spcPts val="600"/>
              </a:spcAft>
              <a:buClrTx/>
              <a:buSzTx/>
              <a:buFont typeface="+mj-lt"/>
              <a:buAutoNum type="arabicPeriod"/>
              <a:tabLst/>
              <a:defRPr/>
            </a:pPr>
            <a:r>
              <a:rPr kumimoji="0" lang="en-US" sz="900" b="0" i="0" u="none" strike="noStrike" kern="1200" cap="none" spc="0" normalizeH="0" baseline="0" noProof="0">
                <a:ln>
                  <a:noFill/>
                </a:ln>
                <a:solidFill>
                  <a:prstClr val="black"/>
                </a:solidFill>
                <a:effectLst/>
                <a:uLnTx/>
                <a:uFillTx/>
                <a:latin typeface="Boehringer Forward Text"/>
                <a:ea typeface="+mn-ea"/>
                <a:cs typeface="+mn-cs"/>
              </a:rPr>
              <a:t>Add (e.g. via drag and drop) your wordmark file (in RGB) to this slide (in alignment with our brand governance and architecture guidelines)</a:t>
            </a:r>
          </a:p>
          <a:p>
            <a:pPr marL="144000" marR="0" lvl="0" indent="-144000" algn="l" defTabSz="914400" rtl="0" eaLnBrk="1" fontAlgn="auto" latinLnBrk="0" hangingPunct="1">
              <a:lnSpc>
                <a:spcPct val="120000"/>
              </a:lnSpc>
              <a:spcBef>
                <a:spcPts val="0"/>
              </a:spcBef>
              <a:spcAft>
                <a:spcPts val="600"/>
              </a:spcAft>
              <a:buClrTx/>
              <a:buSzTx/>
              <a:buFont typeface="+mj-lt"/>
              <a:buAutoNum type="arabicPeriod"/>
              <a:tabLst/>
              <a:defRPr/>
            </a:pPr>
            <a:r>
              <a:rPr kumimoji="0" lang="en-US" sz="900" b="0" i="0" u="none" strike="noStrike" kern="1200" cap="none" spc="0" normalizeH="0" baseline="0" noProof="0">
                <a:ln>
                  <a:noFill/>
                </a:ln>
                <a:solidFill>
                  <a:prstClr val="black"/>
                </a:solidFill>
                <a:effectLst/>
                <a:uLnTx/>
                <a:uFillTx/>
                <a:latin typeface="Boehringer Forward Text"/>
                <a:ea typeface="+mn-ea"/>
                <a:cs typeface="+mn-cs"/>
              </a:rPr>
              <a:t>Change the size of the wordmark according to the height reference (magenta placeholder)</a:t>
            </a:r>
          </a:p>
          <a:p>
            <a:pPr marL="144000" marR="0" lvl="0" indent="-144000" algn="l" defTabSz="914400" rtl="0" eaLnBrk="1" fontAlgn="auto" latinLnBrk="0" hangingPunct="1">
              <a:lnSpc>
                <a:spcPct val="120000"/>
              </a:lnSpc>
              <a:spcBef>
                <a:spcPts val="0"/>
              </a:spcBef>
              <a:spcAft>
                <a:spcPts val="600"/>
              </a:spcAft>
              <a:buClrTx/>
              <a:buSzTx/>
              <a:buFont typeface="+mj-lt"/>
              <a:buAutoNum type="arabicPeriod"/>
              <a:tabLst/>
              <a:defRPr/>
            </a:pPr>
            <a:r>
              <a:rPr kumimoji="0" lang="en-US" sz="900" b="0" i="0" u="none" strike="noStrike" kern="1200" cap="none" spc="0" normalizeH="0" baseline="0" noProof="0">
                <a:ln>
                  <a:noFill/>
                </a:ln>
                <a:solidFill>
                  <a:prstClr val="black"/>
                </a:solidFill>
                <a:effectLst/>
                <a:uLnTx/>
                <a:uFillTx/>
                <a:latin typeface="Boehringer Forward Text"/>
                <a:ea typeface="+mn-ea"/>
                <a:cs typeface="+mn-cs"/>
              </a:rPr>
              <a:t>Select the “guides” in the navigation bar and move the wordmark to the right and top line (orange)</a:t>
            </a:r>
          </a:p>
        </p:txBody>
      </p:sp>
      <p:pic>
        <p:nvPicPr>
          <p:cNvPr id="10" name="Grafik 9">
            <a:extLst>
              <a:ext uri="{FF2B5EF4-FFF2-40B4-BE49-F238E27FC236}">
                <a16:creationId xmlns:a16="http://schemas.microsoft.com/office/drawing/2014/main" id="{3ABF3C48-BECA-13B1-0740-A1DC728D6B9E}"/>
              </a:ext>
            </a:extLst>
          </p:cNvPr>
          <p:cNvPicPr>
            <a:picLocks noGrp="1" noRot="1" noChangeAspect="1" noMove="1" noResize="1" noEditPoints="1" noAdjustHandles="1" noChangeArrowheads="1" noChangeShapeType="1" noCrop="1"/>
          </p:cNvPicPr>
          <p:nvPr/>
        </p:nvPicPr>
        <p:blipFill>
          <a:blip r:embed="rId3"/>
          <a:stretch>
            <a:fillRect/>
          </a:stretch>
        </p:blipFill>
        <p:spPr>
          <a:xfrm>
            <a:off x="12399976" y="3212976"/>
            <a:ext cx="2448273" cy="815185"/>
          </a:xfrm>
          <a:prstGeom prst="rect">
            <a:avLst/>
          </a:prstGeom>
        </p:spPr>
      </p:pic>
    </p:spTree>
    <p:extLst>
      <p:ext uri="{BB962C8B-B14F-4D97-AF65-F5344CB8AC3E}">
        <p14:creationId xmlns:p14="http://schemas.microsoft.com/office/powerpoint/2010/main" val="3380180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3DEEBB-CDFD-BBFA-517C-6C9314852D4C}"/>
              </a:ext>
            </a:extLst>
          </p:cNvPr>
          <p:cNvSpPr>
            <a:spLocks noGrp="1"/>
          </p:cNvSpPr>
          <p:nvPr>
            <p:ph type="ctrTitle"/>
          </p:nvPr>
        </p:nvSpPr>
        <p:spPr>
          <a:xfrm>
            <a:off x="479425" y="2637000"/>
            <a:ext cx="10474521" cy="1584000"/>
          </a:xfrm>
        </p:spPr>
        <p:txBody>
          <a:bodyPr vert="horz" lIns="0" tIns="0" rIns="0" bIns="0" rtlCol="0" anchor="b">
            <a:normAutofit fontScale="90000"/>
          </a:bodyPr>
          <a:lstStyle/>
          <a:p>
            <a:pPr marL="0" indent="0"/>
            <a:r>
              <a:rPr lang="en-US" altLang="zh-CN" b="1" i="0" kern="1200">
                <a:latin typeface="+mj-lt"/>
                <a:ea typeface="+mj-ea"/>
                <a:cs typeface="+mj-cs"/>
              </a:rPr>
              <a:t>Part I:</a:t>
            </a:r>
            <a:br>
              <a:rPr lang="en-US" altLang="zh-CN" b="1" i="0" kern="1200">
                <a:latin typeface="+mj-lt"/>
                <a:ea typeface="+mj-ea"/>
                <a:cs typeface="+mj-cs"/>
              </a:rPr>
            </a:br>
            <a:r>
              <a:rPr lang="en-US" altLang="zh-CN" b="1" i="0" kern="1200">
                <a:latin typeface="+mj-lt"/>
                <a:ea typeface="+mj-ea"/>
                <a:cs typeface="+mj-cs"/>
              </a:rPr>
              <a:t>Follow-up Actions from the Previous PEC</a:t>
            </a:r>
          </a:p>
        </p:txBody>
      </p:sp>
      <p:sp>
        <p:nvSpPr>
          <p:cNvPr id="7" name="TextBox 6">
            <a:extLst>
              <a:ext uri="{FF2B5EF4-FFF2-40B4-BE49-F238E27FC236}">
                <a16:creationId xmlns:a16="http://schemas.microsoft.com/office/drawing/2014/main" id="{7469B780-1BBC-792F-A6E5-B8CFDAFBCB97}"/>
              </a:ext>
            </a:extLst>
          </p:cNvPr>
          <p:cNvSpPr txBox="1"/>
          <p:nvPr/>
        </p:nvSpPr>
        <p:spPr bwMode="gray">
          <a:xfrm>
            <a:off x="479426" y="4437120"/>
            <a:ext cx="8281375" cy="936000"/>
          </a:xfrm>
          <a:prstGeom prst="rect">
            <a:avLst/>
          </a:prstGeom>
        </p:spPr>
        <p:txBody>
          <a:bodyPr vert="horz" lIns="0" tIns="0" rIns="0" bIns="0" rtlCol="0">
            <a:normAutofit/>
          </a:bodyPr>
          <a:lstStyle/>
          <a:p>
            <a:pPr defTabSz="914377">
              <a:spcAft>
                <a:spcPts val="2400"/>
              </a:spcAft>
            </a:pPr>
            <a:r>
              <a:rPr lang="en-US" altLang="zh-CN" sz="2400" u="sng">
                <a:solidFill>
                  <a:schemeClr val="bg2"/>
                </a:solidFill>
                <a:hlinkClick r:id="rId3"/>
              </a:rPr>
              <a:t>PEC action log</a:t>
            </a:r>
            <a:endParaRPr lang="en-US" altLang="zh-CN" sz="2400" u="sng">
              <a:solidFill>
                <a:schemeClr val="bg2"/>
              </a:solidFill>
            </a:endParaRPr>
          </a:p>
        </p:txBody>
      </p:sp>
      <p:sp>
        <p:nvSpPr>
          <p:cNvPr id="6" name="Slide Number Placeholder 5" hidden="1">
            <a:extLst>
              <a:ext uri="{FF2B5EF4-FFF2-40B4-BE49-F238E27FC236}">
                <a16:creationId xmlns:a16="http://schemas.microsoft.com/office/drawing/2014/main" id="{61BD01A9-C7E0-274E-262B-49239315BBD3}"/>
              </a:ext>
            </a:extLst>
          </p:cNvPr>
          <p:cNvSpPr>
            <a:spLocks noGrp="1"/>
          </p:cNvSpPr>
          <p:nvPr>
            <p:ph type="sldNum" sz="quarter" idx="4294967295"/>
          </p:nvPr>
        </p:nvSpPr>
        <p:spPr>
          <a:xfrm>
            <a:off x="11424592" y="6246836"/>
            <a:ext cx="288000" cy="288000"/>
          </a:xfrm>
        </p:spPr>
        <p:txBody>
          <a:bodyPr/>
          <a:lstStyle/>
          <a:p>
            <a:pPr>
              <a:spcAft>
                <a:spcPts val="600"/>
              </a:spcAft>
            </a:pPr>
            <a:fld id="{DF4E8F9F-5B1F-4F5B-BE49-3245D8C18D9F}" type="slidenum">
              <a:rPr lang="en-US" smtClean="0"/>
              <a:pPr>
                <a:spcAft>
                  <a:spcPts val="600"/>
                </a:spcAft>
              </a:pPr>
              <a:t>2</a:t>
            </a:fld>
            <a:endParaRPr lang="en-US"/>
          </a:p>
        </p:txBody>
      </p:sp>
    </p:spTree>
    <p:extLst>
      <p:ext uri="{BB962C8B-B14F-4D97-AF65-F5344CB8AC3E}">
        <p14:creationId xmlns:p14="http://schemas.microsoft.com/office/powerpoint/2010/main" val="2514185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DA515E3-ED83-27E0-FCFF-4B60620A210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D2723B-0DA3-5B6D-FF67-B0737C886ED4}"/>
              </a:ext>
            </a:extLst>
          </p:cNvPr>
          <p:cNvSpPr>
            <a:spLocks noGrp="1"/>
          </p:cNvSpPr>
          <p:nvPr>
            <p:ph type="ctrTitle"/>
          </p:nvPr>
        </p:nvSpPr>
        <p:spPr>
          <a:xfrm>
            <a:off x="479425" y="2637000"/>
            <a:ext cx="8280755" cy="1584000"/>
          </a:xfrm>
        </p:spPr>
        <p:txBody>
          <a:bodyPr anchor="b">
            <a:normAutofit/>
          </a:bodyPr>
          <a:lstStyle/>
          <a:p>
            <a:pPr marL="0" indent="0">
              <a:buNone/>
            </a:pPr>
            <a:r>
              <a:rPr lang="en-US" altLang="zh-CN" b="1"/>
              <a:t>Part </a:t>
            </a:r>
            <a:r>
              <a:rPr lang="en-US" altLang="zh-CN"/>
              <a:t>II</a:t>
            </a:r>
            <a:r>
              <a:rPr lang="en-US" altLang="zh-CN" b="1"/>
              <a:t>: Discussion/</a:t>
            </a:r>
            <a:r>
              <a:rPr lang="en-US" altLang="zh-CN"/>
              <a:t>E</a:t>
            </a:r>
            <a:r>
              <a:rPr lang="en-US" altLang="zh-CN" b="1"/>
              <a:t>ndorsement</a:t>
            </a:r>
            <a:endParaRPr lang="zh-CN" altLang="en-US" b="1"/>
          </a:p>
        </p:txBody>
      </p:sp>
      <p:sp>
        <p:nvSpPr>
          <p:cNvPr id="6" name="Slide Number Placeholder 5" hidden="1">
            <a:extLst>
              <a:ext uri="{FF2B5EF4-FFF2-40B4-BE49-F238E27FC236}">
                <a16:creationId xmlns:a16="http://schemas.microsoft.com/office/drawing/2014/main" id="{E1489C0C-FF02-0D29-C7AA-96C633AA48D1}"/>
              </a:ext>
            </a:extLst>
          </p:cNvPr>
          <p:cNvSpPr>
            <a:spLocks noGrp="1"/>
          </p:cNvSpPr>
          <p:nvPr>
            <p:ph type="sldNum" sz="quarter" idx="4294967295"/>
          </p:nvPr>
        </p:nvSpPr>
        <p:spPr>
          <a:xfrm>
            <a:off x="11424592" y="6246836"/>
            <a:ext cx="288000" cy="288000"/>
          </a:xfrm>
        </p:spPr>
        <p:txBody>
          <a:bodyPr/>
          <a:lstStyle/>
          <a:p>
            <a:pPr>
              <a:spcAft>
                <a:spcPts val="600"/>
              </a:spcAft>
            </a:pPr>
            <a:fld id="{DF4E8F9F-5B1F-4F5B-BE49-3245D8C18D9F}" type="slidenum">
              <a:rPr lang="en-US" smtClean="0"/>
              <a:pPr>
                <a:spcAft>
                  <a:spcPts val="600"/>
                </a:spcAft>
              </a:pPr>
              <a:t>3</a:t>
            </a:fld>
            <a:endParaRPr lang="en-US"/>
          </a:p>
        </p:txBody>
      </p:sp>
    </p:spTree>
    <p:extLst>
      <p:ext uri="{BB962C8B-B14F-4D97-AF65-F5344CB8AC3E}">
        <p14:creationId xmlns:p14="http://schemas.microsoft.com/office/powerpoint/2010/main" val="884968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43307-A2AC-FD79-A6B1-B6FF397E302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A0ACD9-449E-959D-52D6-C8EC196674B8}"/>
              </a:ext>
            </a:extLst>
          </p:cNvPr>
          <p:cNvSpPr>
            <a:spLocks noGrp="1"/>
          </p:cNvSpPr>
          <p:nvPr>
            <p:ph type="ctrTitle"/>
          </p:nvPr>
        </p:nvSpPr>
        <p:spPr>
          <a:xfrm>
            <a:off x="479425" y="2637000"/>
            <a:ext cx="8280755" cy="1584000"/>
          </a:xfrm>
        </p:spPr>
        <p:txBody>
          <a:bodyPr anchor="b">
            <a:normAutofit/>
          </a:bodyPr>
          <a:lstStyle/>
          <a:p>
            <a:pPr marL="0" indent="0">
              <a:buNone/>
            </a:pPr>
            <a:r>
              <a:rPr lang="en-US" altLang="zh-CN" b="1"/>
              <a:t>Part III: Update</a:t>
            </a:r>
            <a:endParaRPr lang="zh-CN" altLang="en-US" b="1"/>
          </a:p>
        </p:txBody>
      </p:sp>
      <p:sp>
        <p:nvSpPr>
          <p:cNvPr id="6" name="Slide Number Placeholder 5" hidden="1">
            <a:extLst>
              <a:ext uri="{FF2B5EF4-FFF2-40B4-BE49-F238E27FC236}">
                <a16:creationId xmlns:a16="http://schemas.microsoft.com/office/drawing/2014/main" id="{212DC281-C5C9-FB64-DFB6-75FE95A7F99E}"/>
              </a:ext>
            </a:extLst>
          </p:cNvPr>
          <p:cNvSpPr>
            <a:spLocks noGrp="1"/>
          </p:cNvSpPr>
          <p:nvPr>
            <p:ph type="sldNum" sz="quarter" idx="4294967295"/>
          </p:nvPr>
        </p:nvSpPr>
        <p:spPr>
          <a:xfrm>
            <a:off x="11424592" y="6246836"/>
            <a:ext cx="288000" cy="288000"/>
          </a:xfrm>
        </p:spPr>
        <p:txBody>
          <a:bodyPr/>
          <a:lstStyle/>
          <a:p>
            <a:pPr>
              <a:spcAft>
                <a:spcPts val="600"/>
              </a:spcAft>
            </a:pPr>
            <a:fld id="{DF4E8F9F-5B1F-4F5B-BE49-3245D8C18D9F}" type="slidenum">
              <a:rPr lang="en-US" smtClean="0"/>
              <a:pPr>
                <a:spcAft>
                  <a:spcPts val="600"/>
                </a:spcAft>
              </a:pPr>
              <a:t>4</a:t>
            </a:fld>
            <a:endParaRPr lang="en-US"/>
          </a:p>
        </p:txBody>
      </p:sp>
    </p:spTree>
    <p:extLst>
      <p:ext uri="{BB962C8B-B14F-4D97-AF65-F5344CB8AC3E}">
        <p14:creationId xmlns:p14="http://schemas.microsoft.com/office/powerpoint/2010/main" val="2230873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E525F-850D-8A60-B61A-B883A01A807B}"/>
            </a:ext>
          </a:extLst>
        </p:cNvPr>
        <p:cNvGrpSpPr/>
        <p:nvPr/>
      </p:nvGrpSpPr>
      <p:grpSpPr>
        <a:xfrm>
          <a:off x="0" y="0"/>
          <a:ext cx="0" cy="0"/>
          <a:chOff x="0" y="0"/>
          <a:chExt cx="0" cy="0"/>
        </a:xfrm>
      </p:grpSpPr>
      <p:sp>
        <p:nvSpPr>
          <p:cNvPr id="44" name="Oval 10">
            <a:extLst>
              <a:ext uri="{FF2B5EF4-FFF2-40B4-BE49-F238E27FC236}">
                <a16:creationId xmlns:a16="http://schemas.microsoft.com/office/drawing/2014/main" id="{8CF534F8-027B-5AFF-F63D-F1F122FAFD98}"/>
              </a:ext>
            </a:extLst>
          </p:cNvPr>
          <p:cNvSpPr>
            <a:spLocks noChangeAspect="1"/>
          </p:cNvSpPr>
          <p:nvPr/>
        </p:nvSpPr>
        <p:spPr>
          <a:xfrm>
            <a:off x="9535684" y="4976765"/>
            <a:ext cx="914400" cy="902229"/>
          </a:xfrm>
          <a:prstGeom prst="ellipse">
            <a:avLst/>
          </a:prstGeom>
          <a:solidFill>
            <a:srgbClr val="5D4495"/>
          </a:solidFill>
          <a:ln w="38100" cap="flat" cmpd="sng" algn="ctr">
            <a:solidFill>
              <a:sysClr val="window" lastClr="FFFFFF"/>
            </a:solidFill>
            <a:prstDash val="solid"/>
            <a:miter lim="800000"/>
          </a:ln>
          <a:effectLst>
            <a:outerShdw blurRad="63500" sx="102000" sy="102000" algn="ctr" rotWithShape="0">
              <a:prstClr val="black">
                <a:alpha val="10000"/>
              </a:prstClr>
            </a:outerShdw>
          </a:effectLst>
        </p:spPr>
        <p:txBody>
          <a:bodyPr lIns="72000" tIns="72000" rIns="72000" bIns="72000" rtlCol="0" anchor="ctr"/>
          <a:lstStyle/>
          <a:p>
            <a:pPr marL="0" marR="0" lvl="0" indent="0" algn="ctr" defTabSz="914332"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a:ln>
                <a:noFill/>
              </a:ln>
              <a:solidFill>
                <a:sysClr val="windowText" lastClr="000000"/>
              </a:solidFill>
              <a:effectLst/>
              <a:uLnTx/>
              <a:uFillTx/>
              <a:latin typeface="BISansOpti"/>
              <a:ea typeface="+mn-ea"/>
              <a:cs typeface="+mn-cs"/>
            </a:endParaRPr>
          </a:p>
          <a:p>
            <a:pPr marL="0" marR="0" lvl="0" indent="0" algn="ctr" defTabSz="914332"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a:ln>
                <a:noFill/>
              </a:ln>
              <a:solidFill>
                <a:sysClr val="windowText" lastClr="000000"/>
              </a:solidFill>
              <a:effectLst/>
              <a:uLnTx/>
              <a:uFillTx/>
              <a:latin typeface="BISansOpti"/>
              <a:ea typeface="+mn-ea"/>
              <a:cs typeface="+mn-cs"/>
            </a:endParaRPr>
          </a:p>
          <a:p>
            <a:pPr marL="0" marR="0" lvl="0" indent="0" algn="ctr" defTabSz="914332"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a:ln>
                <a:noFill/>
              </a:ln>
              <a:solidFill>
                <a:sysClr val="windowText" lastClr="000000"/>
              </a:solidFill>
              <a:effectLst/>
              <a:uLnTx/>
              <a:uFillTx/>
              <a:latin typeface="BISansOpti"/>
              <a:ea typeface="+mn-ea"/>
              <a:cs typeface="+mn-cs"/>
            </a:endParaRPr>
          </a:p>
          <a:p>
            <a:pPr marL="0" marR="0" lvl="0" indent="0" algn="ctr" defTabSz="914332" eaLnBrk="1" fontAlgn="auto" latinLnBrk="0" hangingPunct="1">
              <a:lnSpc>
                <a:spcPct val="100000"/>
              </a:lnSpc>
              <a:spcBef>
                <a:spcPts val="0"/>
              </a:spcBef>
              <a:spcAft>
                <a:spcPts val="0"/>
              </a:spcAft>
              <a:buClrTx/>
              <a:buSzTx/>
              <a:buFontTx/>
              <a:buNone/>
              <a:tabLst/>
              <a:defRPr/>
            </a:pPr>
            <a:endParaRPr kumimoji="0" lang="en-US" sz="1333" b="0" i="0" u="none" strike="noStrike" kern="0" cap="none" spc="0" normalizeH="0" baseline="0" noProof="0">
              <a:ln>
                <a:noFill/>
              </a:ln>
              <a:solidFill>
                <a:sysClr val="windowText" lastClr="000000"/>
              </a:solidFill>
              <a:effectLst/>
              <a:uLnTx/>
              <a:uFillTx/>
              <a:latin typeface="Arial" panose="020B0604020202020204" pitchFamily="34" charset="0"/>
              <a:ea typeface="+mn-ea"/>
              <a:cs typeface="+mn-cs"/>
              <a:sym typeface="Helvetica Neue Medium"/>
            </a:endParaRPr>
          </a:p>
        </p:txBody>
      </p:sp>
      <p:sp>
        <p:nvSpPr>
          <p:cNvPr id="45" name="Oval 10">
            <a:extLst>
              <a:ext uri="{FF2B5EF4-FFF2-40B4-BE49-F238E27FC236}">
                <a16:creationId xmlns:a16="http://schemas.microsoft.com/office/drawing/2014/main" id="{283851EC-87C8-AE92-B6AE-6CF3EDEF8D45}"/>
              </a:ext>
            </a:extLst>
          </p:cNvPr>
          <p:cNvSpPr>
            <a:spLocks noChangeAspect="1"/>
          </p:cNvSpPr>
          <p:nvPr/>
        </p:nvSpPr>
        <p:spPr>
          <a:xfrm>
            <a:off x="6945092" y="4959828"/>
            <a:ext cx="914400" cy="914400"/>
          </a:xfrm>
          <a:prstGeom prst="ellipse">
            <a:avLst/>
          </a:prstGeom>
          <a:solidFill>
            <a:srgbClr val="076D7E"/>
          </a:solidFill>
          <a:ln w="38100" cap="flat" cmpd="sng" algn="ctr">
            <a:solidFill>
              <a:sysClr val="window" lastClr="FFFFFF"/>
            </a:solidFill>
            <a:prstDash val="solid"/>
            <a:miter lim="800000"/>
          </a:ln>
          <a:effectLst>
            <a:outerShdw blurRad="63500" sx="102000" sy="102000" algn="ctr" rotWithShape="0">
              <a:prstClr val="black">
                <a:alpha val="10000"/>
              </a:prstClr>
            </a:outerShdw>
          </a:effectLst>
        </p:spPr>
        <p:txBody>
          <a:bodyPr lIns="72000" tIns="72000" rIns="72000" bIns="72000" rtlCol="0" anchor="ctr"/>
          <a:lstStyle/>
          <a:p>
            <a:pPr marL="0" marR="0" lvl="0" indent="0" algn="ctr" defTabSz="914332" eaLnBrk="1" fontAlgn="auto" latinLnBrk="0" hangingPunct="1">
              <a:lnSpc>
                <a:spcPct val="100000"/>
              </a:lnSpc>
              <a:spcBef>
                <a:spcPts val="0"/>
              </a:spcBef>
              <a:spcAft>
                <a:spcPts val="0"/>
              </a:spcAft>
              <a:buClrTx/>
              <a:buSzTx/>
              <a:buFontTx/>
              <a:buNone/>
              <a:tabLst/>
              <a:defRPr/>
            </a:pPr>
            <a:endParaRPr kumimoji="0" lang="en-US" sz="1333" b="0" i="0" u="none" strike="noStrike" kern="0" cap="none" spc="0" normalizeH="0" baseline="0" noProof="0">
              <a:ln>
                <a:noFill/>
              </a:ln>
              <a:solidFill>
                <a:sysClr val="windowText" lastClr="000000"/>
              </a:solidFill>
              <a:effectLst/>
              <a:uLnTx/>
              <a:uFillTx/>
              <a:latin typeface="Arial" panose="020B0604020202020204" pitchFamily="34" charset="0"/>
              <a:ea typeface="+mn-ea"/>
              <a:cs typeface="+mn-cs"/>
              <a:sym typeface="Helvetica Neue Medium"/>
            </a:endParaRPr>
          </a:p>
        </p:txBody>
      </p:sp>
      <p:sp>
        <p:nvSpPr>
          <p:cNvPr id="46" name="Titel 2">
            <a:extLst>
              <a:ext uri="{FF2B5EF4-FFF2-40B4-BE49-F238E27FC236}">
                <a16:creationId xmlns:a16="http://schemas.microsoft.com/office/drawing/2014/main" id="{A93397DF-5810-D804-55EE-619AEFB9A016}"/>
              </a:ext>
            </a:extLst>
          </p:cNvPr>
          <p:cNvSpPr txBox="1">
            <a:spLocks/>
          </p:cNvSpPr>
          <p:nvPr/>
        </p:nvSpPr>
        <p:spPr bwMode="gray">
          <a:xfrm>
            <a:off x="790145" y="320694"/>
            <a:ext cx="11044803" cy="720000"/>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377" rtl="0" eaLnBrk="1" fontAlgn="auto" latinLnBrk="0" hangingPunct="1">
              <a:lnSpc>
                <a:spcPct val="100000"/>
              </a:lnSpc>
              <a:spcBef>
                <a:spcPct val="0"/>
              </a:spcBef>
              <a:spcAft>
                <a:spcPts val="0"/>
              </a:spcAft>
              <a:buClrTx/>
              <a:buSzTx/>
              <a:buFontTx/>
              <a:buNone/>
              <a:tabLst/>
              <a:defRPr/>
            </a:pPr>
            <a:r>
              <a:rPr kumimoji="0" lang="en-US" altLang="zh-CN" sz="2400" b="1" i="0" u="none" strike="noStrike" kern="1200" cap="none" spc="0" normalizeH="0" baseline="0" noProof="0">
                <a:ln w="6350" cap="flat">
                  <a:noFill/>
                  <a:miter lim="800000"/>
                </a:ln>
                <a:solidFill>
                  <a:srgbClr val="08312A"/>
                </a:solidFill>
                <a:effectLst/>
                <a:uLnTx/>
                <a:uFillTx/>
                <a:latin typeface="Boehringer Forward Head"/>
                <a:ea typeface="+mj-ea"/>
                <a:cs typeface="Arial" panose="020B0604020202020204" pitchFamily="34" charset="0"/>
                <a:sym typeface="BISans" panose="02000503040000020004" pitchFamily="2" charset="0"/>
              </a:rPr>
              <a:t>TA </a:t>
            </a:r>
            <a:r>
              <a:rPr lang="en-US" altLang="zh-CN" sz="2400">
                <a:ln w="6350" cap="flat">
                  <a:noFill/>
                  <a:miter lim="800000"/>
                </a:ln>
                <a:solidFill>
                  <a:srgbClr val="08312A"/>
                </a:solidFill>
                <a:latin typeface="Boehringer Forward Head"/>
                <a:cs typeface="Arial" panose="020B0604020202020204" pitchFamily="34" charset="0"/>
                <a:sym typeface="BISans" panose="02000503040000020004" pitchFamily="2" charset="0"/>
              </a:rPr>
              <a:t>MHEH Portfolio </a:t>
            </a:r>
            <a:r>
              <a:rPr kumimoji="0" lang="en-US" altLang="zh-CN" sz="2400" b="1" i="0" u="none" strike="noStrike" kern="1200" cap="none" spc="0" normalizeH="0" baseline="0" noProof="0">
                <a:ln w="6350" cap="flat">
                  <a:noFill/>
                  <a:miter lim="800000"/>
                </a:ln>
                <a:solidFill>
                  <a:srgbClr val="08312A"/>
                </a:solidFill>
                <a:effectLst/>
                <a:uLnTx/>
                <a:uFillTx/>
                <a:latin typeface="Boehringer Forward Head"/>
                <a:ea typeface="+mj-ea"/>
                <a:cs typeface="Arial" panose="020B0604020202020204" pitchFamily="34" charset="0"/>
                <a:sym typeface="BISans" panose="02000503040000020004" pitchFamily="2" charset="0"/>
              </a:rPr>
              <a:t>Summary - Pipeline Project</a:t>
            </a:r>
            <a:endParaRPr kumimoji="0" lang="de-DE" sz="1600" b="1" i="0" u="none" strike="noStrike" kern="1200" cap="none" spc="0" normalizeH="0" baseline="0" noProof="0">
              <a:ln>
                <a:noFill/>
              </a:ln>
              <a:solidFill>
                <a:srgbClr val="08312A"/>
              </a:solidFill>
              <a:effectLst/>
              <a:uLnTx/>
              <a:uFillTx/>
              <a:latin typeface="Boehringer Forward Head"/>
              <a:ea typeface="+mj-ea"/>
              <a:cs typeface="+mj-cs"/>
            </a:endParaRPr>
          </a:p>
        </p:txBody>
      </p:sp>
      <p:sp>
        <p:nvSpPr>
          <p:cNvPr id="54" name="TextBox 89">
            <a:extLst>
              <a:ext uri="{FF2B5EF4-FFF2-40B4-BE49-F238E27FC236}">
                <a16:creationId xmlns:a16="http://schemas.microsoft.com/office/drawing/2014/main" id="{A7953C08-1538-7188-6082-E3FC6DCD98ED}"/>
              </a:ext>
            </a:extLst>
          </p:cNvPr>
          <p:cNvSpPr txBox="1"/>
          <p:nvPr/>
        </p:nvSpPr>
        <p:spPr>
          <a:xfrm>
            <a:off x="4056995" y="5533985"/>
            <a:ext cx="1045028" cy="184665"/>
          </a:xfrm>
          <a:prstGeom prst="rect">
            <a:avLst/>
          </a:prstGeom>
          <a:noFill/>
          <a:ln>
            <a:noFill/>
          </a:ln>
        </p:spPr>
        <p:txBody>
          <a:bodyPr wrap="square" lIns="0" tIns="0" rIns="0" bIns="0" rtlCol="0">
            <a:spAutoFit/>
          </a:bodyPr>
          <a:lstStyle/>
          <a:p>
            <a:pPr algn="ctr" defTabSz="1219050">
              <a:spcBef>
                <a:spcPts val="600"/>
              </a:spcBef>
              <a:defRPr/>
            </a:pPr>
            <a:r>
              <a:rPr lang="en-US" sz="1200" b="1">
                <a:solidFill>
                  <a:srgbClr val="FFFFFF"/>
                </a:solidFill>
                <a:latin typeface="BISansOpti"/>
              </a:rPr>
              <a:t>Sustain</a:t>
            </a:r>
          </a:p>
        </p:txBody>
      </p:sp>
      <p:pic>
        <p:nvPicPr>
          <p:cNvPr id="55" name="Graphic 219" descr="Walk outline">
            <a:extLst>
              <a:ext uri="{FF2B5EF4-FFF2-40B4-BE49-F238E27FC236}">
                <a16:creationId xmlns:a16="http://schemas.microsoft.com/office/drawing/2014/main" id="{27D3B8C1-C237-A009-4C3D-5DEFDAAB6E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09777" y="4979110"/>
            <a:ext cx="523647" cy="523647"/>
          </a:xfrm>
          <a:prstGeom prst="rect">
            <a:avLst/>
          </a:prstGeom>
        </p:spPr>
      </p:pic>
      <p:sp>
        <p:nvSpPr>
          <p:cNvPr id="56" name="TextBox 112">
            <a:extLst>
              <a:ext uri="{FF2B5EF4-FFF2-40B4-BE49-F238E27FC236}">
                <a16:creationId xmlns:a16="http://schemas.microsoft.com/office/drawing/2014/main" id="{E5CF73F1-0AAF-7D91-F0AA-CD3343494FCC}"/>
              </a:ext>
            </a:extLst>
          </p:cNvPr>
          <p:cNvSpPr txBox="1"/>
          <p:nvPr/>
        </p:nvSpPr>
        <p:spPr>
          <a:xfrm>
            <a:off x="6847121" y="5546793"/>
            <a:ext cx="1045028" cy="184666"/>
          </a:xfrm>
          <a:prstGeom prst="rect">
            <a:avLst/>
          </a:prstGeom>
          <a:noFill/>
          <a:ln>
            <a:noFill/>
          </a:ln>
        </p:spPr>
        <p:txBody>
          <a:bodyPr wrap="square" lIns="0" tIns="0" rIns="0" bIns="0" rtlCol="0">
            <a:spAutoFit/>
          </a:bodyPr>
          <a:lstStyle/>
          <a:p>
            <a:pPr algn="ctr" defTabSz="1219050">
              <a:spcBef>
                <a:spcPts val="600"/>
              </a:spcBef>
              <a:defRPr/>
            </a:pPr>
            <a:r>
              <a:rPr lang="en-US" sz="1200" b="1">
                <a:solidFill>
                  <a:srgbClr val="FFFFFF"/>
                </a:solidFill>
                <a:latin typeface="BISansOpti"/>
              </a:rPr>
              <a:t>FIH-PoC</a:t>
            </a:r>
          </a:p>
        </p:txBody>
      </p:sp>
      <p:pic>
        <p:nvPicPr>
          <p:cNvPr id="57" name="Graphic 221" descr="Run outline">
            <a:extLst>
              <a:ext uri="{FF2B5EF4-FFF2-40B4-BE49-F238E27FC236}">
                <a16:creationId xmlns:a16="http://schemas.microsoft.com/office/drawing/2014/main" id="{5183A078-845B-95EC-D060-AEA17C0E706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83331" y="5009728"/>
            <a:ext cx="490899" cy="490899"/>
          </a:xfrm>
          <a:prstGeom prst="rect">
            <a:avLst/>
          </a:prstGeom>
        </p:spPr>
      </p:pic>
      <p:pic>
        <p:nvPicPr>
          <p:cNvPr id="58" name="Graphic 220" descr="Airplane outline">
            <a:extLst>
              <a:ext uri="{FF2B5EF4-FFF2-40B4-BE49-F238E27FC236}">
                <a16:creationId xmlns:a16="http://schemas.microsoft.com/office/drawing/2014/main" id="{E4C02164-EAAC-AAD9-E482-2210327A28C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753399" y="5026008"/>
            <a:ext cx="477239" cy="477239"/>
          </a:xfrm>
          <a:prstGeom prst="rect">
            <a:avLst/>
          </a:prstGeom>
        </p:spPr>
      </p:pic>
      <p:sp>
        <p:nvSpPr>
          <p:cNvPr id="64" name="Oval 10">
            <a:extLst>
              <a:ext uri="{FF2B5EF4-FFF2-40B4-BE49-F238E27FC236}">
                <a16:creationId xmlns:a16="http://schemas.microsoft.com/office/drawing/2014/main" id="{84410A72-3850-D3C2-2AB6-C8975812989D}"/>
              </a:ext>
            </a:extLst>
          </p:cNvPr>
          <p:cNvSpPr>
            <a:spLocks noChangeAspect="1"/>
          </p:cNvSpPr>
          <p:nvPr/>
        </p:nvSpPr>
        <p:spPr>
          <a:xfrm>
            <a:off x="1773067" y="4942032"/>
            <a:ext cx="914400" cy="914400"/>
          </a:xfrm>
          <a:prstGeom prst="ellipse">
            <a:avLst/>
          </a:prstGeom>
          <a:solidFill>
            <a:srgbClr val="EE6541"/>
          </a:solidFill>
          <a:ln w="38100" cap="flat" cmpd="sng" algn="ctr">
            <a:solidFill>
              <a:sysClr val="window" lastClr="FFFFFF"/>
            </a:solidFill>
            <a:prstDash val="solid"/>
            <a:miter lim="800000"/>
          </a:ln>
          <a:effectLst>
            <a:outerShdw blurRad="63500" sx="102000" sy="102000" algn="ctr" rotWithShape="0">
              <a:prstClr val="black">
                <a:alpha val="10000"/>
              </a:prstClr>
            </a:outerShdw>
          </a:effectLst>
        </p:spPr>
        <p:txBody>
          <a:bodyPr lIns="72000" tIns="72000" rIns="72000" bIns="72000" rtlCol="0" anchor="ctr"/>
          <a:lstStyle/>
          <a:p>
            <a:pPr marL="0" marR="0" lvl="0" indent="0" algn="ctr" defTabSz="914332" eaLnBrk="1" fontAlgn="auto" latinLnBrk="0" hangingPunct="1">
              <a:lnSpc>
                <a:spcPct val="100000"/>
              </a:lnSpc>
              <a:spcBef>
                <a:spcPts val="0"/>
              </a:spcBef>
              <a:spcAft>
                <a:spcPts val="0"/>
              </a:spcAft>
              <a:buClrTx/>
              <a:buSzTx/>
              <a:buFontTx/>
              <a:buNone/>
              <a:tabLst/>
              <a:defRPr/>
            </a:pPr>
            <a:endParaRPr kumimoji="0" lang="en-US" sz="1333" b="0" i="0" u="none" strike="noStrike" kern="0" cap="none" spc="0" normalizeH="0" baseline="0" noProof="0">
              <a:ln>
                <a:noFill/>
              </a:ln>
              <a:solidFill>
                <a:srgbClr val="FFFFFF"/>
              </a:solidFill>
              <a:effectLst/>
              <a:uLnTx/>
              <a:uFillTx/>
              <a:latin typeface="Arial" panose="020B0604020202020204" pitchFamily="34" charset="0"/>
              <a:ea typeface="+mn-ea"/>
              <a:cs typeface="+mn-cs"/>
              <a:sym typeface="Helvetica Neue Medium"/>
            </a:endParaRPr>
          </a:p>
        </p:txBody>
      </p:sp>
      <p:pic>
        <p:nvPicPr>
          <p:cNvPr id="65" name="Graphic 9">
            <a:extLst>
              <a:ext uri="{FF2B5EF4-FFF2-40B4-BE49-F238E27FC236}">
                <a16:creationId xmlns:a16="http://schemas.microsoft.com/office/drawing/2014/main" id="{3E6BABE5-8423-D77E-A0DB-9407D3A216D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005414" y="5030917"/>
            <a:ext cx="432589" cy="387528"/>
          </a:xfrm>
          <a:prstGeom prst="rect">
            <a:avLst/>
          </a:prstGeom>
        </p:spPr>
      </p:pic>
      <p:sp>
        <p:nvSpPr>
          <p:cNvPr id="66" name="TextBox 81">
            <a:extLst>
              <a:ext uri="{FF2B5EF4-FFF2-40B4-BE49-F238E27FC236}">
                <a16:creationId xmlns:a16="http://schemas.microsoft.com/office/drawing/2014/main" id="{D0B66BAE-4CCB-FBB5-930A-377E572FD921}"/>
              </a:ext>
            </a:extLst>
          </p:cNvPr>
          <p:cNvSpPr txBox="1"/>
          <p:nvPr/>
        </p:nvSpPr>
        <p:spPr>
          <a:xfrm>
            <a:off x="1687796" y="5480797"/>
            <a:ext cx="1045028" cy="369332"/>
          </a:xfrm>
          <a:prstGeom prst="rect">
            <a:avLst/>
          </a:prstGeom>
          <a:noFill/>
          <a:ln>
            <a:noFill/>
          </a:ln>
        </p:spPr>
        <p:txBody>
          <a:bodyPr wrap="square" lIns="0" tIns="0" rIns="0" bIns="0" rtlCol="0">
            <a:spAutoFit/>
          </a:bodyPr>
          <a:lstStyle/>
          <a:p>
            <a:pPr algn="ctr" defTabSz="1219050">
              <a:spcBef>
                <a:spcPts val="600"/>
              </a:spcBef>
              <a:defRPr/>
            </a:pPr>
            <a:r>
              <a:rPr lang="en-US" sz="1200" b="1">
                <a:solidFill>
                  <a:srgbClr val="FFFFFF"/>
                </a:solidFill>
                <a:latin typeface="BISansOpti"/>
              </a:rPr>
              <a:t>Stop/</a:t>
            </a:r>
            <a:br>
              <a:rPr lang="en-US" sz="1200" b="1">
                <a:solidFill>
                  <a:srgbClr val="FFFFFF"/>
                </a:solidFill>
                <a:latin typeface="BISansOpti"/>
              </a:rPr>
            </a:br>
            <a:r>
              <a:rPr lang="en-US" sz="1200" b="1">
                <a:solidFill>
                  <a:srgbClr val="FFFFFF"/>
                </a:solidFill>
                <a:latin typeface="BISansOpti"/>
              </a:rPr>
              <a:t>Park</a:t>
            </a:r>
          </a:p>
        </p:txBody>
      </p:sp>
      <p:sp>
        <p:nvSpPr>
          <p:cNvPr id="67" name="Oval 10">
            <a:extLst>
              <a:ext uri="{FF2B5EF4-FFF2-40B4-BE49-F238E27FC236}">
                <a16:creationId xmlns:a16="http://schemas.microsoft.com/office/drawing/2014/main" id="{A38CE709-692C-ED5F-5FC6-A65D569972AD}"/>
              </a:ext>
            </a:extLst>
          </p:cNvPr>
          <p:cNvSpPr>
            <a:spLocks noChangeAspect="1"/>
          </p:cNvSpPr>
          <p:nvPr/>
        </p:nvSpPr>
        <p:spPr>
          <a:xfrm>
            <a:off x="4101059" y="4929332"/>
            <a:ext cx="914400" cy="914400"/>
          </a:xfrm>
          <a:prstGeom prst="ellipse">
            <a:avLst/>
          </a:prstGeom>
          <a:solidFill>
            <a:schemeClr val="accent2"/>
          </a:solidFill>
          <a:ln w="38100" cap="flat" cmpd="sng" algn="ctr">
            <a:solidFill>
              <a:sysClr val="window" lastClr="FFFFFF"/>
            </a:solidFill>
            <a:prstDash val="solid"/>
            <a:miter lim="800000"/>
          </a:ln>
          <a:effectLst>
            <a:outerShdw blurRad="63500" sx="102000" sy="102000" algn="ctr" rotWithShape="0">
              <a:prstClr val="black">
                <a:alpha val="10000"/>
              </a:prstClr>
            </a:outerShdw>
          </a:effectLst>
        </p:spPr>
        <p:txBody>
          <a:bodyPr lIns="72000" tIns="72000" rIns="72000" bIns="72000" rtlCol="0" anchor="ctr"/>
          <a:lstStyle/>
          <a:p>
            <a:pPr marL="0" marR="0" lvl="0" indent="0" algn="ctr" defTabSz="914332" eaLnBrk="1" fontAlgn="auto" latinLnBrk="0" hangingPunct="1">
              <a:lnSpc>
                <a:spcPct val="100000"/>
              </a:lnSpc>
              <a:spcBef>
                <a:spcPts val="0"/>
              </a:spcBef>
              <a:spcAft>
                <a:spcPts val="0"/>
              </a:spcAft>
              <a:buClrTx/>
              <a:buSzTx/>
              <a:buFontTx/>
              <a:buNone/>
              <a:tabLst/>
              <a:defRPr/>
            </a:pPr>
            <a:endParaRPr kumimoji="0" lang="en-US" sz="1333" b="0" i="0" u="none" strike="noStrike" kern="0" cap="none" spc="0" normalizeH="0" baseline="0" noProof="0">
              <a:ln>
                <a:noFill/>
              </a:ln>
              <a:solidFill>
                <a:srgbClr val="FFFFFF"/>
              </a:solidFill>
              <a:effectLst/>
              <a:uLnTx/>
              <a:uFillTx/>
              <a:latin typeface="Arial" panose="020B0604020202020204" pitchFamily="34" charset="0"/>
              <a:ea typeface="+mn-ea"/>
              <a:cs typeface="+mn-cs"/>
              <a:sym typeface="Helvetica Neue Medium"/>
            </a:endParaRPr>
          </a:p>
        </p:txBody>
      </p:sp>
      <p:sp>
        <p:nvSpPr>
          <p:cNvPr id="68" name="TextBox 89">
            <a:extLst>
              <a:ext uri="{FF2B5EF4-FFF2-40B4-BE49-F238E27FC236}">
                <a16:creationId xmlns:a16="http://schemas.microsoft.com/office/drawing/2014/main" id="{F1CEABA6-2114-4AF8-F10A-C4847C0C7BEC}"/>
              </a:ext>
            </a:extLst>
          </p:cNvPr>
          <p:cNvSpPr txBox="1"/>
          <p:nvPr/>
        </p:nvSpPr>
        <p:spPr>
          <a:xfrm>
            <a:off x="4015002" y="5610329"/>
            <a:ext cx="1045028" cy="116635"/>
          </a:xfrm>
          <a:prstGeom prst="rect">
            <a:avLst/>
          </a:prstGeom>
          <a:noFill/>
          <a:ln>
            <a:noFill/>
          </a:ln>
        </p:spPr>
        <p:txBody>
          <a:bodyPr wrap="square" lIns="0" tIns="0" rIns="0" bIns="0" rtlCol="0">
            <a:spAutoFit/>
          </a:bodyPr>
          <a:lstStyle/>
          <a:p>
            <a:pPr algn="ctr" defTabSz="1219050">
              <a:lnSpc>
                <a:spcPct val="60000"/>
              </a:lnSpc>
              <a:spcBef>
                <a:spcPts val="600"/>
              </a:spcBef>
              <a:defRPr/>
            </a:pPr>
            <a:r>
              <a:rPr lang="en-US" sz="1200" b="1">
                <a:solidFill>
                  <a:srgbClr val="FFFFFF"/>
                </a:solidFill>
                <a:latin typeface="BISansOpti"/>
              </a:rPr>
              <a:t>CS-FIH</a:t>
            </a:r>
          </a:p>
        </p:txBody>
      </p:sp>
      <p:pic>
        <p:nvPicPr>
          <p:cNvPr id="69" name="Graphic 219" descr="Walk outline">
            <a:extLst>
              <a:ext uri="{FF2B5EF4-FFF2-40B4-BE49-F238E27FC236}">
                <a16:creationId xmlns:a16="http://schemas.microsoft.com/office/drawing/2014/main" id="{6632A4C3-85C3-02F2-0F3F-6B14077A3C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67784" y="4962858"/>
            <a:ext cx="523647" cy="523647"/>
          </a:xfrm>
          <a:prstGeom prst="rect">
            <a:avLst/>
          </a:prstGeom>
        </p:spPr>
      </p:pic>
      <p:sp>
        <p:nvSpPr>
          <p:cNvPr id="70" name="TextBox 112">
            <a:extLst>
              <a:ext uri="{FF2B5EF4-FFF2-40B4-BE49-F238E27FC236}">
                <a16:creationId xmlns:a16="http://schemas.microsoft.com/office/drawing/2014/main" id="{E27DACCB-948C-4965-1F0B-C0C1F1F8C8D2}"/>
              </a:ext>
            </a:extLst>
          </p:cNvPr>
          <p:cNvSpPr txBox="1"/>
          <p:nvPr/>
        </p:nvSpPr>
        <p:spPr>
          <a:xfrm>
            <a:off x="9503029" y="5610242"/>
            <a:ext cx="1045028" cy="184665"/>
          </a:xfrm>
          <a:prstGeom prst="rect">
            <a:avLst/>
          </a:prstGeom>
          <a:noFill/>
          <a:ln>
            <a:noFill/>
          </a:ln>
        </p:spPr>
        <p:txBody>
          <a:bodyPr wrap="square" lIns="0" tIns="0" rIns="0" bIns="0" rtlCol="0">
            <a:spAutoFit/>
          </a:bodyPr>
          <a:lstStyle/>
          <a:p>
            <a:pPr algn="ctr" defTabSz="1219050">
              <a:spcBef>
                <a:spcPts val="600"/>
              </a:spcBef>
              <a:defRPr/>
            </a:pPr>
            <a:r>
              <a:rPr lang="en-US" sz="1200" b="1">
                <a:solidFill>
                  <a:srgbClr val="FFFFFF"/>
                </a:solidFill>
                <a:latin typeface="BISansOpti"/>
              </a:rPr>
              <a:t>Post PoC</a:t>
            </a:r>
          </a:p>
        </p:txBody>
      </p:sp>
      <p:graphicFrame>
        <p:nvGraphicFramePr>
          <p:cNvPr id="18" name="Tabelle 41">
            <a:extLst>
              <a:ext uri="{FF2B5EF4-FFF2-40B4-BE49-F238E27FC236}">
                <a16:creationId xmlns:a16="http://schemas.microsoft.com/office/drawing/2014/main" id="{2E9448F1-38B9-D322-8B8A-4F146B304C66}"/>
              </a:ext>
            </a:extLst>
          </p:cNvPr>
          <p:cNvGraphicFramePr>
            <a:graphicFrameLocks noGrp="1"/>
          </p:cNvGraphicFramePr>
          <p:nvPr>
            <p:extLst>
              <p:ext uri="{D42A27DB-BD31-4B8C-83A1-F6EECF244321}">
                <p14:modId xmlns:p14="http://schemas.microsoft.com/office/powerpoint/2010/main" val="1488859646"/>
              </p:ext>
            </p:extLst>
          </p:nvPr>
        </p:nvGraphicFramePr>
        <p:xfrm>
          <a:off x="6172589" y="3194647"/>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de-DE" sz="900" b="1" i="0" u="none" strike="noStrike" kern="0" cap="none" spc="0" normalizeH="0" baseline="0" noProof="0">
                          <a:ln>
                            <a:noFill/>
                          </a:ln>
                          <a:solidFill>
                            <a:schemeClr val="bg2"/>
                          </a:solidFill>
                          <a:effectLst/>
                          <a:uLnTx/>
                          <a:uFillTx/>
                          <a:latin typeface="BISansOpti"/>
                          <a:cs typeface="Calibri"/>
                        </a:rPr>
                        <a:t>SSTR4 ag</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5C3EE"/>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accent3">
                              <a:lumMod val="50000"/>
                            </a:schemeClr>
                          </a:solidFill>
                        </a:rPr>
                        <a:t>CIAS</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5C3EE">
                        <a:tint val="40000"/>
                      </a:srgbClr>
                    </a:solidFill>
                  </a:tcPr>
                </a:tc>
                <a:extLst>
                  <a:ext uri="{0D108BD9-81ED-4DB2-BD59-A6C34878D82A}">
                    <a16:rowId xmlns:a16="http://schemas.microsoft.com/office/drawing/2014/main" val="1194513473"/>
                  </a:ext>
                </a:extLst>
              </a:tr>
            </a:tbl>
          </a:graphicData>
        </a:graphic>
      </p:graphicFrame>
      <p:graphicFrame>
        <p:nvGraphicFramePr>
          <p:cNvPr id="19" name="Tabelle 41">
            <a:extLst>
              <a:ext uri="{FF2B5EF4-FFF2-40B4-BE49-F238E27FC236}">
                <a16:creationId xmlns:a16="http://schemas.microsoft.com/office/drawing/2014/main" id="{E5D04A91-9C4F-BCF7-971F-09742A180D6B}"/>
              </a:ext>
            </a:extLst>
          </p:cNvPr>
          <p:cNvGraphicFramePr>
            <a:graphicFrameLocks noGrp="1"/>
          </p:cNvGraphicFramePr>
          <p:nvPr>
            <p:extLst>
              <p:ext uri="{D42A27DB-BD31-4B8C-83A1-F6EECF244321}">
                <p14:modId xmlns:p14="http://schemas.microsoft.com/office/powerpoint/2010/main" val="762403701"/>
              </p:ext>
            </p:extLst>
          </p:nvPr>
        </p:nvGraphicFramePr>
        <p:xfrm>
          <a:off x="6172589" y="3655349"/>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de-DE" sz="900" b="1" i="0" u="none" strike="noStrike" kern="0" cap="none" spc="0" normalizeH="0" baseline="0" noProof="0">
                          <a:ln>
                            <a:noFill/>
                          </a:ln>
                          <a:solidFill>
                            <a:schemeClr val="bg2"/>
                          </a:solidFill>
                          <a:effectLst/>
                          <a:uLnTx/>
                          <a:uFillTx/>
                          <a:latin typeface="BISansOpti"/>
                          <a:cs typeface="Calibri"/>
                        </a:rPr>
                        <a:t>mGluR4 NAM</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5C3EE"/>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accent3">
                              <a:lumMod val="50000"/>
                            </a:schemeClr>
                          </a:solidFill>
                        </a:rPr>
                        <a:t>BPD</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5C3EE">
                        <a:tint val="40000"/>
                      </a:srgbClr>
                    </a:solidFill>
                  </a:tcPr>
                </a:tc>
                <a:extLst>
                  <a:ext uri="{0D108BD9-81ED-4DB2-BD59-A6C34878D82A}">
                    <a16:rowId xmlns:a16="http://schemas.microsoft.com/office/drawing/2014/main" val="1194513473"/>
                  </a:ext>
                </a:extLst>
              </a:tr>
            </a:tbl>
          </a:graphicData>
        </a:graphic>
      </p:graphicFrame>
      <p:graphicFrame>
        <p:nvGraphicFramePr>
          <p:cNvPr id="20" name="Tabelle 41">
            <a:extLst>
              <a:ext uri="{FF2B5EF4-FFF2-40B4-BE49-F238E27FC236}">
                <a16:creationId xmlns:a16="http://schemas.microsoft.com/office/drawing/2014/main" id="{1DB81EF7-917F-CD8D-738F-D18E85B9D59D}"/>
              </a:ext>
            </a:extLst>
          </p:cNvPr>
          <p:cNvGraphicFramePr>
            <a:graphicFrameLocks noGrp="1"/>
          </p:cNvGraphicFramePr>
          <p:nvPr>
            <p:extLst>
              <p:ext uri="{D42A27DB-BD31-4B8C-83A1-F6EECF244321}">
                <p14:modId xmlns:p14="http://schemas.microsoft.com/office/powerpoint/2010/main" val="2632051159"/>
              </p:ext>
            </p:extLst>
          </p:nvPr>
        </p:nvGraphicFramePr>
        <p:xfrm>
          <a:off x="6172589" y="4105078"/>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de-DE" sz="900" b="1" i="0" u="none" strike="noStrike" kern="0" cap="none" spc="0" normalizeH="0" baseline="0" noProof="0">
                          <a:ln>
                            <a:noFill/>
                          </a:ln>
                          <a:solidFill>
                            <a:schemeClr val="bg2"/>
                          </a:solidFill>
                          <a:effectLst/>
                          <a:uLnTx/>
                          <a:uFillTx/>
                          <a:latin typeface="BISansOpti"/>
                          <a:cs typeface="Calibri"/>
                        </a:rPr>
                        <a:t>GOATi</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5C3EE"/>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accent3">
                              <a:lumMod val="50000"/>
                            </a:schemeClr>
                          </a:solidFill>
                        </a:rPr>
                        <a:t>OUD</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5C3EE">
                        <a:tint val="40000"/>
                      </a:srgbClr>
                    </a:solidFill>
                  </a:tcPr>
                </a:tc>
                <a:extLst>
                  <a:ext uri="{0D108BD9-81ED-4DB2-BD59-A6C34878D82A}">
                    <a16:rowId xmlns:a16="http://schemas.microsoft.com/office/drawing/2014/main" val="1194513473"/>
                  </a:ext>
                </a:extLst>
              </a:tr>
            </a:tbl>
          </a:graphicData>
        </a:graphic>
      </p:graphicFrame>
      <p:sp>
        <p:nvSpPr>
          <p:cNvPr id="24" name="矩形: 圆角 93">
            <a:extLst>
              <a:ext uri="{FF2B5EF4-FFF2-40B4-BE49-F238E27FC236}">
                <a16:creationId xmlns:a16="http://schemas.microsoft.com/office/drawing/2014/main" id="{8BFFE775-1A9B-F410-4D8D-0ABF74D29E30}"/>
              </a:ext>
            </a:extLst>
          </p:cNvPr>
          <p:cNvSpPr/>
          <p:nvPr/>
        </p:nvSpPr>
        <p:spPr>
          <a:xfrm>
            <a:off x="1498489" y="4635693"/>
            <a:ext cx="9418320" cy="27432"/>
          </a:xfrm>
          <a:prstGeom prst="roundRect">
            <a:avLst>
              <a:gd name="adj" fmla="val 0"/>
            </a:avLst>
          </a:prstGeom>
          <a:solidFill>
            <a:schemeClr val="accent3"/>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 name="Tabelle 41">
            <a:extLst>
              <a:ext uri="{FF2B5EF4-FFF2-40B4-BE49-F238E27FC236}">
                <a16:creationId xmlns:a16="http://schemas.microsoft.com/office/drawing/2014/main" id="{B409B859-8D67-47EF-0CE3-D4EB1D70EC8A}"/>
              </a:ext>
            </a:extLst>
          </p:cNvPr>
          <p:cNvGraphicFramePr>
            <a:graphicFrameLocks noGrp="1"/>
          </p:cNvGraphicFramePr>
          <p:nvPr>
            <p:extLst>
              <p:ext uri="{D42A27DB-BD31-4B8C-83A1-F6EECF244321}">
                <p14:modId xmlns:p14="http://schemas.microsoft.com/office/powerpoint/2010/main" val="2251989614"/>
              </p:ext>
            </p:extLst>
          </p:nvPr>
        </p:nvGraphicFramePr>
        <p:xfrm>
          <a:off x="7538700" y="2487837"/>
          <a:ext cx="1294151" cy="86868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de-DE" sz="900" b="1" i="0" u="none" strike="noStrike" kern="0" cap="none" spc="0" normalizeH="0" baseline="0" noProof="0">
                          <a:ln>
                            <a:noFill/>
                          </a:ln>
                          <a:solidFill>
                            <a:schemeClr val="bg2"/>
                          </a:solidFill>
                          <a:effectLst/>
                          <a:uLnTx/>
                          <a:uFillTx/>
                          <a:latin typeface="BISansOpti"/>
                          <a:cs typeface="Calibri"/>
                        </a:rPr>
                        <a:t>Anti-Sema3A</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5C3EE"/>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accent3">
                              <a:lumMod val="50000"/>
                            </a:schemeClr>
                          </a:solidFill>
                        </a:rPr>
                        <a:t>NPDR</a:t>
                      </a:r>
                    </a:p>
                  </a:txBody>
                  <a:tcPr>
                    <a:lnL w="12700" cmpd="sng">
                      <a:solidFill>
                        <a:sysClr val="window" lastClr="FFFFFF"/>
                      </a:solidFill>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5C3EE">
                        <a:tint val="40000"/>
                      </a:srgbClr>
                    </a:solidFill>
                  </a:tcPr>
                </a:tc>
                <a:extLst>
                  <a:ext uri="{0D108BD9-81ED-4DB2-BD59-A6C34878D82A}">
                    <a16:rowId xmlns:a16="http://schemas.microsoft.com/office/drawing/2014/main" val="1194513473"/>
                  </a:ext>
                </a:extLst>
              </a:tr>
              <a:tr h="0">
                <a:tc>
                  <a:txBody>
                    <a:bodyPr/>
                    <a:lstStyle/>
                    <a:p>
                      <a:pPr algn="ctr"/>
                      <a:r>
                        <a:rPr lang="en-US" altLang="zh-CN" sz="800">
                          <a:solidFill>
                            <a:schemeClr val="accent3">
                              <a:lumMod val="50000"/>
                            </a:schemeClr>
                          </a:solidFill>
                        </a:rPr>
                        <a:t>CI-DME</a:t>
                      </a:r>
                      <a:endParaRPr lang="de-DE" sz="800">
                        <a:solidFill>
                          <a:schemeClr val="accent3">
                            <a:lumMod val="50000"/>
                          </a:schemeClr>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5C3EE">
                        <a:tint val="40000"/>
                      </a:srgbClr>
                    </a:solidFill>
                  </a:tcPr>
                </a:tc>
                <a:extLst>
                  <a:ext uri="{0D108BD9-81ED-4DB2-BD59-A6C34878D82A}">
                    <a16:rowId xmlns:a16="http://schemas.microsoft.com/office/drawing/2014/main" val="3072944034"/>
                  </a:ext>
                </a:extLst>
              </a:tr>
              <a:tr h="0">
                <a:tc>
                  <a:txBody>
                    <a:bodyPr/>
                    <a:lstStyle/>
                    <a:p>
                      <a:pPr algn="ctr"/>
                      <a:r>
                        <a:rPr lang="de-DE" sz="800">
                          <a:solidFill>
                            <a:schemeClr val="accent3">
                              <a:lumMod val="50000"/>
                            </a:schemeClr>
                          </a:solidFill>
                        </a:rPr>
                        <a:t>iRVO</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5C3EE">
                        <a:tint val="40000"/>
                      </a:srgbClr>
                    </a:solidFill>
                  </a:tcPr>
                </a:tc>
                <a:extLst>
                  <a:ext uri="{0D108BD9-81ED-4DB2-BD59-A6C34878D82A}">
                    <a16:rowId xmlns:a16="http://schemas.microsoft.com/office/drawing/2014/main" val="466869996"/>
                  </a:ext>
                </a:extLst>
              </a:tr>
            </a:tbl>
          </a:graphicData>
        </a:graphic>
      </p:graphicFrame>
      <p:graphicFrame>
        <p:nvGraphicFramePr>
          <p:cNvPr id="4" name="Tabelle 41">
            <a:extLst>
              <a:ext uri="{FF2B5EF4-FFF2-40B4-BE49-F238E27FC236}">
                <a16:creationId xmlns:a16="http://schemas.microsoft.com/office/drawing/2014/main" id="{1A143590-799B-9C2C-BE10-D523267B477E}"/>
              </a:ext>
            </a:extLst>
          </p:cNvPr>
          <p:cNvGraphicFramePr>
            <a:graphicFrameLocks noGrp="1"/>
          </p:cNvGraphicFramePr>
          <p:nvPr>
            <p:extLst>
              <p:ext uri="{D42A27DB-BD31-4B8C-83A1-F6EECF244321}">
                <p14:modId xmlns:p14="http://schemas.microsoft.com/office/powerpoint/2010/main" val="1785567240"/>
              </p:ext>
            </p:extLst>
          </p:nvPr>
        </p:nvGraphicFramePr>
        <p:xfrm>
          <a:off x="7538700" y="3399685"/>
          <a:ext cx="1294151" cy="65532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de-DE" sz="900" b="1" i="0" u="none" strike="noStrike" kern="0" cap="none" spc="0" normalizeH="0" baseline="0" noProof="0">
                          <a:ln>
                            <a:noFill/>
                          </a:ln>
                          <a:solidFill>
                            <a:schemeClr val="bg2"/>
                          </a:solidFill>
                          <a:effectLst/>
                          <a:uLnTx/>
                          <a:uFillTx/>
                          <a:latin typeface="BISansOpti"/>
                          <a:cs typeface="Calibri"/>
                        </a:rPr>
                        <a:t>PKKi</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5C3EE"/>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accent3">
                              <a:lumMod val="50000"/>
                            </a:schemeClr>
                          </a:solidFill>
                        </a:rPr>
                        <a:t>DME</a:t>
                      </a:r>
                    </a:p>
                  </a:txBody>
                  <a:tcPr>
                    <a:lnL w="12700" cmpd="sng">
                      <a:solidFill>
                        <a:sysClr val="window" lastClr="FFFFFF"/>
                      </a:solidFill>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5C3EE">
                        <a:tint val="40000"/>
                      </a:srgbClr>
                    </a:solidFill>
                  </a:tcPr>
                </a:tc>
                <a:extLst>
                  <a:ext uri="{0D108BD9-81ED-4DB2-BD59-A6C34878D82A}">
                    <a16:rowId xmlns:a16="http://schemas.microsoft.com/office/drawing/2014/main" val="1194513473"/>
                  </a:ext>
                </a:extLst>
              </a:tr>
              <a:tr h="0">
                <a:tc>
                  <a:txBody>
                    <a:bodyPr/>
                    <a:lstStyle/>
                    <a:p>
                      <a:pPr algn="ctr"/>
                      <a:r>
                        <a:rPr lang="de-DE" sz="800">
                          <a:solidFill>
                            <a:schemeClr val="accent3">
                              <a:lumMod val="50000"/>
                            </a:schemeClr>
                          </a:solidFill>
                        </a:rPr>
                        <a:t>nAMDp</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5C3EE">
                        <a:tint val="40000"/>
                      </a:srgbClr>
                    </a:solidFill>
                  </a:tcPr>
                </a:tc>
                <a:extLst>
                  <a:ext uri="{0D108BD9-81ED-4DB2-BD59-A6C34878D82A}">
                    <a16:rowId xmlns:a16="http://schemas.microsoft.com/office/drawing/2014/main" val="2754924674"/>
                  </a:ext>
                </a:extLst>
              </a:tr>
            </a:tbl>
          </a:graphicData>
        </a:graphic>
      </p:graphicFrame>
      <p:graphicFrame>
        <p:nvGraphicFramePr>
          <p:cNvPr id="5" name="Tabelle 41">
            <a:extLst>
              <a:ext uri="{FF2B5EF4-FFF2-40B4-BE49-F238E27FC236}">
                <a16:creationId xmlns:a16="http://schemas.microsoft.com/office/drawing/2014/main" id="{AFF20290-CD38-3623-DFA8-EC67B9C1AB88}"/>
              </a:ext>
            </a:extLst>
          </p:cNvPr>
          <p:cNvGraphicFramePr>
            <a:graphicFrameLocks noGrp="1"/>
          </p:cNvGraphicFramePr>
          <p:nvPr>
            <p:extLst>
              <p:ext uri="{D42A27DB-BD31-4B8C-83A1-F6EECF244321}">
                <p14:modId xmlns:p14="http://schemas.microsoft.com/office/powerpoint/2010/main" val="3081793645"/>
              </p:ext>
            </p:extLst>
          </p:nvPr>
        </p:nvGraphicFramePr>
        <p:xfrm>
          <a:off x="7538701" y="4105048"/>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de-DE" sz="900" b="1" i="0" u="none" strike="noStrike" kern="0" cap="none" spc="0" normalizeH="0" baseline="0" noProof="0">
                          <a:ln>
                            <a:noFill/>
                          </a:ln>
                          <a:solidFill>
                            <a:schemeClr val="bg2"/>
                          </a:solidFill>
                          <a:effectLst/>
                          <a:uLnTx/>
                          <a:uFillTx/>
                          <a:latin typeface="BISansOpti"/>
                          <a:cs typeface="Calibri"/>
                        </a:rPr>
                        <a:t>Anti-C3</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5C3EE"/>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accent3">
                              <a:lumMod val="50000"/>
                            </a:schemeClr>
                          </a:solidFill>
                        </a:rPr>
                        <a:t>GA</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5C3EE">
                        <a:tint val="40000"/>
                      </a:srgbClr>
                    </a:solidFill>
                  </a:tcPr>
                </a:tc>
                <a:extLst>
                  <a:ext uri="{0D108BD9-81ED-4DB2-BD59-A6C34878D82A}">
                    <a16:rowId xmlns:a16="http://schemas.microsoft.com/office/drawing/2014/main" val="1194513473"/>
                  </a:ext>
                </a:extLst>
              </a:tr>
            </a:tbl>
          </a:graphicData>
        </a:graphic>
      </p:graphicFrame>
      <p:graphicFrame>
        <p:nvGraphicFramePr>
          <p:cNvPr id="6" name="Tabelle 41">
            <a:extLst>
              <a:ext uri="{FF2B5EF4-FFF2-40B4-BE49-F238E27FC236}">
                <a16:creationId xmlns:a16="http://schemas.microsoft.com/office/drawing/2014/main" id="{35E58BD1-2DA0-63A3-DA68-227F54F3A7F6}"/>
              </a:ext>
            </a:extLst>
          </p:cNvPr>
          <p:cNvGraphicFramePr>
            <a:graphicFrameLocks noGrp="1"/>
          </p:cNvGraphicFramePr>
          <p:nvPr>
            <p:extLst>
              <p:ext uri="{D42A27DB-BD31-4B8C-83A1-F6EECF244321}">
                <p14:modId xmlns:p14="http://schemas.microsoft.com/office/powerpoint/2010/main" val="3631506367"/>
              </p:ext>
            </p:extLst>
          </p:nvPr>
        </p:nvGraphicFramePr>
        <p:xfrm>
          <a:off x="7538699" y="1998783"/>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de-DE" sz="900" b="1" i="0" u="none" strike="noStrike" kern="0" cap="none" spc="0" normalizeH="0" baseline="0" noProof="0">
                          <a:ln>
                            <a:noFill/>
                          </a:ln>
                          <a:solidFill>
                            <a:schemeClr val="bg2"/>
                          </a:solidFill>
                          <a:effectLst/>
                          <a:uLnTx/>
                          <a:uFillTx/>
                          <a:latin typeface="BISansOpti"/>
                          <a:cs typeface="Calibri"/>
                        </a:rPr>
                        <a:t>PAFR</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5C3EE"/>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accent3">
                              <a:lumMod val="50000"/>
                            </a:schemeClr>
                          </a:solidFill>
                        </a:rPr>
                        <a:t>GA</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5C3EE">
                        <a:tint val="40000"/>
                      </a:srgbClr>
                    </a:solidFill>
                  </a:tcPr>
                </a:tc>
                <a:extLst>
                  <a:ext uri="{0D108BD9-81ED-4DB2-BD59-A6C34878D82A}">
                    <a16:rowId xmlns:a16="http://schemas.microsoft.com/office/drawing/2014/main" val="1194513473"/>
                  </a:ext>
                </a:extLst>
              </a:tr>
            </a:tbl>
          </a:graphicData>
        </a:graphic>
      </p:graphicFrame>
      <p:graphicFrame>
        <p:nvGraphicFramePr>
          <p:cNvPr id="27" name="Tabelle 41">
            <a:extLst>
              <a:ext uri="{FF2B5EF4-FFF2-40B4-BE49-F238E27FC236}">
                <a16:creationId xmlns:a16="http://schemas.microsoft.com/office/drawing/2014/main" id="{7D1F1177-7166-E580-E58F-C6D3B8DAFA6D}"/>
              </a:ext>
            </a:extLst>
          </p:cNvPr>
          <p:cNvGraphicFramePr>
            <a:graphicFrameLocks noGrp="1"/>
          </p:cNvGraphicFramePr>
          <p:nvPr>
            <p:extLst>
              <p:ext uri="{D42A27DB-BD31-4B8C-83A1-F6EECF244321}">
                <p14:modId xmlns:p14="http://schemas.microsoft.com/office/powerpoint/2010/main" val="1198476854"/>
              </p:ext>
            </p:extLst>
          </p:nvPr>
        </p:nvGraphicFramePr>
        <p:xfrm>
          <a:off x="3882531" y="3659442"/>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de-DE" sz="900" b="1" i="0" u="none" strike="noStrike" kern="0" cap="none" spc="0" normalizeH="0" baseline="0" noProof="0">
                          <a:ln>
                            <a:noFill/>
                          </a:ln>
                          <a:solidFill>
                            <a:schemeClr val="bg2"/>
                          </a:solidFill>
                          <a:effectLst/>
                          <a:uLnTx/>
                          <a:uFillTx/>
                          <a:latin typeface="BISansOpti"/>
                          <a:cs typeface="Calibri"/>
                        </a:rPr>
                        <a:t>Anti-VEGF/TNFa</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5C3EE"/>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accent3">
                              <a:lumMod val="50000"/>
                            </a:schemeClr>
                          </a:solidFill>
                        </a:rPr>
                        <a:t> nAMD</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5C3EE">
                        <a:tint val="40000"/>
                      </a:srgbClr>
                    </a:solidFill>
                  </a:tcPr>
                </a:tc>
                <a:extLst>
                  <a:ext uri="{0D108BD9-81ED-4DB2-BD59-A6C34878D82A}">
                    <a16:rowId xmlns:a16="http://schemas.microsoft.com/office/drawing/2014/main" val="1194513473"/>
                  </a:ext>
                </a:extLst>
              </a:tr>
            </a:tbl>
          </a:graphicData>
        </a:graphic>
      </p:graphicFrame>
      <p:graphicFrame>
        <p:nvGraphicFramePr>
          <p:cNvPr id="28" name="Tabelle 41">
            <a:extLst>
              <a:ext uri="{FF2B5EF4-FFF2-40B4-BE49-F238E27FC236}">
                <a16:creationId xmlns:a16="http://schemas.microsoft.com/office/drawing/2014/main" id="{C17061F3-EAE8-B257-DA16-B57869F06048}"/>
              </a:ext>
            </a:extLst>
          </p:cNvPr>
          <p:cNvGraphicFramePr>
            <a:graphicFrameLocks noGrp="1"/>
          </p:cNvGraphicFramePr>
          <p:nvPr>
            <p:extLst>
              <p:ext uri="{D42A27DB-BD31-4B8C-83A1-F6EECF244321}">
                <p14:modId xmlns:p14="http://schemas.microsoft.com/office/powerpoint/2010/main" val="632780899"/>
              </p:ext>
            </p:extLst>
          </p:nvPr>
        </p:nvGraphicFramePr>
        <p:xfrm>
          <a:off x="3868269" y="2687753"/>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de-DE" sz="900" b="1" i="0" u="none" strike="noStrike" kern="0" cap="none" spc="0" normalizeH="0" baseline="0" noProof="0">
                          <a:ln>
                            <a:noFill/>
                          </a:ln>
                          <a:solidFill>
                            <a:schemeClr val="bg2"/>
                          </a:solidFill>
                          <a:effectLst/>
                          <a:uLnTx/>
                          <a:uFillTx/>
                          <a:latin typeface="BISansOpti"/>
                          <a:cs typeface="Calibri"/>
                        </a:rPr>
                        <a:t>BCL-xL inh</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5C3EE"/>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accent3">
                              <a:lumMod val="50000"/>
                            </a:schemeClr>
                          </a:solidFill>
                        </a:rPr>
                        <a:t> </a:t>
                      </a:r>
                      <a:r>
                        <a:rPr lang="en-US" altLang="zh-CN" sz="800" err="1">
                          <a:solidFill>
                            <a:schemeClr val="accent3">
                              <a:lumMod val="50000"/>
                            </a:schemeClr>
                          </a:solidFill>
                        </a:rPr>
                        <a:t>nP</a:t>
                      </a:r>
                      <a:r>
                        <a:rPr lang="de-DE" sz="800">
                          <a:solidFill>
                            <a:schemeClr val="accent3">
                              <a:lumMod val="50000"/>
                            </a:schemeClr>
                          </a:solidFill>
                        </a:rPr>
                        <a:t>DR</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5C3EE">
                        <a:tint val="40000"/>
                      </a:srgbClr>
                    </a:solidFill>
                  </a:tcPr>
                </a:tc>
                <a:extLst>
                  <a:ext uri="{0D108BD9-81ED-4DB2-BD59-A6C34878D82A}">
                    <a16:rowId xmlns:a16="http://schemas.microsoft.com/office/drawing/2014/main" val="1194513473"/>
                  </a:ext>
                </a:extLst>
              </a:tr>
            </a:tbl>
          </a:graphicData>
        </a:graphic>
      </p:graphicFrame>
      <p:graphicFrame>
        <p:nvGraphicFramePr>
          <p:cNvPr id="29" name="Tabelle 41">
            <a:extLst>
              <a:ext uri="{FF2B5EF4-FFF2-40B4-BE49-F238E27FC236}">
                <a16:creationId xmlns:a16="http://schemas.microsoft.com/office/drawing/2014/main" id="{ECE03BC5-4834-1660-ADE8-364E3F2F2BD8}"/>
              </a:ext>
            </a:extLst>
          </p:cNvPr>
          <p:cNvGraphicFramePr>
            <a:graphicFrameLocks noGrp="1"/>
          </p:cNvGraphicFramePr>
          <p:nvPr>
            <p:extLst>
              <p:ext uri="{D42A27DB-BD31-4B8C-83A1-F6EECF244321}">
                <p14:modId xmlns:p14="http://schemas.microsoft.com/office/powerpoint/2010/main" val="187810367"/>
              </p:ext>
            </p:extLst>
          </p:nvPr>
        </p:nvGraphicFramePr>
        <p:xfrm>
          <a:off x="3882530" y="3157124"/>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da-DK" sz="900" b="1" i="0" u="none" strike="noStrike" kern="0" cap="none" spc="0" normalizeH="0" baseline="0" noProof="0">
                          <a:ln>
                            <a:noFill/>
                          </a:ln>
                          <a:solidFill>
                            <a:schemeClr val="bg2"/>
                          </a:solidFill>
                          <a:effectLst/>
                          <a:uLnTx/>
                          <a:uFillTx/>
                          <a:latin typeface="BISansOpti"/>
                          <a:cs typeface="Calibri"/>
                        </a:rPr>
                        <a:t>STING inhibitor</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5C3EE"/>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accent3">
                              <a:lumMod val="50000"/>
                            </a:schemeClr>
                          </a:solidFill>
                        </a:rPr>
                        <a:t> DME</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5C3EE">
                        <a:tint val="40000"/>
                      </a:srgbClr>
                    </a:solidFill>
                  </a:tcPr>
                </a:tc>
                <a:extLst>
                  <a:ext uri="{0D108BD9-81ED-4DB2-BD59-A6C34878D82A}">
                    <a16:rowId xmlns:a16="http://schemas.microsoft.com/office/drawing/2014/main" val="1194513473"/>
                  </a:ext>
                </a:extLst>
              </a:tr>
            </a:tbl>
          </a:graphicData>
        </a:graphic>
      </p:graphicFrame>
      <p:sp>
        <p:nvSpPr>
          <p:cNvPr id="103" name="TextBox 102">
            <a:extLst>
              <a:ext uri="{FF2B5EF4-FFF2-40B4-BE49-F238E27FC236}">
                <a16:creationId xmlns:a16="http://schemas.microsoft.com/office/drawing/2014/main" id="{6A376C75-5025-07C0-D4A4-4CE60FA090CC}"/>
              </a:ext>
            </a:extLst>
          </p:cNvPr>
          <p:cNvSpPr txBox="1"/>
          <p:nvPr/>
        </p:nvSpPr>
        <p:spPr bwMode="gray">
          <a:xfrm>
            <a:off x="6221992" y="4634641"/>
            <a:ext cx="1294151" cy="276422"/>
          </a:xfrm>
          <a:prstGeom prst="rect">
            <a:avLst/>
          </a:prstGeom>
          <a:noFill/>
        </p:spPr>
        <p:txBody>
          <a:bodyPr wrap="square" lIns="0" tIns="0" rIns="0" bIns="0" rtlCol="0" anchor="ctr">
            <a:spAutoFit/>
          </a:bodyPr>
          <a:lstStyle/>
          <a:p>
            <a:pPr algn="l">
              <a:lnSpc>
                <a:spcPct val="140000"/>
              </a:lnSpc>
            </a:pPr>
            <a:r>
              <a:rPr lang="en-US" altLang="zh-CN" sz="1400" b="1">
                <a:solidFill>
                  <a:srgbClr val="002060"/>
                </a:solidFill>
              </a:rPr>
              <a:t>Mental Health</a:t>
            </a:r>
            <a:endParaRPr lang="en-US" sz="1400" b="1">
              <a:solidFill>
                <a:srgbClr val="002060"/>
              </a:solidFill>
            </a:endParaRPr>
          </a:p>
        </p:txBody>
      </p:sp>
      <p:sp>
        <p:nvSpPr>
          <p:cNvPr id="104" name="TextBox 103">
            <a:extLst>
              <a:ext uri="{FF2B5EF4-FFF2-40B4-BE49-F238E27FC236}">
                <a16:creationId xmlns:a16="http://schemas.microsoft.com/office/drawing/2014/main" id="{F3C1194E-97C7-FB8D-591F-9185C2819B02}"/>
              </a:ext>
            </a:extLst>
          </p:cNvPr>
          <p:cNvSpPr txBox="1"/>
          <p:nvPr/>
        </p:nvSpPr>
        <p:spPr bwMode="gray">
          <a:xfrm>
            <a:off x="3864542" y="4634641"/>
            <a:ext cx="1294151" cy="276422"/>
          </a:xfrm>
          <a:prstGeom prst="rect">
            <a:avLst/>
          </a:prstGeom>
          <a:noFill/>
        </p:spPr>
        <p:txBody>
          <a:bodyPr wrap="square" lIns="0" tIns="0" rIns="0" bIns="0" rtlCol="0" anchor="ctr">
            <a:spAutoFit/>
          </a:bodyPr>
          <a:lstStyle/>
          <a:p>
            <a:pPr algn="ctr">
              <a:lnSpc>
                <a:spcPct val="140000"/>
              </a:lnSpc>
            </a:pPr>
            <a:r>
              <a:rPr lang="en-US" altLang="zh-CN" sz="1400" b="1">
                <a:solidFill>
                  <a:srgbClr val="002060"/>
                </a:solidFill>
              </a:rPr>
              <a:t>Eye Health</a:t>
            </a:r>
            <a:endParaRPr lang="en-US" sz="1400" b="1">
              <a:solidFill>
                <a:srgbClr val="002060"/>
              </a:solidFill>
            </a:endParaRPr>
          </a:p>
        </p:txBody>
      </p:sp>
      <p:pic>
        <p:nvPicPr>
          <p:cNvPr id="7" name="Picture 9" descr="Image result for China flag circle png">
            <a:extLst>
              <a:ext uri="{FF2B5EF4-FFF2-40B4-BE49-F238E27FC236}">
                <a16:creationId xmlns:a16="http://schemas.microsoft.com/office/drawing/2014/main" id="{0368E27E-83CB-5D76-696A-92A8D1A204B4}"/>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8630776" y="3655319"/>
            <a:ext cx="182880" cy="182880"/>
          </a:xfrm>
          <a:prstGeom prst="rect">
            <a:avLst/>
          </a:prstGeom>
          <a:ln>
            <a:noFill/>
          </a:ln>
          <a:effectLst>
            <a:outerShdw blurRad="292100" dist="139700" dir="2700000" algn="tl" rotWithShape="0">
              <a:srgbClr val="333333">
                <a:alpha val="65000"/>
              </a:srgbClr>
            </a:outerShdw>
          </a:effectLst>
        </p:spPr>
      </p:pic>
      <p:sp>
        <p:nvSpPr>
          <p:cNvPr id="10" name="Rectangle: Rounded Corners 62">
            <a:extLst>
              <a:ext uri="{FF2B5EF4-FFF2-40B4-BE49-F238E27FC236}">
                <a16:creationId xmlns:a16="http://schemas.microsoft.com/office/drawing/2014/main" id="{0763CF7A-C190-9B1B-8EBC-4B87BA6D2EAB}"/>
              </a:ext>
            </a:extLst>
          </p:cNvPr>
          <p:cNvSpPr/>
          <p:nvPr/>
        </p:nvSpPr>
        <p:spPr>
          <a:xfrm>
            <a:off x="870576" y="1885615"/>
            <a:ext cx="1143812" cy="227335"/>
          </a:xfrm>
          <a:prstGeom prst="rect">
            <a:avLst/>
          </a:prstGeom>
          <a:solidFill>
            <a:srgbClr val="F5F5FC"/>
          </a:solidFill>
          <a:ln w="38100" cap="sq"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914241">
              <a:spcBef>
                <a:spcPts val="300"/>
              </a:spcBef>
              <a:spcAft>
                <a:spcPts val="300"/>
              </a:spcAft>
              <a:defRPr/>
            </a:pPr>
            <a:r>
              <a:rPr lang="en-US" altLang="zh-CN" sz="900" b="1" kern="0">
                <a:latin typeface="BISansOpti"/>
                <a:cs typeface="Calibri" panose="020F0502020204030204" pitchFamily="34" charset="0"/>
              </a:rPr>
              <a:t>Next wave</a:t>
            </a:r>
            <a:endParaRPr lang="en-US" sz="800">
              <a:latin typeface="Boehringer Forward Text"/>
            </a:endParaRPr>
          </a:p>
        </p:txBody>
      </p:sp>
      <p:sp>
        <p:nvSpPr>
          <p:cNvPr id="11" name="Rectangle: Rounded Corners 62">
            <a:extLst>
              <a:ext uri="{FF2B5EF4-FFF2-40B4-BE49-F238E27FC236}">
                <a16:creationId xmlns:a16="http://schemas.microsoft.com/office/drawing/2014/main" id="{099221CD-CD00-B050-7A60-91B66935F07B}"/>
              </a:ext>
            </a:extLst>
          </p:cNvPr>
          <p:cNvSpPr/>
          <p:nvPr/>
        </p:nvSpPr>
        <p:spPr>
          <a:xfrm>
            <a:off x="835595" y="1308587"/>
            <a:ext cx="1162409" cy="241000"/>
          </a:xfrm>
          <a:prstGeom prst="rect">
            <a:avLst/>
          </a:prstGeom>
          <a:solidFill>
            <a:srgbClr val="EAE9F8"/>
          </a:solidFill>
          <a:ln w="12700" cap="sq"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241" eaLnBrk="1" fontAlgn="auto" latinLnBrk="0" hangingPunct="1">
              <a:lnSpc>
                <a:spcPct val="100000"/>
              </a:lnSpc>
              <a:spcBef>
                <a:spcPts val="300"/>
              </a:spcBef>
              <a:spcAft>
                <a:spcPts val="300"/>
              </a:spcAft>
              <a:buClrTx/>
              <a:buSzTx/>
              <a:buFontTx/>
              <a:buNone/>
              <a:tabLst/>
              <a:defRPr/>
            </a:pPr>
            <a:r>
              <a:rPr kumimoji="0" lang="en-US" altLang="zh-CN" sz="900" b="1" i="0" u="none" strike="noStrike" kern="0" cap="none" spc="0" normalizeH="0" baseline="0" noProof="0">
                <a:ln>
                  <a:noFill/>
                </a:ln>
                <a:effectLst/>
                <a:uLnTx/>
                <a:uFillTx/>
                <a:latin typeface="BISansOpti"/>
                <a:cs typeface="Calibri" panose="020F0502020204030204" pitchFamily="34" charset="0"/>
              </a:rPr>
              <a:t>Ongoing/under planning</a:t>
            </a:r>
            <a:endParaRPr kumimoji="0" lang="de-DE" sz="900" b="1" i="0" u="none" strike="noStrike" kern="0" cap="none" spc="0" normalizeH="0" baseline="0" noProof="0">
              <a:ln>
                <a:noFill/>
              </a:ln>
              <a:effectLst/>
              <a:uLnTx/>
              <a:uFillTx/>
              <a:latin typeface="BISansOpti"/>
              <a:cs typeface="Calibri" panose="020F0502020204030204" pitchFamily="34" charset="0"/>
            </a:endParaRPr>
          </a:p>
        </p:txBody>
      </p:sp>
      <p:sp>
        <p:nvSpPr>
          <p:cNvPr id="13" name="Rectangle: Rounded Corners 62">
            <a:extLst>
              <a:ext uri="{FF2B5EF4-FFF2-40B4-BE49-F238E27FC236}">
                <a16:creationId xmlns:a16="http://schemas.microsoft.com/office/drawing/2014/main" id="{1D93F15F-8E02-175C-8BB2-7DFF40E3EF12}"/>
              </a:ext>
            </a:extLst>
          </p:cNvPr>
          <p:cNvSpPr/>
          <p:nvPr/>
        </p:nvSpPr>
        <p:spPr>
          <a:xfrm>
            <a:off x="880968" y="1603933"/>
            <a:ext cx="1143812" cy="227335"/>
          </a:xfrm>
          <a:prstGeom prst="rect">
            <a:avLst/>
          </a:prstGeom>
          <a:solidFill>
            <a:srgbClr val="F5F5FC"/>
          </a:solidFill>
          <a:ln w="12700" cap="sq" cmpd="sng" algn="ctr">
            <a:solidFill>
              <a:srgbClr val="E18600"/>
            </a:solidFill>
            <a:prstDash val="dashDot"/>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914241">
              <a:spcBef>
                <a:spcPts val="300"/>
              </a:spcBef>
              <a:spcAft>
                <a:spcPts val="300"/>
              </a:spcAft>
              <a:defRPr/>
            </a:pPr>
            <a:r>
              <a:rPr lang="en-US" altLang="zh-CN" sz="900" b="1" kern="0">
                <a:latin typeface="BISansOpti"/>
                <a:cs typeface="Calibri" panose="020F0502020204030204" pitchFamily="34" charset="0"/>
              </a:rPr>
              <a:t>Under evaluation</a:t>
            </a:r>
            <a:endParaRPr lang="en-US" sz="800">
              <a:latin typeface="Boehringer Forward Text"/>
            </a:endParaRPr>
          </a:p>
        </p:txBody>
      </p:sp>
      <p:pic>
        <p:nvPicPr>
          <p:cNvPr id="15" name="Picture 9" descr="Image result for China flag circle png">
            <a:extLst>
              <a:ext uri="{FF2B5EF4-FFF2-40B4-BE49-F238E27FC236}">
                <a16:creationId xmlns:a16="http://schemas.microsoft.com/office/drawing/2014/main" id="{8D385130-6100-C78A-D9FA-33D5DE8BABAC}"/>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822534" y="1328656"/>
            <a:ext cx="182880" cy="182880"/>
          </a:xfrm>
          <a:prstGeom prst="rect">
            <a:avLst/>
          </a:prstGeom>
          <a:ln>
            <a:noFill/>
          </a:ln>
          <a:effectLst>
            <a:outerShdw blurRad="292100" dist="139700" dir="2700000" algn="tl" rotWithShape="0">
              <a:srgbClr val="333333">
                <a:alpha val="65000"/>
              </a:srgbClr>
            </a:outerShdw>
          </a:effectLst>
        </p:spPr>
      </p:pic>
      <p:sp>
        <p:nvSpPr>
          <p:cNvPr id="16" name="Rectangle 15">
            <a:extLst>
              <a:ext uri="{FF2B5EF4-FFF2-40B4-BE49-F238E27FC236}">
                <a16:creationId xmlns:a16="http://schemas.microsoft.com/office/drawing/2014/main" id="{B3A163AC-76E7-8110-72F0-E116D42E7ECB}"/>
              </a:ext>
            </a:extLst>
          </p:cNvPr>
          <p:cNvSpPr/>
          <p:nvPr/>
        </p:nvSpPr>
        <p:spPr bwMode="gray">
          <a:xfrm>
            <a:off x="6179146" y="3884751"/>
            <a:ext cx="1281035" cy="202935"/>
          </a:xfrm>
          <a:prstGeom prst="rect">
            <a:avLst/>
          </a:prstGeom>
          <a:noFill/>
          <a:ln w="63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17" name="Rectangle 16">
            <a:extLst>
              <a:ext uri="{FF2B5EF4-FFF2-40B4-BE49-F238E27FC236}">
                <a16:creationId xmlns:a16="http://schemas.microsoft.com/office/drawing/2014/main" id="{CF950AE4-FAB6-B0E7-5440-83C7862C7CA7}"/>
              </a:ext>
            </a:extLst>
          </p:cNvPr>
          <p:cNvSpPr/>
          <p:nvPr/>
        </p:nvSpPr>
        <p:spPr bwMode="gray">
          <a:xfrm>
            <a:off x="6185705" y="4344073"/>
            <a:ext cx="1281035" cy="202935"/>
          </a:xfrm>
          <a:prstGeom prst="rect">
            <a:avLst/>
          </a:prstGeom>
          <a:noFill/>
          <a:ln w="63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pic>
        <p:nvPicPr>
          <p:cNvPr id="8" name="Picture 9" descr="Image result for China flag circle png">
            <a:extLst>
              <a:ext uri="{FF2B5EF4-FFF2-40B4-BE49-F238E27FC236}">
                <a16:creationId xmlns:a16="http://schemas.microsoft.com/office/drawing/2014/main" id="{C49E2DB9-D503-81AB-F477-EC274E3AEE29}"/>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8630776" y="4349373"/>
            <a:ext cx="182880" cy="182880"/>
          </a:xfrm>
          <a:prstGeom prst="rect">
            <a:avLst/>
          </a:prstGeom>
          <a:ln w="28575">
            <a:solidFill>
              <a:schemeClr val="tx2"/>
            </a:solidFill>
            <a:prstDash val="dash"/>
          </a:ln>
          <a:effectLst>
            <a:outerShdw blurRad="292100" dist="139700" dir="2700000" algn="tl" rotWithShape="0">
              <a:srgbClr val="333333">
                <a:alpha val="65000"/>
              </a:srgbClr>
            </a:outerShdw>
          </a:effectLst>
        </p:spPr>
      </p:pic>
      <p:pic>
        <p:nvPicPr>
          <p:cNvPr id="9" name="Picture 9" descr="Image result for China flag circle png">
            <a:extLst>
              <a:ext uri="{FF2B5EF4-FFF2-40B4-BE49-F238E27FC236}">
                <a16:creationId xmlns:a16="http://schemas.microsoft.com/office/drawing/2014/main" id="{4B35B669-7A85-C76F-9429-A94C99724679}"/>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8630776" y="2249847"/>
            <a:ext cx="182880" cy="182880"/>
          </a:xfrm>
          <a:prstGeom prst="rect">
            <a:avLst/>
          </a:prstGeom>
          <a:ln w="28575">
            <a:solidFill>
              <a:schemeClr val="tx2"/>
            </a:solidFill>
            <a:prstDash val="dash"/>
          </a:ln>
          <a:effectLst>
            <a:outerShdw blurRad="292100" dist="139700" dir="2700000" algn="tl" rotWithShape="0">
              <a:srgbClr val="333333">
                <a:alpha val="65000"/>
              </a:srgbClr>
            </a:outerShdw>
          </a:effectLst>
        </p:spPr>
      </p:pic>
      <p:sp>
        <p:nvSpPr>
          <p:cNvPr id="12" name="Rectangle 11">
            <a:extLst>
              <a:ext uri="{FF2B5EF4-FFF2-40B4-BE49-F238E27FC236}">
                <a16:creationId xmlns:a16="http://schemas.microsoft.com/office/drawing/2014/main" id="{7A887460-E868-16D9-E4D7-06EE742D3C73}"/>
              </a:ext>
            </a:extLst>
          </p:cNvPr>
          <p:cNvSpPr/>
          <p:nvPr/>
        </p:nvSpPr>
        <p:spPr bwMode="gray">
          <a:xfrm>
            <a:off x="3881384" y="2917809"/>
            <a:ext cx="1281035" cy="202935"/>
          </a:xfrm>
          <a:prstGeom prst="rect">
            <a:avLst/>
          </a:prstGeom>
          <a:noFill/>
          <a:ln w="63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14" name="Rectangle 13">
            <a:extLst>
              <a:ext uri="{FF2B5EF4-FFF2-40B4-BE49-F238E27FC236}">
                <a16:creationId xmlns:a16="http://schemas.microsoft.com/office/drawing/2014/main" id="{CA00E85C-78D2-4ED4-A926-E3CBAE4AAE33}"/>
              </a:ext>
            </a:extLst>
          </p:cNvPr>
          <p:cNvSpPr/>
          <p:nvPr/>
        </p:nvSpPr>
        <p:spPr bwMode="gray">
          <a:xfrm>
            <a:off x="6172589" y="3417680"/>
            <a:ext cx="1281035" cy="202935"/>
          </a:xfrm>
          <a:prstGeom prst="rect">
            <a:avLst/>
          </a:prstGeom>
          <a:noFill/>
          <a:ln w="63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graphicFrame>
        <p:nvGraphicFramePr>
          <p:cNvPr id="21" name="Tabelle 41">
            <a:extLst>
              <a:ext uri="{FF2B5EF4-FFF2-40B4-BE49-F238E27FC236}">
                <a16:creationId xmlns:a16="http://schemas.microsoft.com/office/drawing/2014/main" id="{2C16D9CE-F492-3DE5-8E9D-C11E22C94516}"/>
              </a:ext>
            </a:extLst>
          </p:cNvPr>
          <p:cNvGraphicFramePr>
            <a:graphicFrameLocks noGrp="1"/>
          </p:cNvGraphicFramePr>
          <p:nvPr>
            <p:extLst>
              <p:ext uri="{D42A27DB-BD31-4B8C-83A1-F6EECF244321}">
                <p14:modId xmlns:p14="http://schemas.microsoft.com/office/powerpoint/2010/main" val="3664922551"/>
              </p:ext>
            </p:extLst>
          </p:nvPr>
        </p:nvGraphicFramePr>
        <p:xfrm>
          <a:off x="3882531" y="4118764"/>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da-DK" sz="900" b="1" i="0" u="none" strike="noStrike" kern="0" cap="none" spc="0" normalizeH="0" baseline="0" noProof="0">
                          <a:ln>
                            <a:noFill/>
                          </a:ln>
                          <a:solidFill>
                            <a:schemeClr val="bg2"/>
                          </a:solidFill>
                          <a:effectLst/>
                          <a:uLnTx/>
                          <a:uFillTx/>
                          <a:latin typeface="BISansOpti"/>
                          <a:cs typeface="Calibri"/>
                        </a:rPr>
                        <a:t>FZD4_LRP5</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5C3EE"/>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00">
                          <a:solidFill>
                            <a:schemeClr val="accent3">
                              <a:lumMod val="50000"/>
                            </a:schemeClr>
                          </a:solidFill>
                        </a:rPr>
                        <a:t> </a:t>
                      </a:r>
                      <a:r>
                        <a:rPr lang="en-US" altLang="zh-CN" sz="800">
                          <a:solidFill>
                            <a:schemeClr val="accent3">
                              <a:lumMod val="50000"/>
                            </a:schemeClr>
                          </a:solidFill>
                        </a:rPr>
                        <a:t>CI-DME</a:t>
                      </a:r>
                      <a:endParaRPr lang="de-DE" altLang="zh-CN" sz="800">
                        <a:solidFill>
                          <a:schemeClr val="accent3">
                            <a:lumMod val="50000"/>
                          </a:schemeClr>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5C3EE">
                        <a:tint val="40000"/>
                      </a:srgbClr>
                    </a:solidFill>
                  </a:tcPr>
                </a:tc>
                <a:extLst>
                  <a:ext uri="{0D108BD9-81ED-4DB2-BD59-A6C34878D82A}">
                    <a16:rowId xmlns:a16="http://schemas.microsoft.com/office/drawing/2014/main" val="1194513473"/>
                  </a:ext>
                </a:extLst>
              </a:tr>
            </a:tbl>
          </a:graphicData>
        </a:graphic>
      </p:graphicFrame>
      <p:sp>
        <p:nvSpPr>
          <p:cNvPr id="22" name="TextBox 21">
            <a:extLst>
              <a:ext uri="{FF2B5EF4-FFF2-40B4-BE49-F238E27FC236}">
                <a16:creationId xmlns:a16="http://schemas.microsoft.com/office/drawing/2014/main" id="{1DDFC8D8-FA59-BABA-B2C0-D15BBA5876BD}"/>
              </a:ext>
            </a:extLst>
          </p:cNvPr>
          <p:cNvSpPr txBox="1"/>
          <p:nvPr/>
        </p:nvSpPr>
        <p:spPr bwMode="gray">
          <a:xfrm>
            <a:off x="7497892" y="4660397"/>
            <a:ext cx="1294151" cy="276422"/>
          </a:xfrm>
          <a:prstGeom prst="rect">
            <a:avLst/>
          </a:prstGeom>
          <a:noFill/>
        </p:spPr>
        <p:txBody>
          <a:bodyPr wrap="square" lIns="0" tIns="0" rIns="0" bIns="0" rtlCol="0" anchor="ctr">
            <a:spAutoFit/>
          </a:bodyPr>
          <a:lstStyle/>
          <a:p>
            <a:pPr algn="ctr">
              <a:lnSpc>
                <a:spcPct val="140000"/>
              </a:lnSpc>
            </a:pPr>
            <a:r>
              <a:rPr lang="en-US" altLang="zh-CN" sz="1400" b="1">
                <a:solidFill>
                  <a:srgbClr val="002060"/>
                </a:solidFill>
              </a:rPr>
              <a:t>Eye Health</a:t>
            </a:r>
            <a:endParaRPr lang="en-US" sz="1400" b="1">
              <a:solidFill>
                <a:srgbClr val="002060"/>
              </a:solidFill>
            </a:endParaRPr>
          </a:p>
        </p:txBody>
      </p:sp>
      <p:pic>
        <p:nvPicPr>
          <p:cNvPr id="23" name="Picture 9" descr="Image result for China flag circle png">
            <a:extLst>
              <a:ext uri="{FF2B5EF4-FFF2-40B4-BE49-F238E27FC236}">
                <a16:creationId xmlns:a16="http://schemas.microsoft.com/office/drawing/2014/main" id="{B2A87FDF-08ED-55E3-D9D8-DE82A9A16F34}"/>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2438003" y="6206014"/>
            <a:ext cx="182880" cy="182880"/>
          </a:xfrm>
          <a:prstGeom prst="rect">
            <a:avLst/>
          </a:prstGeom>
          <a:ln w="28575">
            <a:solidFill>
              <a:schemeClr val="tx2"/>
            </a:solidFill>
            <a:prstDash val="dash"/>
          </a:ln>
          <a:effectLst>
            <a:outerShdw blurRad="292100" dist="139700" dir="2700000" algn="tl" rotWithShape="0">
              <a:srgbClr val="333333">
                <a:alpha val="65000"/>
              </a:srgbClr>
            </a:outerShdw>
          </a:effectLst>
        </p:spPr>
      </p:pic>
      <p:sp>
        <p:nvSpPr>
          <p:cNvPr id="25" name="TextBox 24">
            <a:extLst>
              <a:ext uri="{FF2B5EF4-FFF2-40B4-BE49-F238E27FC236}">
                <a16:creationId xmlns:a16="http://schemas.microsoft.com/office/drawing/2014/main" id="{86693643-3126-161A-68A2-485027D926A3}"/>
              </a:ext>
            </a:extLst>
          </p:cNvPr>
          <p:cNvSpPr txBox="1"/>
          <p:nvPr/>
        </p:nvSpPr>
        <p:spPr bwMode="gray">
          <a:xfrm>
            <a:off x="2720362" y="6157131"/>
            <a:ext cx="5693866" cy="236924"/>
          </a:xfrm>
          <a:prstGeom prst="rect">
            <a:avLst/>
          </a:prstGeom>
          <a:noFill/>
        </p:spPr>
        <p:txBody>
          <a:bodyPr wrap="none" lIns="0" tIns="0" rIns="0" bIns="0" rtlCol="0">
            <a:spAutoFit/>
          </a:bodyPr>
          <a:lstStyle/>
          <a:p>
            <a:pPr algn="l">
              <a:lnSpc>
                <a:spcPct val="140000"/>
              </a:lnSpc>
            </a:pPr>
            <a:r>
              <a:rPr lang="en-US" altLang="zh-CN" sz="1200"/>
              <a:t>Further alignment might be needed due to potential ethnic difference in disease.</a:t>
            </a:r>
            <a:endParaRPr lang="zh-CN" altLang="en-US" sz="1200"/>
          </a:p>
        </p:txBody>
      </p:sp>
      <p:sp>
        <p:nvSpPr>
          <p:cNvPr id="2" name="TextBox 1">
            <a:extLst>
              <a:ext uri="{FF2B5EF4-FFF2-40B4-BE49-F238E27FC236}">
                <a16:creationId xmlns:a16="http://schemas.microsoft.com/office/drawing/2014/main" id="{C8F88886-B57E-CFF9-60D7-F63B2F6101A9}"/>
              </a:ext>
            </a:extLst>
          </p:cNvPr>
          <p:cNvSpPr txBox="1"/>
          <p:nvPr/>
        </p:nvSpPr>
        <p:spPr bwMode="gray">
          <a:xfrm>
            <a:off x="2866659" y="917787"/>
            <a:ext cx="2750668" cy="1692771"/>
          </a:xfrm>
          <a:prstGeom prst="rect">
            <a:avLst/>
          </a:prstGeom>
          <a:noFill/>
          <a:ln>
            <a:solidFill>
              <a:srgbClr val="00B050"/>
            </a:solidFill>
            <a:prstDash val="dashDot"/>
          </a:ln>
        </p:spPr>
        <p:txBody>
          <a:bodyPr wrap="square" lIns="0" tIns="0" rIns="0" bIns="0" rtlCol="0">
            <a:spAutoFit/>
          </a:bodyPr>
          <a:lstStyle/>
          <a:p>
            <a:r>
              <a:rPr lang="en-US" altLang="zh-CN" sz="1100"/>
              <a:t>Eye Health</a:t>
            </a:r>
          </a:p>
          <a:p>
            <a:pPr marL="285750" indent="-285750">
              <a:buFont typeface="Arial" panose="020B0604020202020204" pitchFamily="34" charset="0"/>
              <a:buChar char="•"/>
            </a:pPr>
            <a:r>
              <a:rPr lang="en-US" altLang="zh-CN" sz="1100"/>
              <a:t>A successful meeting was held on Apr 17</a:t>
            </a:r>
            <a:r>
              <a:rPr lang="en-US" altLang="zh-CN" sz="1100" baseline="30000"/>
              <a:t>th</a:t>
            </a:r>
            <a:r>
              <a:rPr lang="en-US" altLang="zh-CN" sz="1100"/>
              <a:t>.  with Experimental Medicine EH LT to introduce China capability in early clinical development.</a:t>
            </a:r>
          </a:p>
          <a:p>
            <a:pPr marL="285750" indent="-285750">
              <a:buFont typeface="Arial" panose="020B0604020202020204" pitchFamily="34" charset="0"/>
              <a:buChar char="•"/>
            </a:pPr>
            <a:r>
              <a:rPr lang="en-US" altLang="zh-CN" sz="1100"/>
              <a:t>Follow-up activities with </a:t>
            </a:r>
            <a:r>
              <a:rPr lang="en-US" altLang="zh-CN" sz="1100" b="1"/>
              <a:t>BCL-XL inhibitor</a:t>
            </a:r>
            <a:r>
              <a:rPr lang="en-US" altLang="zh-CN" sz="1100"/>
              <a:t>,</a:t>
            </a:r>
            <a:r>
              <a:rPr lang="zh-CN" altLang="en-US" sz="1100"/>
              <a:t>  </a:t>
            </a:r>
            <a:r>
              <a:rPr lang="en-US" altLang="zh-CN" sz="1100" b="1"/>
              <a:t>anti-VEGF/TNF</a:t>
            </a:r>
            <a:r>
              <a:rPr lang="el-GR" altLang="zh-CN" sz="1100" b="1">
                <a:latin typeface="Segoe UI" panose="020B0502040204020203" pitchFamily="34" charset="0"/>
              </a:rPr>
              <a:t>α</a:t>
            </a:r>
            <a:r>
              <a:rPr lang="en-US" altLang="zh-CN" sz="1100">
                <a:latin typeface="Segoe UI" panose="020B0502040204020203" pitchFamily="34" charset="0"/>
              </a:rPr>
              <a:t> </a:t>
            </a:r>
            <a:r>
              <a:rPr lang="en-US" altLang="zh-CN" sz="1100"/>
              <a:t>and </a:t>
            </a:r>
            <a:r>
              <a:rPr lang="en-US" altLang="zh-CN" sz="1100" b="1"/>
              <a:t>IVT-XR (NCE) </a:t>
            </a:r>
            <a:r>
              <a:rPr lang="en-US" altLang="zh-CN" sz="1100"/>
              <a:t>teams are planned to explore early phase study opportunities (e.g. FIH, </a:t>
            </a:r>
            <a:r>
              <a:rPr lang="en-US" altLang="zh-CN" sz="1100" err="1"/>
              <a:t>PoM</a:t>
            </a:r>
            <a:r>
              <a:rPr lang="en-US" altLang="zh-CN" sz="1100"/>
              <a:t>)</a:t>
            </a:r>
            <a:endParaRPr lang="zh-CN" altLang="en-US" sz="1100"/>
          </a:p>
        </p:txBody>
      </p:sp>
      <p:sp>
        <p:nvSpPr>
          <p:cNvPr id="31" name="Rectangle 30">
            <a:extLst>
              <a:ext uri="{FF2B5EF4-FFF2-40B4-BE49-F238E27FC236}">
                <a16:creationId xmlns:a16="http://schemas.microsoft.com/office/drawing/2014/main" id="{2CAB99EF-8129-77F7-FA98-60A9AE57635B}"/>
              </a:ext>
            </a:extLst>
          </p:cNvPr>
          <p:cNvSpPr/>
          <p:nvPr/>
        </p:nvSpPr>
        <p:spPr bwMode="gray">
          <a:xfrm>
            <a:off x="3881383" y="3904533"/>
            <a:ext cx="1281035" cy="202935"/>
          </a:xfrm>
          <a:prstGeom prst="rect">
            <a:avLst/>
          </a:prstGeom>
          <a:noFill/>
          <a:ln w="63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39" name="Ellipse 59">
            <a:extLst>
              <a:ext uri="{FF2B5EF4-FFF2-40B4-BE49-F238E27FC236}">
                <a16:creationId xmlns:a16="http://schemas.microsoft.com/office/drawing/2014/main" id="{45EA5168-EEC2-E866-12A2-0D0A5C662B9F}"/>
              </a:ext>
            </a:extLst>
          </p:cNvPr>
          <p:cNvSpPr/>
          <p:nvPr/>
        </p:nvSpPr>
        <p:spPr>
          <a:xfrm>
            <a:off x="2038170" y="6519143"/>
            <a:ext cx="274320" cy="274320"/>
          </a:xfrm>
          <a:prstGeom prst="ellipse">
            <a:avLst/>
          </a:prstGeom>
          <a:solidFill>
            <a:srgbClr val="076D7E"/>
          </a:solidFill>
          <a:ln w="28575" cap="sq" cmpd="sng" algn="ctr">
            <a:noFill/>
            <a:prstDash val="solid"/>
            <a:miter lim="800000"/>
          </a:ln>
          <a:effectLst>
            <a:glow rad="25400">
              <a:srgbClr val="FFFFFF">
                <a:lumMod val="75000"/>
                <a:alpha val="40000"/>
              </a:srgbClr>
            </a:glo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endParaRPr kumimoji="0" lang="en-US" sz="800" b="1" i="0" u="none" strike="noStrike" kern="0" cap="none" spc="0" normalizeH="0" baseline="0" noProof="0">
              <a:ln>
                <a:noFill/>
              </a:ln>
              <a:solidFill>
                <a:srgbClr val="FFFFFF"/>
              </a:solidFill>
              <a:effectLst/>
              <a:uLnTx/>
              <a:uFillTx/>
              <a:latin typeface="Boehringer Forward Text"/>
              <a:ea typeface="黑体"/>
              <a:cs typeface="+mn-cs"/>
            </a:endParaRPr>
          </a:p>
        </p:txBody>
      </p:sp>
      <p:sp>
        <p:nvSpPr>
          <p:cNvPr id="40" name="TextBox 39">
            <a:extLst>
              <a:ext uri="{FF2B5EF4-FFF2-40B4-BE49-F238E27FC236}">
                <a16:creationId xmlns:a16="http://schemas.microsoft.com/office/drawing/2014/main" id="{92627128-8D78-6707-C98B-77ACCD5B3D59}"/>
              </a:ext>
            </a:extLst>
          </p:cNvPr>
          <p:cNvSpPr txBox="1"/>
          <p:nvPr/>
        </p:nvSpPr>
        <p:spPr bwMode="gray">
          <a:xfrm>
            <a:off x="1928011" y="6530435"/>
            <a:ext cx="479398" cy="195438"/>
          </a:xfrm>
          <a:prstGeom prst="rect">
            <a:avLst/>
          </a:prstGeom>
          <a:no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1000" b="1" i="1" u="none" strike="noStrike" kern="1200" cap="none" spc="0" normalizeH="0" baseline="0" noProof="0" err="1">
                <a:ln>
                  <a:noFill/>
                </a:ln>
                <a:solidFill>
                  <a:prstClr val="white"/>
                </a:solidFill>
                <a:effectLst/>
                <a:uLnTx/>
                <a:uFillTx/>
                <a:latin typeface="BoehringerForward Text"/>
                <a:ea typeface="黑体"/>
                <a:cs typeface="+mn-cs"/>
              </a:rPr>
              <a:t>FiH</a:t>
            </a:r>
            <a:endParaRPr kumimoji="0" lang="en-US" sz="1000" b="1" i="1" u="none" strike="noStrike" kern="1200" cap="none" spc="0" normalizeH="0" baseline="0" noProof="0">
              <a:ln>
                <a:noFill/>
              </a:ln>
              <a:solidFill>
                <a:prstClr val="white"/>
              </a:solidFill>
              <a:effectLst/>
              <a:uLnTx/>
              <a:uFillTx/>
              <a:latin typeface="BoehringerForward Text"/>
              <a:ea typeface="黑体"/>
              <a:cs typeface="+mn-cs"/>
            </a:endParaRPr>
          </a:p>
        </p:txBody>
      </p:sp>
      <p:sp>
        <p:nvSpPr>
          <p:cNvPr id="41" name="Ellipse 59">
            <a:extLst>
              <a:ext uri="{FF2B5EF4-FFF2-40B4-BE49-F238E27FC236}">
                <a16:creationId xmlns:a16="http://schemas.microsoft.com/office/drawing/2014/main" id="{3C86DF9C-F17E-5FA9-EFEF-084DDFF01255}"/>
              </a:ext>
            </a:extLst>
          </p:cNvPr>
          <p:cNvSpPr/>
          <p:nvPr/>
        </p:nvSpPr>
        <p:spPr>
          <a:xfrm>
            <a:off x="2407409" y="6519143"/>
            <a:ext cx="274320" cy="274320"/>
          </a:xfrm>
          <a:prstGeom prst="ellipse">
            <a:avLst/>
          </a:prstGeom>
          <a:solidFill>
            <a:srgbClr val="0070C0"/>
          </a:solidFill>
          <a:ln w="28575" cap="sq" cmpd="sng" algn="ctr">
            <a:noFill/>
            <a:prstDash val="solid"/>
            <a:miter lim="800000"/>
          </a:ln>
          <a:effectLst>
            <a:glow rad="25400">
              <a:srgbClr val="FFFFFF">
                <a:lumMod val="75000"/>
                <a:alpha val="40000"/>
              </a:srgbClr>
            </a:glo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endParaRPr kumimoji="0" lang="en-US" sz="800" b="1" i="0" u="none" strike="noStrike" kern="0" cap="none" spc="0" normalizeH="0" baseline="0" noProof="0">
              <a:ln>
                <a:noFill/>
              </a:ln>
              <a:solidFill>
                <a:srgbClr val="FFFFFF"/>
              </a:solidFill>
              <a:effectLst/>
              <a:uLnTx/>
              <a:uFillTx/>
              <a:latin typeface="Boehringer Forward Text"/>
              <a:ea typeface="黑体"/>
              <a:cs typeface="+mn-cs"/>
            </a:endParaRPr>
          </a:p>
        </p:txBody>
      </p:sp>
      <p:sp>
        <p:nvSpPr>
          <p:cNvPr id="42" name="TextBox 41">
            <a:extLst>
              <a:ext uri="{FF2B5EF4-FFF2-40B4-BE49-F238E27FC236}">
                <a16:creationId xmlns:a16="http://schemas.microsoft.com/office/drawing/2014/main" id="{B10E014B-3DCC-FA27-E247-D66B6E067258}"/>
              </a:ext>
            </a:extLst>
          </p:cNvPr>
          <p:cNvSpPr txBox="1"/>
          <p:nvPr/>
        </p:nvSpPr>
        <p:spPr bwMode="gray">
          <a:xfrm>
            <a:off x="2297250" y="6530435"/>
            <a:ext cx="479398" cy="195438"/>
          </a:xfrm>
          <a:prstGeom prst="rect">
            <a:avLst/>
          </a:prstGeom>
          <a:no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1000" b="1" i="1" u="none" strike="noStrike" kern="1200" cap="none" spc="0" normalizeH="0" baseline="0" noProof="0">
                <a:ln>
                  <a:noFill/>
                </a:ln>
                <a:solidFill>
                  <a:prstClr val="white"/>
                </a:solidFill>
                <a:effectLst/>
                <a:uLnTx/>
                <a:uFillTx/>
                <a:latin typeface="BoehringerForward Text"/>
                <a:ea typeface="黑体"/>
                <a:cs typeface="+mn-cs"/>
              </a:rPr>
              <a:t>PoC</a:t>
            </a:r>
          </a:p>
        </p:txBody>
      </p:sp>
      <p:sp>
        <p:nvSpPr>
          <p:cNvPr id="43" name="Ellipse 59">
            <a:extLst>
              <a:ext uri="{FF2B5EF4-FFF2-40B4-BE49-F238E27FC236}">
                <a16:creationId xmlns:a16="http://schemas.microsoft.com/office/drawing/2014/main" id="{F31E6049-4AA2-74E9-5F9F-15DFD0E9337C}"/>
              </a:ext>
            </a:extLst>
          </p:cNvPr>
          <p:cNvSpPr/>
          <p:nvPr/>
        </p:nvSpPr>
        <p:spPr>
          <a:xfrm>
            <a:off x="2757778" y="6518645"/>
            <a:ext cx="274320" cy="274320"/>
          </a:xfrm>
          <a:prstGeom prst="ellipse">
            <a:avLst/>
          </a:prstGeom>
          <a:solidFill>
            <a:srgbClr val="00E47C"/>
          </a:solidFill>
          <a:ln w="28575" cap="sq" cmpd="sng" algn="ctr">
            <a:noFill/>
            <a:prstDash val="solid"/>
            <a:miter lim="800000"/>
          </a:ln>
          <a:effectLst>
            <a:glow rad="25400">
              <a:srgbClr val="FFFFFF">
                <a:lumMod val="75000"/>
                <a:alpha val="40000"/>
              </a:srgbClr>
            </a:glo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endParaRPr kumimoji="0" lang="en-US" sz="800" b="1" i="0" u="none" strike="noStrike" kern="0" cap="none" spc="0" normalizeH="0" baseline="0" noProof="0">
              <a:ln>
                <a:noFill/>
              </a:ln>
              <a:solidFill>
                <a:srgbClr val="FFFFFF"/>
              </a:solidFill>
              <a:effectLst/>
              <a:uLnTx/>
              <a:uFillTx/>
              <a:latin typeface="Boehringer Forward Text"/>
              <a:ea typeface="黑体"/>
              <a:cs typeface="+mn-cs"/>
            </a:endParaRPr>
          </a:p>
        </p:txBody>
      </p:sp>
      <p:sp>
        <p:nvSpPr>
          <p:cNvPr id="47" name="TextBox 46">
            <a:extLst>
              <a:ext uri="{FF2B5EF4-FFF2-40B4-BE49-F238E27FC236}">
                <a16:creationId xmlns:a16="http://schemas.microsoft.com/office/drawing/2014/main" id="{BBAA2528-4C64-ECFB-EFA9-9ABD561F5924}"/>
              </a:ext>
            </a:extLst>
          </p:cNvPr>
          <p:cNvSpPr txBox="1"/>
          <p:nvPr/>
        </p:nvSpPr>
        <p:spPr bwMode="gray">
          <a:xfrm>
            <a:off x="2792399" y="6525372"/>
            <a:ext cx="223948"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prstClr val="white"/>
                </a:solidFill>
                <a:effectLst/>
                <a:uLnTx/>
                <a:uFillTx/>
                <a:latin typeface="BoehringerForward Text"/>
                <a:ea typeface="黑体"/>
                <a:cs typeface="+mn-cs"/>
              </a:rPr>
              <a:t>CN App</a:t>
            </a:r>
          </a:p>
        </p:txBody>
      </p:sp>
      <p:sp>
        <p:nvSpPr>
          <p:cNvPr id="48" name="Ellipse 59">
            <a:extLst>
              <a:ext uri="{FF2B5EF4-FFF2-40B4-BE49-F238E27FC236}">
                <a16:creationId xmlns:a16="http://schemas.microsoft.com/office/drawing/2014/main" id="{4666EBD1-C668-5C60-BD4B-0347B5ADBD65}"/>
              </a:ext>
            </a:extLst>
          </p:cNvPr>
          <p:cNvSpPr/>
          <p:nvPr/>
        </p:nvSpPr>
        <p:spPr>
          <a:xfrm>
            <a:off x="4986651" y="2497547"/>
            <a:ext cx="290985" cy="290985"/>
          </a:xfrm>
          <a:prstGeom prst="ellipse">
            <a:avLst/>
          </a:prstGeom>
          <a:solidFill>
            <a:srgbClr val="076D7E"/>
          </a:solidFill>
          <a:ln w="28575" cap="sq" cmpd="sng" algn="ctr">
            <a:noFill/>
            <a:prstDash val="solid"/>
            <a:miter lim="800000"/>
          </a:ln>
          <a:effectLst>
            <a:glow rad="25400">
              <a:srgbClr val="FFFFFF">
                <a:lumMod val="75000"/>
                <a:alpha val="40000"/>
              </a:srgbClr>
            </a:glo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600" b="1" i="0" u="none" strike="noStrike" kern="0" cap="none" spc="0" normalizeH="0" baseline="0" noProof="0">
                <a:ln>
                  <a:noFill/>
                </a:ln>
                <a:solidFill>
                  <a:srgbClr val="FFFFFF"/>
                </a:solidFill>
                <a:effectLst/>
                <a:uLnTx/>
                <a:uFillTx/>
                <a:latin typeface="Boehringer Forward Text"/>
                <a:ea typeface="黑体"/>
                <a:cs typeface="+mn-cs"/>
              </a:rPr>
              <a:t>2027</a:t>
            </a:r>
            <a:endParaRPr kumimoji="0" lang="en-US" sz="600" b="1" i="0" u="none" strike="noStrike" kern="0" cap="none" spc="0" normalizeH="0" baseline="0" noProof="0">
              <a:ln>
                <a:noFill/>
              </a:ln>
              <a:solidFill>
                <a:srgbClr val="FFFFFF"/>
              </a:solidFill>
              <a:effectLst/>
              <a:uLnTx/>
              <a:uFillTx/>
              <a:latin typeface="Boehringer Forward Text"/>
              <a:ea typeface="黑体"/>
              <a:cs typeface="+mn-cs"/>
            </a:endParaRPr>
          </a:p>
        </p:txBody>
      </p:sp>
      <p:sp>
        <p:nvSpPr>
          <p:cNvPr id="51" name="Ellipse 59">
            <a:extLst>
              <a:ext uri="{FF2B5EF4-FFF2-40B4-BE49-F238E27FC236}">
                <a16:creationId xmlns:a16="http://schemas.microsoft.com/office/drawing/2014/main" id="{946E4ACE-A36F-F086-7ACE-5E2D4A0F1F64}"/>
              </a:ext>
            </a:extLst>
          </p:cNvPr>
          <p:cNvSpPr/>
          <p:nvPr/>
        </p:nvSpPr>
        <p:spPr>
          <a:xfrm>
            <a:off x="4986651" y="3645627"/>
            <a:ext cx="290985" cy="290985"/>
          </a:xfrm>
          <a:prstGeom prst="ellipse">
            <a:avLst/>
          </a:prstGeom>
          <a:solidFill>
            <a:srgbClr val="076D7E"/>
          </a:solidFill>
          <a:ln w="28575" cap="sq" cmpd="sng" algn="ctr">
            <a:noFill/>
            <a:prstDash val="solid"/>
            <a:miter lim="800000"/>
          </a:ln>
          <a:effectLst>
            <a:glow rad="25400">
              <a:srgbClr val="FFFFFF">
                <a:lumMod val="75000"/>
                <a:alpha val="40000"/>
              </a:srgbClr>
            </a:glo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600" b="1" i="0" u="none" strike="noStrike" kern="0" cap="none" spc="0" normalizeH="0" baseline="0" noProof="0">
                <a:ln>
                  <a:noFill/>
                </a:ln>
                <a:solidFill>
                  <a:srgbClr val="FFFFFF"/>
                </a:solidFill>
                <a:effectLst/>
                <a:uLnTx/>
                <a:uFillTx/>
                <a:latin typeface="Boehringer Forward Text"/>
                <a:ea typeface="黑体"/>
                <a:cs typeface="+mn-cs"/>
              </a:rPr>
              <a:t>2027</a:t>
            </a:r>
            <a:endParaRPr kumimoji="0" lang="en-US" sz="600" b="1" i="0" u="none" strike="noStrike" kern="0" cap="none" spc="0" normalizeH="0" baseline="0" noProof="0">
              <a:ln>
                <a:noFill/>
              </a:ln>
              <a:solidFill>
                <a:srgbClr val="FFFFFF"/>
              </a:solidFill>
              <a:effectLst/>
              <a:uLnTx/>
              <a:uFillTx/>
              <a:latin typeface="Boehringer Forward Text"/>
              <a:ea typeface="黑体"/>
              <a:cs typeface="+mn-cs"/>
            </a:endParaRPr>
          </a:p>
        </p:txBody>
      </p:sp>
      <p:sp>
        <p:nvSpPr>
          <p:cNvPr id="52" name="Ellipse 59">
            <a:extLst>
              <a:ext uri="{FF2B5EF4-FFF2-40B4-BE49-F238E27FC236}">
                <a16:creationId xmlns:a16="http://schemas.microsoft.com/office/drawing/2014/main" id="{DBAFBC4A-1400-83E5-2A5F-38F84444CABD}"/>
              </a:ext>
            </a:extLst>
          </p:cNvPr>
          <p:cNvSpPr/>
          <p:nvPr/>
        </p:nvSpPr>
        <p:spPr>
          <a:xfrm>
            <a:off x="4956171" y="3147787"/>
            <a:ext cx="290985" cy="290985"/>
          </a:xfrm>
          <a:prstGeom prst="ellipse">
            <a:avLst/>
          </a:prstGeom>
          <a:solidFill>
            <a:srgbClr val="076D7E"/>
          </a:solidFill>
          <a:ln w="28575" cap="sq" cmpd="sng" algn="ctr">
            <a:noFill/>
            <a:prstDash val="solid"/>
            <a:miter lim="800000"/>
          </a:ln>
          <a:effectLst>
            <a:glow rad="25400">
              <a:srgbClr val="FFFFFF">
                <a:lumMod val="75000"/>
                <a:alpha val="40000"/>
              </a:srgbClr>
            </a:glo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600" b="1" i="0" u="none" strike="noStrike" kern="0" cap="none" spc="0" normalizeH="0" baseline="0" noProof="0">
                <a:ln>
                  <a:noFill/>
                </a:ln>
                <a:solidFill>
                  <a:srgbClr val="FFFFFF"/>
                </a:solidFill>
                <a:effectLst/>
                <a:uLnTx/>
                <a:uFillTx/>
                <a:latin typeface="Boehringer Forward Text"/>
                <a:ea typeface="黑体"/>
                <a:cs typeface="+mn-cs"/>
              </a:rPr>
              <a:t>2029</a:t>
            </a:r>
            <a:endParaRPr kumimoji="0" lang="en-US" sz="600" b="1" i="0" u="none" strike="noStrike" kern="0" cap="none" spc="0" normalizeH="0" baseline="0" noProof="0">
              <a:ln>
                <a:noFill/>
              </a:ln>
              <a:solidFill>
                <a:srgbClr val="FFFFFF"/>
              </a:solidFill>
              <a:effectLst/>
              <a:uLnTx/>
              <a:uFillTx/>
              <a:latin typeface="Boehringer Forward Text"/>
              <a:ea typeface="黑体"/>
              <a:cs typeface="+mn-cs"/>
            </a:endParaRPr>
          </a:p>
        </p:txBody>
      </p:sp>
      <p:sp>
        <p:nvSpPr>
          <p:cNvPr id="53" name="Ellipse 59">
            <a:extLst>
              <a:ext uri="{FF2B5EF4-FFF2-40B4-BE49-F238E27FC236}">
                <a16:creationId xmlns:a16="http://schemas.microsoft.com/office/drawing/2014/main" id="{4FD07877-0BA4-5B53-346A-E339F43D599E}"/>
              </a:ext>
            </a:extLst>
          </p:cNvPr>
          <p:cNvSpPr/>
          <p:nvPr/>
        </p:nvSpPr>
        <p:spPr>
          <a:xfrm>
            <a:off x="4986651" y="4143467"/>
            <a:ext cx="290985" cy="290985"/>
          </a:xfrm>
          <a:prstGeom prst="ellipse">
            <a:avLst/>
          </a:prstGeom>
          <a:solidFill>
            <a:srgbClr val="076D7E"/>
          </a:solidFill>
          <a:ln w="28575" cap="sq" cmpd="sng" algn="ctr">
            <a:noFill/>
            <a:prstDash val="solid"/>
            <a:miter lim="800000"/>
          </a:ln>
          <a:effectLst>
            <a:glow rad="25400">
              <a:srgbClr val="FFFFFF">
                <a:lumMod val="75000"/>
                <a:alpha val="40000"/>
              </a:srgbClr>
            </a:glo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600" b="1" i="0" u="none" strike="noStrike" kern="0" cap="none" spc="0" normalizeH="0" baseline="0" noProof="0">
                <a:ln>
                  <a:noFill/>
                </a:ln>
                <a:solidFill>
                  <a:srgbClr val="FFFFFF"/>
                </a:solidFill>
                <a:effectLst/>
                <a:uLnTx/>
                <a:uFillTx/>
                <a:latin typeface="Boehringer Forward Text"/>
                <a:ea typeface="黑体"/>
                <a:cs typeface="+mn-cs"/>
              </a:rPr>
              <a:t>2026</a:t>
            </a:r>
            <a:endParaRPr kumimoji="0" lang="en-US" sz="600" b="1" i="0" u="none" strike="noStrike" kern="0" cap="none" spc="0" normalizeH="0" baseline="0" noProof="0">
              <a:ln>
                <a:noFill/>
              </a:ln>
              <a:solidFill>
                <a:srgbClr val="FFFFFF"/>
              </a:solidFill>
              <a:effectLst/>
              <a:uLnTx/>
              <a:uFillTx/>
              <a:latin typeface="Boehringer Forward Text"/>
              <a:ea typeface="黑体"/>
              <a:cs typeface="+mn-cs"/>
            </a:endParaRPr>
          </a:p>
        </p:txBody>
      </p:sp>
      <p:sp>
        <p:nvSpPr>
          <p:cNvPr id="59" name="Ellipse 59">
            <a:extLst>
              <a:ext uri="{FF2B5EF4-FFF2-40B4-BE49-F238E27FC236}">
                <a16:creationId xmlns:a16="http://schemas.microsoft.com/office/drawing/2014/main" id="{29CBF7DF-581E-FA44-CA3F-E0B9C6A95995}"/>
              </a:ext>
            </a:extLst>
          </p:cNvPr>
          <p:cNvSpPr/>
          <p:nvPr/>
        </p:nvSpPr>
        <p:spPr>
          <a:xfrm>
            <a:off x="5967091" y="3127467"/>
            <a:ext cx="290985" cy="290985"/>
          </a:xfrm>
          <a:prstGeom prst="ellipse">
            <a:avLst/>
          </a:prstGeom>
          <a:solidFill>
            <a:srgbClr val="0070C0"/>
          </a:solidFill>
          <a:ln w="28575" cap="sq" cmpd="sng" algn="ctr">
            <a:noFill/>
            <a:prstDash val="solid"/>
            <a:miter lim="800000"/>
          </a:ln>
          <a:effectLst>
            <a:glow rad="25400">
              <a:srgbClr val="FFFFFF">
                <a:lumMod val="75000"/>
                <a:alpha val="40000"/>
              </a:srgbClr>
            </a:glo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600" b="1" i="0" u="none" strike="noStrike" kern="0" cap="none" spc="0" normalizeH="0" baseline="0" noProof="0">
                <a:ln>
                  <a:noFill/>
                </a:ln>
                <a:solidFill>
                  <a:srgbClr val="FFFFFF"/>
                </a:solidFill>
                <a:effectLst/>
                <a:uLnTx/>
                <a:uFillTx/>
                <a:latin typeface="Boehringer Forward Text"/>
                <a:ea typeface="黑体"/>
                <a:cs typeface="+mn-cs"/>
              </a:rPr>
              <a:t>2031</a:t>
            </a:r>
            <a:endParaRPr kumimoji="0" lang="en-US" sz="600" b="1" i="0" u="none" strike="noStrike" kern="0" cap="none" spc="0" normalizeH="0" baseline="0" noProof="0">
              <a:ln>
                <a:noFill/>
              </a:ln>
              <a:solidFill>
                <a:srgbClr val="FFFFFF"/>
              </a:solidFill>
              <a:effectLst/>
              <a:uLnTx/>
              <a:uFillTx/>
              <a:latin typeface="Boehringer Forward Text"/>
              <a:ea typeface="黑体"/>
              <a:cs typeface="+mn-cs"/>
            </a:endParaRPr>
          </a:p>
        </p:txBody>
      </p:sp>
      <p:sp>
        <p:nvSpPr>
          <p:cNvPr id="60" name="Ellipse 59">
            <a:extLst>
              <a:ext uri="{FF2B5EF4-FFF2-40B4-BE49-F238E27FC236}">
                <a16:creationId xmlns:a16="http://schemas.microsoft.com/office/drawing/2014/main" id="{7588B833-76A4-395D-9B70-EC58E2070B28}"/>
              </a:ext>
            </a:extLst>
          </p:cNvPr>
          <p:cNvSpPr/>
          <p:nvPr/>
        </p:nvSpPr>
        <p:spPr>
          <a:xfrm>
            <a:off x="5967091" y="3584667"/>
            <a:ext cx="290985" cy="290985"/>
          </a:xfrm>
          <a:prstGeom prst="ellipse">
            <a:avLst/>
          </a:prstGeom>
          <a:solidFill>
            <a:srgbClr val="0070C0"/>
          </a:solidFill>
          <a:ln w="28575" cap="sq" cmpd="sng" algn="ctr">
            <a:noFill/>
            <a:prstDash val="solid"/>
            <a:miter lim="800000"/>
          </a:ln>
          <a:effectLst>
            <a:glow rad="25400">
              <a:srgbClr val="FFFFFF">
                <a:lumMod val="75000"/>
                <a:alpha val="40000"/>
              </a:srgbClr>
            </a:glo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600" b="1" i="0" u="none" strike="noStrike" kern="0" cap="none" spc="0" normalizeH="0" baseline="0" noProof="0">
                <a:ln>
                  <a:noFill/>
                </a:ln>
                <a:solidFill>
                  <a:srgbClr val="FFFFFF"/>
                </a:solidFill>
                <a:effectLst/>
                <a:uLnTx/>
                <a:uFillTx/>
                <a:latin typeface="Boehringer Forward Text"/>
                <a:ea typeface="黑体"/>
                <a:cs typeface="+mn-cs"/>
              </a:rPr>
              <a:t>20</a:t>
            </a:r>
            <a:r>
              <a:rPr lang="de-DE" sz="600" b="1" kern="0">
                <a:solidFill>
                  <a:srgbClr val="FFFFFF"/>
                </a:solidFill>
                <a:latin typeface="Boehringer Forward Text"/>
                <a:ea typeface="黑体"/>
              </a:rPr>
              <a:t>29</a:t>
            </a:r>
            <a:endParaRPr kumimoji="0" lang="en-US" sz="600" b="1" i="0" u="none" strike="noStrike" kern="0" cap="none" spc="0" normalizeH="0" baseline="0" noProof="0">
              <a:ln>
                <a:noFill/>
              </a:ln>
              <a:solidFill>
                <a:srgbClr val="FFFFFF"/>
              </a:solidFill>
              <a:effectLst/>
              <a:uLnTx/>
              <a:uFillTx/>
              <a:latin typeface="Boehringer Forward Text"/>
              <a:ea typeface="黑体"/>
              <a:cs typeface="+mn-cs"/>
            </a:endParaRPr>
          </a:p>
        </p:txBody>
      </p:sp>
      <p:sp>
        <p:nvSpPr>
          <p:cNvPr id="61" name="Ellipse 59">
            <a:extLst>
              <a:ext uri="{FF2B5EF4-FFF2-40B4-BE49-F238E27FC236}">
                <a16:creationId xmlns:a16="http://schemas.microsoft.com/office/drawing/2014/main" id="{906BF53D-CEBC-365E-419E-C705E4323FE9}"/>
              </a:ext>
            </a:extLst>
          </p:cNvPr>
          <p:cNvSpPr/>
          <p:nvPr/>
        </p:nvSpPr>
        <p:spPr>
          <a:xfrm>
            <a:off x="5967091" y="4072347"/>
            <a:ext cx="290985" cy="290985"/>
          </a:xfrm>
          <a:prstGeom prst="ellipse">
            <a:avLst/>
          </a:prstGeom>
          <a:solidFill>
            <a:srgbClr val="0070C0"/>
          </a:solidFill>
          <a:ln w="28575" cap="sq" cmpd="sng" algn="ctr">
            <a:noFill/>
            <a:prstDash val="solid"/>
            <a:miter lim="800000"/>
          </a:ln>
          <a:effectLst>
            <a:glow rad="25400">
              <a:srgbClr val="FFFFFF">
                <a:lumMod val="75000"/>
                <a:alpha val="40000"/>
              </a:srgbClr>
            </a:glo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600" b="1" i="0" u="none" strike="noStrike" kern="0" cap="none" spc="0" normalizeH="0" baseline="0" noProof="0">
                <a:ln>
                  <a:noFill/>
                </a:ln>
                <a:solidFill>
                  <a:srgbClr val="FFFFFF"/>
                </a:solidFill>
                <a:effectLst/>
                <a:uLnTx/>
                <a:uFillTx/>
                <a:latin typeface="Boehringer Forward Text"/>
                <a:ea typeface="黑体"/>
                <a:cs typeface="+mn-cs"/>
              </a:rPr>
              <a:t>2030</a:t>
            </a:r>
            <a:endParaRPr kumimoji="0" lang="en-US" sz="600" b="1" i="0" u="none" strike="noStrike" kern="0" cap="none" spc="0" normalizeH="0" baseline="0" noProof="0">
              <a:ln>
                <a:noFill/>
              </a:ln>
              <a:solidFill>
                <a:srgbClr val="FFFFFF"/>
              </a:solidFill>
              <a:effectLst/>
              <a:uLnTx/>
              <a:uFillTx/>
              <a:latin typeface="Boehringer Forward Text"/>
              <a:ea typeface="黑体"/>
              <a:cs typeface="+mn-cs"/>
            </a:endParaRPr>
          </a:p>
        </p:txBody>
      </p:sp>
      <p:sp>
        <p:nvSpPr>
          <p:cNvPr id="62" name="Ellipse 59">
            <a:extLst>
              <a:ext uri="{FF2B5EF4-FFF2-40B4-BE49-F238E27FC236}">
                <a16:creationId xmlns:a16="http://schemas.microsoft.com/office/drawing/2014/main" id="{BEC91BA6-E68A-84F7-7322-65377DE00189}"/>
              </a:ext>
            </a:extLst>
          </p:cNvPr>
          <p:cNvSpPr/>
          <p:nvPr/>
        </p:nvSpPr>
        <p:spPr>
          <a:xfrm>
            <a:off x="8695190" y="1877863"/>
            <a:ext cx="290985" cy="290985"/>
          </a:xfrm>
          <a:prstGeom prst="ellipse">
            <a:avLst/>
          </a:prstGeom>
          <a:solidFill>
            <a:srgbClr val="0070C0"/>
          </a:solidFill>
          <a:ln w="28575" cap="sq" cmpd="sng" algn="ctr">
            <a:noFill/>
            <a:prstDash val="solid"/>
            <a:miter lim="800000"/>
          </a:ln>
          <a:effectLst>
            <a:glow rad="25400">
              <a:srgbClr val="FFFFFF">
                <a:lumMod val="75000"/>
                <a:alpha val="40000"/>
              </a:srgbClr>
            </a:glo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600" b="1" i="0" u="none" strike="noStrike" kern="0" cap="none" spc="0" normalizeH="0" baseline="0" noProof="0">
                <a:ln>
                  <a:noFill/>
                </a:ln>
                <a:solidFill>
                  <a:srgbClr val="FFFFFF"/>
                </a:solidFill>
                <a:effectLst/>
                <a:uLnTx/>
                <a:uFillTx/>
                <a:latin typeface="Boehringer Forward Text"/>
                <a:ea typeface="黑体"/>
                <a:cs typeface="+mn-cs"/>
              </a:rPr>
              <a:t>20</a:t>
            </a:r>
            <a:r>
              <a:rPr lang="de-DE" sz="600" b="1" kern="0">
                <a:solidFill>
                  <a:srgbClr val="FFFFFF"/>
                </a:solidFill>
                <a:latin typeface="Boehringer Forward Text"/>
                <a:ea typeface="黑体"/>
              </a:rPr>
              <a:t>26</a:t>
            </a:r>
            <a:endParaRPr kumimoji="0" lang="en-US" sz="600" b="1" i="0" u="none" strike="noStrike" kern="0" cap="none" spc="0" normalizeH="0" baseline="0" noProof="0">
              <a:ln>
                <a:noFill/>
              </a:ln>
              <a:solidFill>
                <a:srgbClr val="FFFFFF"/>
              </a:solidFill>
              <a:effectLst/>
              <a:uLnTx/>
              <a:uFillTx/>
              <a:latin typeface="Boehringer Forward Text"/>
              <a:ea typeface="黑体"/>
              <a:cs typeface="+mn-cs"/>
            </a:endParaRPr>
          </a:p>
        </p:txBody>
      </p:sp>
      <p:sp>
        <p:nvSpPr>
          <p:cNvPr id="63" name="Ellipse 59">
            <a:extLst>
              <a:ext uri="{FF2B5EF4-FFF2-40B4-BE49-F238E27FC236}">
                <a16:creationId xmlns:a16="http://schemas.microsoft.com/office/drawing/2014/main" id="{F1C3AD28-3F02-7DCE-D3EC-6D900CC0E667}"/>
              </a:ext>
            </a:extLst>
          </p:cNvPr>
          <p:cNvSpPr/>
          <p:nvPr/>
        </p:nvSpPr>
        <p:spPr>
          <a:xfrm>
            <a:off x="8695190" y="2497547"/>
            <a:ext cx="290985" cy="290985"/>
          </a:xfrm>
          <a:prstGeom prst="ellipse">
            <a:avLst/>
          </a:prstGeom>
          <a:solidFill>
            <a:srgbClr val="0070C0"/>
          </a:solidFill>
          <a:ln w="28575" cap="sq" cmpd="sng" algn="ctr">
            <a:noFill/>
            <a:prstDash val="solid"/>
            <a:miter lim="800000"/>
          </a:ln>
          <a:effectLst>
            <a:glow rad="25400">
              <a:srgbClr val="FFFFFF">
                <a:lumMod val="75000"/>
                <a:alpha val="40000"/>
              </a:srgbClr>
            </a:glo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600" b="1" i="0" u="none" strike="noStrike" kern="0" cap="none" spc="0" normalizeH="0" baseline="0" noProof="0">
                <a:ln>
                  <a:noFill/>
                </a:ln>
                <a:solidFill>
                  <a:srgbClr val="FFFFFF"/>
                </a:solidFill>
                <a:effectLst/>
                <a:uLnTx/>
                <a:uFillTx/>
                <a:latin typeface="Boehringer Forward Text"/>
                <a:ea typeface="黑体"/>
                <a:cs typeface="+mn-cs"/>
              </a:rPr>
              <a:t>20</a:t>
            </a:r>
            <a:r>
              <a:rPr lang="de-DE" sz="600" b="1" kern="0">
                <a:solidFill>
                  <a:srgbClr val="FFFFFF"/>
                </a:solidFill>
                <a:latin typeface="Boehringer Forward Text"/>
                <a:ea typeface="黑体"/>
              </a:rPr>
              <a:t>27</a:t>
            </a:r>
            <a:endParaRPr kumimoji="0" lang="en-US" sz="600" b="1" i="0" u="none" strike="noStrike" kern="0" cap="none" spc="0" normalizeH="0" baseline="0" noProof="0">
              <a:ln>
                <a:noFill/>
              </a:ln>
              <a:solidFill>
                <a:srgbClr val="FFFFFF"/>
              </a:solidFill>
              <a:effectLst/>
              <a:uLnTx/>
              <a:uFillTx/>
              <a:latin typeface="Boehringer Forward Text"/>
              <a:ea typeface="黑体"/>
              <a:cs typeface="+mn-cs"/>
            </a:endParaRPr>
          </a:p>
        </p:txBody>
      </p:sp>
      <p:sp>
        <p:nvSpPr>
          <p:cNvPr id="71" name="Ellipse 59">
            <a:extLst>
              <a:ext uri="{FF2B5EF4-FFF2-40B4-BE49-F238E27FC236}">
                <a16:creationId xmlns:a16="http://schemas.microsoft.com/office/drawing/2014/main" id="{9BC3C909-D2AC-34C9-16C6-9922C438B61F}"/>
              </a:ext>
            </a:extLst>
          </p:cNvPr>
          <p:cNvSpPr/>
          <p:nvPr/>
        </p:nvSpPr>
        <p:spPr>
          <a:xfrm>
            <a:off x="8695190" y="3341679"/>
            <a:ext cx="290985" cy="290985"/>
          </a:xfrm>
          <a:prstGeom prst="ellipse">
            <a:avLst/>
          </a:prstGeom>
          <a:solidFill>
            <a:srgbClr val="0070C0"/>
          </a:solidFill>
          <a:ln w="28575" cap="sq" cmpd="sng" algn="ctr">
            <a:noFill/>
            <a:prstDash val="solid"/>
            <a:miter lim="800000"/>
          </a:ln>
          <a:effectLst>
            <a:glow rad="25400">
              <a:srgbClr val="FFFFFF">
                <a:lumMod val="75000"/>
                <a:alpha val="40000"/>
              </a:srgbClr>
            </a:glo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600" b="1" i="0" u="none" strike="noStrike" kern="0" cap="none" spc="0" normalizeH="0" baseline="0" noProof="0">
                <a:ln>
                  <a:noFill/>
                </a:ln>
                <a:solidFill>
                  <a:srgbClr val="FFFFFF"/>
                </a:solidFill>
                <a:effectLst/>
                <a:uLnTx/>
                <a:uFillTx/>
                <a:latin typeface="Boehringer Forward Text"/>
                <a:ea typeface="黑体"/>
                <a:cs typeface="+mn-cs"/>
              </a:rPr>
              <a:t>20</a:t>
            </a:r>
            <a:r>
              <a:rPr lang="de-DE" sz="600" b="1" kern="0">
                <a:solidFill>
                  <a:srgbClr val="FFFFFF"/>
                </a:solidFill>
                <a:latin typeface="Boehringer Forward Text"/>
                <a:ea typeface="黑体"/>
              </a:rPr>
              <a:t>26</a:t>
            </a:r>
            <a:endParaRPr kumimoji="0" lang="en-US" sz="600" b="1" i="0" u="none" strike="noStrike" kern="0" cap="none" spc="0" normalizeH="0" baseline="0" noProof="0">
              <a:ln>
                <a:noFill/>
              </a:ln>
              <a:solidFill>
                <a:srgbClr val="FFFFFF"/>
              </a:solidFill>
              <a:effectLst/>
              <a:uLnTx/>
              <a:uFillTx/>
              <a:latin typeface="Boehringer Forward Text"/>
              <a:ea typeface="黑体"/>
              <a:cs typeface="+mn-cs"/>
            </a:endParaRPr>
          </a:p>
        </p:txBody>
      </p:sp>
      <p:sp>
        <p:nvSpPr>
          <p:cNvPr id="72" name="Ellipse 59">
            <a:extLst>
              <a:ext uri="{FF2B5EF4-FFF2-40B4-BE49-F238E27FC236}">
                <a16:creationId xmlns:a16="http://schemas.microsoft.com/office/drawing/2014/main" id="{1287FC94-C4E7-5735-FEE7-A73E254B6994}"/>
              </a:ext>
            </a:extLst>
          </p:cNvPr>
          <p:cNvSpPr/>
          <p:nvPr/>
        </p:nvSpPr>
        <p:spPr>
          <a:xfrm>
            <a:off x="8695190" y="4062706"/>
            <a:ext cx="290985" cy="290985"/>
          </a:xfrm>
          <a:prstGeom prst="ellipse">
            <a:avLst/>
          </a:prstGeom>
          <a:solidFill>
            <a:srgbClr val="0070C0"/>
          </a:solidFill>
          <a:ln w="28575" cap="sq" cmpd="sng" algn="ctr">
            <a:noFill/>
            <a:prstDash val="solid"/>
            <a:miter lim="800000"/>
          </a:ln>
          <a:effectLst>
            <a:glow rad="25400">
              <a:srgbClr val="FFFFFF">
                <a:lumMod val="75000"/>
                <a:alpha val="40000"/>
              </a:srgbClr>
            </a:glo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600" b="1" i="0" u="none" strike="noStrike" kern="0" cap="none" spc="0" normalizeH="0" baseline="0" noProof="0">
                <a:ln>
                  <a:noFill/>
                </a:ln>
                <a:solidFill>
                  <a:srgbClr val="FFFFFF"/>
                </a:solidFill>
                <a:effectLst/>
                <a:uLnTx/>
                <a:uFillTx/>
                <a:latin typeface="Boehringer Forward Text"/>
                <a:ea typeface="黑体"/>
                <a:cs typeface="+mn-cs"/>
              </a:rPr>
              <a:t>20</a:t>
            </a:r>
            <a:r>
              <a:rPr lang="de-DE" sz="600" b="1" kern="0">
                <a:solidFill>
                  <a:srgbClr val="FFFFFF"/>
                </a:solidFill>
                <a:latin typeface="Boehringer Forward Text"/>
                <a:ea typeface="黑体"/>
              </a:rPr>
              <a:t>27</a:t>
            </a:r>
            <a:endParaRPr kumimoji="0" lang="en-US" sz="600" b="1" i="0" u="none" strike="noStrike" kern="0" cap="none" spc="0" normalizeH="0" baseline="0" noProof="0">
              <a:ln>
                <a:noFill/>
              </a:ln>
              <a:solidFill>
                <a:srgbClr val="FFFFFF"/>
              </a:solidFill>
              <a:effectLst/>
              <a:uLnTx/>
              <a:uFillTx/>
              <a:latin typeface="Boehringer Forward Text"/>
              <a:ea typeface="黑体"/>
              <a:cs typeface="+mn-cs"/>
            </a:endParaRPr>
          </a:p>
        </p:txBody>
      </p:sp>
    </p:spTree>
    <p:extLst>
      <p:ext uri="{BB962C8B-B14F-4D97-AF65-F5344CB8AC3E}">
        <p14:creationId xmlns:p14="http://schemas.microsoft.com/office/powerpoint/2010/main" val="3593919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2FD0F73-76DA-B46A-8D64-761E4C48255E}"/>
            </a:ext>
          </a:extLst>
        </p:cNvPr>
        <p:cNvGrpSpPr/>
        <p:nvPr/>
      </p:nvGrpSpPr>
      <p:grpSpPr>
        <a:xfrm>
          <a:off x="0" y="0"/>
          <a:ext cx="0" cy="0"/>
          <a:chOff x="0" y="0"/>
          <a:chExt cx="0" cy="0"/>
        </a:xfrm>
      </p:grpSpPr>
      <p:sp>
        <p:nvSpPr>
          <p:cNvPr id="4" name="AutoShape 2">
            <a:extLst>
              <a:ext uri="{FF2B5EF4-FFF2-40B4-BE49-F238E27FC236}">
                <a16:creationId xmlns:a16="http://schemas.microsoft.com/office/drawing/2014/main" id="{A965F024-6459-1B4C-4997-B3DA8EB82FB0}"/>
              </a:ext>
            </a:extLst>
          </p:cNvPr>
          <p:cNvSpPr>
            <a:spLocks noChangeArrowheads="1"/>
          </p:cNvSpPr>
          <p:nvPr/>
        </p:nvSpPr>
        <p:spPr bwMode="gray">
          <a:xfrm>
            <a:off x="479424" y="3128556"/>
            <a:ext cx="11232000" cy="218440"/>
          </a:xfrm>
          <a:custGeom>
            <a:avLst/>
            <a:gdLst>
              <a:gd name="connsiteX0" fmla="*/ 0 w 10440925"/>
              <a:gd name="connsiteY0" fmla="*/ 0 h 199566"/>
              <a:gd name="connsiteX1" fmla="*/ 10379714 w 10440925"/>
              <a:gd name="connsiteY1" fmla="*/ 0 h 199566"/>
              <a:gd name="connsiteX2" fmla="*/ 10440925 w 10440925"/>
              <a:gd name="connsiteY2" fmla="*/ 99783 h 199566"/>
              <a:gd name="connsiteX3" fmla="*/ 10379714 w 10440925"/>
              <a:gd name="connsiteY3" fmla="*/ 199566 h 199566"/>
              <a:gd name="connsiteX4" fmla="*/ 0 w 10440925"/>
              <a:gd name="connsiteY4" fmla="*/ 199566 h 199566"/>
              <a:gd name="connsiteX5" fmla="*/ 61211 w 10440925"/>
              <a:gd name="connsiteY5" fmla="*/ 99783 h 199566"/>
              <a:gd name="connsiteX6" fmla="*/ 0 w 10440925"/>
              <a:gd name="connsiteY6" fmla="*/ 0 h 199566"/>
              <a:gd name="connsiteX0" fmla="*/ 0 w 10440925"/>
              <a:gd name="connsiteY0" fmla="*/ 0 h 199566"/>
              <a:gd name="connsiteX1" fmla="*/ 10379714 w 10440925"/>
              <a:gd name="connsiteY1" fmla="*/ 0 h 199566"/>
              <a:gd name="connsiteX2" fmla="*/ 10440925 w 10440925"/>
              <a:gd name="connsiteY2" fmla="*/ 99783 h 199566"/>
              <a:gd name="connsiteX3" fmla="*/ 10379714 w 10440925"/>
              <a:gd name="connsiteY3" fmla="*/ 199566 h 199566"/>
              <a:gd name="connsiteX4" fmla="*/ 0 w 10440925"/>
              <a:gd name="connsiteY4" fmla="*/ 199566 h 199566"/>
              <a:gd name="connsiteX5" fmla="*/ 0 w 10440925"/>
              <a:gd name="connsiteY5" fmla="*/ 0 h 199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40925" h="199566">
                <a:moveTo>
                  <a:pt x="0" y="0"/>
                </a:moveTo>
                <a:lnTo>
                  <a:pt x="10379714" y="0"/>
                </a:lnTo>
                <a:lnTo>
                  <a:pt x="10440925" y="99783"/>
                </a:lnTo>
                <a:lnTo>
                  <a:pt x="10379714" y="199566"/>
                </a:lnTo>
                <a:lnTo>
                  <a:pt x="0" y="199566"/>
                </a:lnTo>
                <a:lnTo>
                  <a:pt x="0" y="0"/>
                </a:lnTo>
                <a:close/>
              </a:path>
            </a:pathLst>
          </a:cu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ot="0" spcFirstLastPara="0" vertOverflow="overflow" horzOverflow="overflow" vert="horz" wrap="square" lIns="0" tIns="37148" rIns="74295" bIns="37148" numCol="1" spcCol="0" rtlCol="0" fromWordArt="0" anchor="ctr" anchorCtr="0" forceAA="0" compatLnSpc="1">
            <a:prstTxWarp prst="textNoShape">
              <a:avLst/>
            </a:prstTxWarp>
            <a:noAutofit/>
          </a:bodyPr>
          <a:lstStyle/>
          <a:p>
            <a:pPr marL="93896" marR="0" lvl="0" indent="0" algn="l" defTabSz="914400" rtl="0" eaLnBrk="0" fontAlgn="base" latinLnBrk="0" hangingPunct="0">
              <a:lnSpc>
                <a:spcPct val="100000"/>
              </a:lnSpc>
              <a:spcBef>
                <a:spcPct val="0"/>
              </a:spcBef>
              <a:spcAft>
                <a:spcPct val="0"/>
              </a:spcAft>
              <a:buClrTx/>
              <a:buSzTx/>
              <a:buFontTx/>
              <a:buNone/>
              <a:tabLst/>
              <a:defRPr/>
            </a:pPr>
            <a:endParaRPr kumimoji="0" lang="en-US" sz="975" b="1" i="1" u="none" strike="noStrike" kern="1200" cap="none" spc="0" normalizeH="0" baseline="0" noProof="0">
              <a:ln>
                <a:noFill/>
              </a:ln>
              <a:solidFill>
                <a:srgbClr val="FFFFFF"/>
              </a:solidFill>
              <a:effectLst/>
              <a:uLnTx/>
              <a:uFillTx/>
              <a:latin typeface="Boehringer Forward Text"/>
              <a:ea typeface="+mn-ea"/>
              <a:cs typeface="Arial" panose="020B0604020202020204" pitchFamily="34" charset="0"/>
            </a:endParaRPr>
          </a:p>
        </p:txBody>
      </p:sp>
      <p:grpSp>
        <p:nvGrpSpPr>
          <p:cNvPr id="305" name="Group 304">
            <a:extLst>
              <a:ext uri="{FF2B5EF4-FFF2-40B4-BE49-F238E27FC236}">
                <a16:creationId xmlns:a16="http://schemas.microsoft.com/office/drawing/2014/main" id="{8E04C824-0965-683D-C299-9751082E3757}"/>
              </a:ext>
            </a:extLst>
          </p:cNvPr>
          <p:cNvGrpSpPr/>
          <p:nvPr/>
        </p:nvGrpSpPr>
        <p:grpSpPr>
          <a:xfrm>
            <a:off x="9113533" y="3083358"/>
            <a:ext cx="324000" cy="324000"/>
            <a:chOff x="2124108" y="2977434"/>
            <a:chExt cx="324000" cy="324000"/>
          </a:xfrm>
        </p:grpSpPr>
        <p:sp>
          <p:nvSpPr>
            <p:cNvPr id="310" name="Oval 309">
              <a:extLst>
                <a:ext uri="{FF2B5EF4-FFF2-40B4-BE49-F238E27FC236}">
                  <a16:creationId xmlns:a16="http://schemas.microsoft.com/office/drawing/2014/main" id="{D37D5AA6-5648-1836-C569-391333573838}"/>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311" name="Oval 310">
              <a:extLst>
                <a:ext uri="{FF2B5EF4-FFF2-40B4-BE49-F238E27FC236}">
                  <a16:creationId xmlns:a16="http://schemas.microsoft.com/office/drawing/2014/main" id="{D4ADDDA7-FE6F-E39C-6651-4686B6A93DED}"/>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312" name="Graphic 311" descr="Diamond with solid fill">
              <a:extLst>
                <a:ext uri="{FF2B5EF4-FFF2-40B4-BE49-F238E27FC236}">
                  <a16:creationId xmlns:a16="http://schemas.microsoft.com/office/drawing/2014/main" id="{CCBF3EAC-67CE-BEA7-D8CA-D4055F6A6ED7}"/>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2206951" y="3060277"/>
              <a:ext cx="158314" cy="158314"/>
            </a:xfrm>
            <a:prstGeom prst="rect">
              <a:avLst/>
            </a:prstGeom>
          </p:spPr>
        </p:pic>
      </p:grpSp>
      <p:grpSp>
        <p:nvGrpSpPr>
          <p:cNvPr id="306" name="Group 305">
            <a:extLst>
              <a:ext uri="{FF2B5EF4-FFF2-40B4-BE49-F238E27FC236}">
                <a16:creationId xmlns:a16="http://schemas.microsoft.com/office/drawing/2014/main" id="{B5FFFF47-974E-8C00-41BC-9D33C2F2DE28}"/>
              </a:ext>
            </a:extLst>
          </p:cNvPr>
          <p:cNvGrpSpPr/>
          <p:nvPr/>
        </p:nvGrpSpPr>
        <p:grpSpPr>
          <a:xfrm>
            <a:off x="9273207" y="1282933"/>
            <a:ext cx="1285427" cy="1800425"/>
            <a:chOff x="5186604" y="1271594"/>
            <a:chExt cx="1285427" cy="1800425"/>
          </a:xfrm>
        </p:grpSpPr>
        <p:cxnSp>
          <p:nvCxnSpPr>
            <p:cNvPr id="307" name="Straight Connector 306">
              <a:extLst>
                <a:ext uri="{FF2B5EF4-FFF2-40B4-BE49-F238E27FC236}">
                  <a16:creationId xmlns:a16="http://schemas.microsoft.com/office/drawing/2014/main" id="{040DDD3D-EC47-C7F5-E107-D3134E0129D4}"/>
                </a:ext>
              </a:extLst>
            </p:cNvPr>
            <p:cNvCxnSpPr>
              <a:cxnSpLocks/>
              <a:stCxn id="310" idx="0"/>
              <a:endCxn id="309" idx="3"/>
            </p:cNvCxnSpPr>
            <p:nvPr/>
          </p:nvCxnSpPr>
          <p:spPr>
            <a:xfrm flipH="1" flipV="1">
              <a:off x="5186604" y="1551244"/>
              <a:ext cx="2326" cy="1520775"/>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308" name="Rectangle 373">
              <a:extLst>
                <a:ext uri="{FF2B5EF4-FFF2-40B4-BE49-F238E27FC236}">
                  <a16:creationId xmlns:a16="http://schemas.microsoft.com/office/drawing/2014/main" id="{86A6819D-015A-0053-6654-B03855DF5357}"/>
                </a:ext>
              </a:extLst>
            </p:cNvPr>
            <p:cNvSpPr/>
            <p:nvPr/>
          </p:nvSpPr>
          <p:spPr>
            <a:xfrm flipH="1">
              <a:off x="5296177" y="1271594"/>
              <a:ext cx="1175854" cy="56688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err="1">
                  <a:ln>
                    <a:noFill/>
                  </a:ln>
                  <a:solidFill>
                    <a:srgbClr val="002060"/>
                  </a:solidFill>
                  <a:effectLst/>
                  <a:uLnTx/>
                  <a:uFillTx/>
                  <a:latin typeface="Boehringer Forward Text"/>
                  <a:ea typeface="+mn-ea"/>
                  <a:cs typeface="+mn-cs"/>
                </a:rPr>
                <a:t>PKKi</a:t>
              </a: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 - </a:t>
              </a: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PoC</a:t>
              </a:r>
            </a:p>
          </p:txBody>
        </p:sp>
        <p:sp>
          <p:nvSpPr>
            <p:cNvPr id="309" name="Arrow: Right 53">
              <a:extLst>
                <a:ext uri="{FF2B5EF4-FFF2-40B4-BE49-F238E27FC236}">
                  <a16:creationId xmlns:a16="http://schemas.microsoft.com/office/drawing/2014/main" id="{0FC6C3E7-019B-BBD0-2866-BDF71AC952AB}"/>
                </a:ext>
              </a:extLst>
            </p:cNvPr>
            <p:cNvSpPr/>
            <p:nvPr/>
          </p:nvSpPr>
          <p:spPr>
            <a:xfrm flipH="1">
              <a:off x="5186604" y="1497244"/>
              <a:ext cx="108000" cy="108000"/>
            </a:xfrm>
            <a:prstGeom prst="rect">
              <a:avLst/>
            </a:prstGeom>
            <a:solidFill>
              <a:srgbClr val="D62728"/>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grpSp>
        <p:nvGrpSpPr>
          <p:cNvPr id="330" name="Group 329">
            <a:extLst>
              <a:ext uri="{FF2B5EF4-FFF2-40B4-BE49-F238E27FC236}">
                <a16:creationId xmlns:a16="http://schemas.microsoft.com/office/drawing/2014/main" id="{C9A558B2-633B-9619-4354-9D16D6D8BF29}"/>
              </a:ext>
            </a:extLst>
          </p:cNvPr>
          <p:cNvGrpSpPr/>
          <p:nvPr/>
        </p:nvGrpSpPr>
        <p:grpSpPr>
          <a:xfrm>
            <a:off x="4289105" y="873668"/>
            <a:ext cx="2950857" cy="2254888"/>
            <a:chOff x="5186604" y="1469008"/>
            <a:chExt cx="2950857" cy="2254888"/>
          </a:xfrm>
        </p:grpSpPr>
        <p:cxnSp>
          <p:nvCxnSpPr>
            <p:cNvPr id="331" name="Straight Connector 330">
              <a:extLst>
                <a:ext uri="{FF2B5EF4-FFF2-40B4-BE49-F238E27FC236}">
                  <a16:creationId xmlns:a16="http://schemas.microsoft.com/office/drawing/2014/main" id="{811895AD-627D-E4BA-CDAB-FE32740C56EE}"/>
                </a:ext>
              </a:extLst>
            </p:cNvPr>
            <p:cNvCxnSpPr>
              <a:cxnSpLocks/>
              <a:endCxn id="335" idx="3"/>
            </p:cNvCxnSpPr>
            <p:nvPr/>
          </p:nvCxnSpPr>
          <p:spPr>
            <a:xfrm flipV="1">
              <a:off x="5186604" y="1748658"/>
              <a:ext cx="0" cy="1975238"/>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332" name="Rectangle 373">
              <a:extLst>
                <a:ext uri="{FF2B5EF4-FFF2-40B4-BE49-F238E27FC236}">
                  <a16:creationId xmlns:a16="http://schemas.microsoft.com/office/drawing/2014/main" id="{BEF19273-8261-8D65-0B82-11A3CD125704}"/>
                </a:ext>
              </a:extLst>
            </p:cNvPr>
            <p:cNvSpPr/>
            <p:nvPr/>
          </p:nvSpPr>
          <p:spPr>
            <a:xfrm flipH="1">
              <a:off x="5296174" y="1469008"/>
              <a:ext cx="2841287" cy="56688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ARVO/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4Sight NETWORK (DR/DME and AMD/GA)</a:t>
              </a:r>
            </a:p>
          </p:txBody>
        </p:sp>
        <p:sp>
          <p:nvSpPr>
            <p:cNvPr id="335" name="Arrow: Right 53">
              <a:extLst>
                <a:ext uri="{FF2B5EF4-FFF2-40B4-BE49-F238E27FC236}">
                  <a16:creationId xmlns:a16="http://schemas.microsoft.com/office/drawing/2014/main" id="{1AA1DE35-3124-D167-6A2F-6CD8DEBD6F34}"/>
                </a:ext>
              </a:extLst>
            </p:cNvPr>
            <p:cNvSpPr/>
            <p:nvPr/>
          </p:nvSpPr>
          <p:spPr>
            <a:xfrm flipH="1">
              <a:off x="5186604" y="1694658"/>
              <a:ext cx="108000" cy="108000"/>
            </a:xfrm>
            <a:prstGeom prst="rect">
              <a:avLst/>
            </a:prstGeom>
            <a:solidFill>
              <a:srgbClr val="80008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grpSp>
        <p:nvGrpSpPr>
          <p:cNvPr id="356" name="Group 355">
            <a:extLst>
              <a:ext uri="{FF2B5EF4-FFF2-40B4-BE49-F238E27FC236}">
                <a16:creationId xmlns:a16="http://schemas.microsoft.com/office/drawing/2014/main" id="{E596A5F8-EA07-CC47-64DA-B22513C73732}"/>
              </a:ext>
            </a:extLst>
          </p:cNvPr>
          <p:cNvGrpSpPr/>
          <p:nvPr/>
        </p:nvGrpSpPr>
        <p:grpSpPr>
          <a:xfrm>
            <a:off x="1583338" y="2156237"/>
            <a:ext cx="1515799" cy="1041991"/>
            <a:chOff x="5186604" y="2156237"/>
            <a:chExt cx="1515799" cy="1041991"/>
          </a:xfrm>
        </p:grpSpPr>
        <p:cxnSp>
          <p:nvCxnSpPr>
            <p:cNvPr id="357" name="Straight Connector 356">
              <a:extLst>
                <a:ext uri="{FF2B5EF4-FFF2-40B4-BE49-F238E27FC236}">
                  <a16:creationId xmlns:a16="http://schemas.microsoft.com/office/drawing/2014/main" id="{245E6B1F-0CBB-90F0-C6CF-620DA4B1FEE2}"/>
                </a:ext>
              </a:extLst>
            </p:cNvPr>
            <p:cNvCxnSpPr>
              <a:cxnSpLocks/>
              <a:endCxn id="359" idx="3"/>
            </p:cNvCxnSpPr>
            <p:nvPr/>
          </p:nvCxnSpPr>
          <p:spPr>
            <a:xfrm flipV="1">
              <a:off x="5186604" y="2339172"/>
              <a:ext cx="0" cy="859056"/>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358" name="Rectangle 373">
              <a:extLst>
                <a:ext uri="{FF2B5EF4-FFF2-40B4-BE49-F238E27FC236}">
                  <a16:creationId xmlns:a16="http://schemas.microsoft.com/office/drawing/2014/main" id="{AE9FA15D-00CE-42F0-5A9E-F93CB681EA23}"/>
                </a:ext>
              </a:extLst>
            </p:cNvPr>
            <p:cNvSpPr/>
            <p:nvPr/>
          </p:nvSpPr>
          <p:spPr>
            <a:xfrm flipH="1">
              <a:off x="5296176" y="2156237"/>
              <a:ext cx="1406227" cy="365760"/>
            </a:xfrm>
            <a:prstGeom prst="rect">
              <a:avLst/>
            </a:prstGeom>
            <a:solidFill>
              <a:schemeClr val="tx2">
                <a:lumMod val="20000"/>
                <a:lumOff val="80000"/>
              </a:schemeClr>
            </a:solidFill>
            <a:ln w="12700">
              <a:solidFill>
                <a:schemeClr val="bg1"/>
              </a:solid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aC3 – GA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Light GBP Workshop</a:t>
              </a:r>
            </a:p>
          </p:txBody>
        </p:sp>
        <p:sp>
          <p:nvSpPr>
            <p:cNvPr id="359" name="Arrow: Right 53">
              <a:extLst>
                <a:ext uri="{FF2B5EF4-FFF2-40B4-BE49-F238E27FC236}">
                  <a16:creationId xmlns:a16="http://schemas.microsoft.com/office/drawing/2014/main" id="{EC82BB8D-73E6-0584-333B-A11B999A7E67}"/>
                </a:ext>
              </a:extLst>
            </p:cNvPr>
            <p:cNvSpPr/>
            <p:nvPr/>
          </p:nvSpPr>
          <p:spPr>
            <a:xfrm flipH="1">
              <a:off x="5186604" y="2285172"/>
              <a:ext cx="108000" cy="108000"/>
            </a:xfrm>
            <a:prstGeom prst="rect">
              <a:avLst/>
            </a:prstGeom>
            <a:solidFill>
              <a:srgbClr val="80008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grpSp>
        <p:nvGrpSpPr>
          <p:cNvPr id="338" name="Group 337">
            <a:extLst>
              <a:ext uri="{FF2B5EF4-FFF2-40B4-BE49-F238E27FC236}">
                <a16:creationId xmlns:a16="http://schemas.microsoft.com/office/drawing/2014/main" id="{BD061DDD-1F96-1711-6542-2B46AEE8872C}"/>
              </a:ext>
            </a:extLst>
          </p:cNvPr>
          <p:cNvGrpSpPr/>
          <p:nvPr/>
        </p:nvGrpSpPr>
        <p:grpSpPr>
          <a:xfrm>
            <a:off x="1389028" y="1008355"/>
            <a:ext cx="1612725" cy="2120201"/>
            <a:chOff x="5186604" y="2077773"/>
            <a:chExt cx="1612725" cy="2120201"/>
          </a:xfrm>
        </p:grpSpPr>
        <p:cxnSp>
          <p:nvCxnSpPr>
            <p:cNvPr id="339" name="Straight Connector 338">
              <a:extLst>
                <a:ext uri="{FF2B5EF4-FFF2-40B4-BE49-F238E27FC236}">
                  <a16:creationId xmlns:a16="http://schemas.microsoft.com/office/drawing/2014/main" id="{8FB90A6A-8F0E-7FEC-F856-9EC4572E362C}"/>
                </a:ext>
              </a:extLst>
            </p:cNvPr>
            <p:cNvCxnSpPr>
              <a:cxnSpLocks/>
              <a:endCxn id="346" idx="3"/>
            </p:cNvCxnSpPr>
            <p:nvPr/>
          </p:nvCxnSpPr>
          <p:spPr>
            <a:xfrm flipV="1">
              <a:off x="5186604" y="2269500"/>
              <a:ext cx="0" cy="1928474"/>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345" name="Rectangle 373">
              <a:extLst>
                <a:ext uri="{FF2B5EF4-FFF2-40B4-BE49-F238E27FC236}">
                  <a16:creationId xmlns:a16="http://schemas.microsoft.com/office/drawing/2014/main" id="{1AB42A37-7019-079A-D980-2559731AC770}"/>
                </a:ext>
              </a:extLst>
            </p:cNvPr>
            <p:cNvSpPr/>
            <p:nvPr/>
          </p:nvSpPr>
          <p:spPr>
            <a:xfrm flipH="1">
              <a:off x="5296175" y="2077773"/>
              <a:ext cx="1503154" cy="365760"/>
            </a:xfrm>
            <a:prstGeom prst="rect">
              <a:avLst/>
            </a:prstGeom>
            <a:solidFill>
              <a:schemeClr val="tx2">
                <a:lumMod val="20000"/>
                <a:lumOff val="80000"/>
              </a:schemeClr>
            </a:solid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2026 Visionary Pathway</a:t>
              </a:r>
              <a:endParaRPr kumimoji="0" lang="en-US" sz="1000" b="0" i="0" u="none" strike="noStrike" kern="1200" cap="none" spc="0" normalizeH="0" baseline="0" noProof="0">
                <a:ln>
                  <a:noFill/>
                </a:ln>
                <a:solidFill>
                  <a:srgbClr val="002060"/>
                </a:solidFill>
                <a:effectLst/>
                <a:uLnTx/>
                <a:uFillTx/>
                <a:latin typeface="Boehringer Forward Text"/>
                <a:ea typeface="+mn-ea"/>
                <a:cs typeface="+mn-cs"/>
              </a:endParaRPr>
            </a:p>
          </p:txBody>
        </p:sp>
        <p:sp>
          <p:nvSpPr>
            <p:cNvPr id="346" name="Arrow: Right 53">
              <a:extLst>
                <a:ext uri="{FF2B5EF4-FFF2-40B4-BE49-F238E27FC236}">
                  <a16:creationId xmlns:a16="http://schemas.microsoft.com/office/drawing/2014/main" id="{9116D6B6-2EBE-275B-E55B-AABDAB731F98}"/>
                </a:ext>
              </a:extLst>
            </p:cNvPr>
            <p:cNvSpPr/>
            <p:nvPr/>
          </p:nvSpPr>
          <p:spPr>
            <a:xfrm flipH="1">
              <a:off x="5186604" y="2215500"/>
              <a:ext cx="108000" cy="108000"/>
            </a:xfrm>
            <a:prstGeom prst="rect">
              <a:avLst/>
            </a:prstGeom>
            <a:solidFill>
              <a:srgbClr val="80008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graphicFrame>
        <p:nvGraphicFramePr>
          <p:cNvPr id="7" name="Table 6">
            <a:extLst>
              <a:ext uri="{FF2B5EF4-FFF2-40B4-BE49-F238E27FC236}">
                <a16:creationId xmlns:a16="http://schemas.microsoft.com/office/drawing/2014/main" id="{18E61796-31D9-EC41-44C2-BBEA1FC0203D}"/>
              </a:ext>
            </a:extLst>
          </p:cNvPr>
          <p:cNvGraphicFramePr>
            <a:graphicFrameLocks noGrp="1"/>
          </p:cNvGraphicFramePr>
          <p:nvPr/>
        </p:nvGraphicFramePr>
        <p:xfrm>
          <a:off x="496111" y="3337594"/>
          <a:ext cx="11230608" cy="370840"/>
        </p:xfrm>
        <a:graphic>
          <a:graphicData uri="http://schemas.openxmlformats.org/drawingml/2006/table">
            <a:tbl>
              <a:tblPr firstRow="1" bandRow="1">
                <a:tableStyleId>{2D5ABB26-0587-4C30-8999-92F81FD0307C}</a:tableStyleId>
              </a:tblPr>
              <a:tblGrid>
                <a:gridCol w="935884">
                  <a:extLst>
                    <a:ext uri="{9D8B030D-6E8A-4147-A177-3AD203B41FA5}">
                      <a16:colId xmlns:a16="http://schemas.microsoft.com/office/drawing/2014/main" val="3259948014"/>
                    </a:ext>
                  </a:extLst>
                </a:gridCol>
                <a:gridCol w="935884">
                  <a:extLst>
                    <a:ext uri="{9D8B030D-6E8A-4147-A177-3AD203B41FA5}">
                      <a16:colId xmlns:a16="http://schemas.microsoft.com/office/drawing/2014/main" val="1754446377"/>
                    </a:ext>
                  </a:extLst>
                </a:gridCol>
                <a:gridCol w="935884">
                  <a:extLst>
                    <a:ext uri="{9D8B030D-6E8A-4147-A177-3AD203B41FA5}">
                      <a16:colId xmlns:a16="http://schemas.microsoft.com/office/drawing/2014/main" val="1217927104"/>
                    </a:ext>
                  </a:extLst>
                </a:gridCol>
                <a:gridCol w="935884">
                  <a:extLst>
                    <a:ext uri="{9D8B030D-6E8A-4147-A177-3AD203B41FA5}">
                      <a16:colId xmlns:a16="http://schemas.microsoft.com/office/drawing/2014/main" val="1536033202"/>
                    </a:ext>
                  </a:extLst>
                </a:gridCol>
                <a:gridCol w="935884">
                  <a:extLst>
                    <a:ext uri="{9D8B030D-6E8A-4147-A177-3AD203B41FA5}">
                      <a16:colId xmlns:a16="http://schemas.microsoft.com/office/drawing/2014/main" val="4043156477"/>
                    </a:ext>
                  </a:extLst>
                </a:gridCol>
                <a:gridCol w="935884">
                  <a:extLst>
                    <a:ext uri="{9D8B030D-6E8A-4147-A177-3AD203B41FA5}">
                      <a16:colId xmlns:a16="http://schemas.microsoft.com/office/drawing/2014/main" val="2059884406"/>
                    </a:ext>
                  </a:extLst>
                </a:gridCol>
                <a:gridCol w="935884">
                  <a:extLst>
                    <a:ext uri="{9D8B030D-6E8A-4147-A177-3AD203B41FA5}">
                      <a16:colId xmlns:a16="http://schemas.microsoft.com/office/drawing/2014/main" val="1431727528"/>
                    </a:ext>
                  </a:extLst>
                </a:gridCol>
                <a:gridCol w="935884">
                  <a:extLst>
                    <a:ext uri="{9D8B030D-6E8A-4147-A177-3AD203B41FA5}">
                      <a16:colId xmlns:a16="http://schemas.microsoft.com/office/drawing/2014/main" val="2665324006"/>
                    </a:ext>
                  </a:extLst>
                </a:gridCol>
                <a:gridCol w="935884">
                  <a:extLst>
                    <a:ext uri="{9D8B030D-6E8A-4147-A177-3AD203B41FA5}">
                      <a16:colId xmlns:a16="http://schemas.microsoft.com/office/drawing/2014/main" val="788781497"/>
                    </a:ext>
                  </a:extLst>
                </a:gridCol>
                <a:gridCol w="935884">
                  <a:extLst>
                    <a:ext uri="{9D8B030D-6E8A-4147-A177-3AD203B41FA5}">
                      <a16:colId xmlns:a16="http://schemas.microsoft.com/office/drawing/2014/main" val="3205292133"/>
                    </a:ext>
                  </a:extLst>
                </a:gridCol>
                <a:gridCol w="935884">
                  <a:extLst>
                    <a:ext uri="{9D8B030D-6E8A-4147-A177-3AD203B41FA5}">
                      <a16:colId xmlns:a16="http://schemas.microsoft.com/office/drawing/2014/main" val="3860680305"/>
                    </a:ext>
                  </a:extLst>
                </a:gridCol>
                <a:gridCol w="935884">
                  <a:extLst>
                    <a:ext uri="{9D8B030D-6E8A-4147-A177-3AD203B41FA5}">
                      <a16:colId xmlns:a16="http://schemas.microsoft.com/office/drawing/2014/main" val="770187199"/>
                    </a:ext>
                  </a:extLst>
                </a:gridCol>
              </a:tblGrid>
              <a:tr h="370840">
                <a:tc>
                  <a:txBody>
                    <a:bodyPr/>
                    <a:lstStyle/>
                    <a:p>
                      <a:pPr algn="ctr"/>
                      <a:r>
                        <a:rPr lang="en-US" altLang="zh-CN" sz="1200">
                          <a:solidFill>
                            <a:srgbClr val="147485"/>
                          </a:solidFill>
                        </a:rPr>
                        <a:t>JAN</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FEB</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highlight>
                            <a:srgbClr val="FFFFFF"/>
                          </a:highlight>
                        </a:rPr>
                        <a:t>MAR</a:t>
                      </a:r>
                      <a:endParaRPr lang="zh-CN" altLang="en-US" sz="1200">
                        <a:solidFill>
                          <a:srgbClr val="147485"/>
                        </a:solidFill>
                        <a:highlight>
                          <a:srgbClr val="FFFFFF"/>
                        </a:highligh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APR</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MAY</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JUN</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JUL</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AUG</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SEP</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OTC</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NOV</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DEC</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1547686"/>
                  </a:ext>
                </a:extLst>
              </a:tr>
            </a:tbl>
          </a:graphicData>
        </a:graphic>
      </p:graphicFrame>
      <p:sp>
        <p:nvSpPr>
          <p:cNvPr id="2" name="Title 1">
            <a:extLst>
              <a:ext uri="{FF2B5EF4-FFF2-40B4-BE49-F238E27FC236}">
                <a16:creationId xmlns:a16="http://schemas.microsoft.com/office/drawing/2014/main" id="{B24F140C-3FA4-CC41-7B71-B2C668FDFF07}"/>
              </a:ext>
            </a:extLst>
          </p:cNvPr>
          <p:cNvSpPr>
            <a:spLocks noGrp="1"/>
          </p:cNvSpPr>
          <p:nvPr>
            <p:ph type="title"/>
          </p:nvPr>
        </p:nvSpPr>
        <p:spPr>
          <a:xfrm>
            <a:off x="146331" y="171964"/>
            <a:ext cx="11233151" cy="342767"/>
          </a:xfrm>
        </p:spPr>
        <p:txBody>
          <a:bodyPr/>
          <a:lstStyle/>
          <a:p>
            <a:r>
              <a:rPr lang="en-US" altLang="zh-CN"/>
              <a:t>2026 TA Key Milestone Overview – Eye Health</a:t>
            </a:r>
            <a:endParaRPr lang="zh-CN" altLang="en-US"/>
          </a:p>
        </p:txBody>
      </p:sp>
      <p:sp>
        <p:nvSpPr>
          <p:cNvPr id="6" name="Slide Number Placeholder 5">
            <a:extLst>
              <a:ext uri="{FF2B5EF4-FFF2-40B4-BE49-F238E27FC236}">
                <a16:creationId xmlns:a16="http://schemas.microsoft.com/office/drawing/2014/main" id="{C9E691C0-4A2C-2D3A-50EB-0B385DB453A3}"/>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9" name="TextBox 18">
            <a:extLst>
              <a:ext uri="{FF2B5EF4-FFF2-40B4-BE49-F238E27FC236}">
                <a16:creationId xmlns:a16="http://schemas.microsoft.com/office/drawing/2014/main" id="{F603537C-AD76-96C6-FAA7-E5C424B345D0}"/>
              </a:ext>
            </a:extLst>
          </p:cNvPr>
          <p:cNvSpPr txBox="1"/>
          <p:nvPr/>
        </p:nvSpPr>
        <p:spPr>
          <a:xfrm>
            <a:off x="71188" y="780446"/>
            <a:ext cx="986994" cy="577759"/>
          </a:xfrm>
          <a:prstGeom prst="rect">
            <a:avLst/>
          </a:prstGeom>
          <a:solidFill>
            <a:schemeClr val="tx2"/>
          </a:solidFill>
          <a:ln w="6350">
            <a:noFill/>
            <a:miter lim="800000"/>
          </a:ln>
        </p:spPr>
        <p:txBody>
          <a:bodyPr vert="horz" wrap="square" lIns="0" tIns="0" rIns="0" bIns="0" rtlCol="0" anchor="ctr">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1" i="1" u="none" strike="noStrike" kern="1200" cap="none" spc="0" normalizeH="0" baseline="0" noProof="0">
                <a:ln>
                  <a:noFill/>
                </a:ln>
                <a:solidFill>
                  <a:srgbClr val="000000"/>
                </a:solidFill>
                <a:effectLst/>
                <a:uLnTx/>
                <a:uFillTx/>
                <a:latin typeface="Boehringer Forward Text"/>
                <a:ea typeface="+mn-ea"/>
                <a:cs typeface="+mn-cs"/>
              </a:rPr>
              <a:t>Global milestones</a:t>
            </a:r>
          </a:p>
        </p:txBody>
      </p:sp>
      <p:grpSp>
        <p:nvGrpSpPr>
          <p:cNvPr id="21" name="Group 20">
            <a:extLst>
              <a:ext uri="{FF2B5EF4-FFF2-40B4-BE49-F238E27FC236}">
                <a16:creationId xmlns:a16="http://schemas.microsoft.com/office/drawing/2014/main" id="{4F42A79C-94E2-BFCC-3202-2B3EC096B9A6}"/>
              </a:ext>
            </a:extLst>
          </p:cNvPr>
          <p:cNvGrpSpPr/>
          <p:nvPr/>
        </p:nvGrpSpPr>
        <p:grpSpPr>
          <a:xfrm>
            <a:off x="4557125" y="2825705"/>
            <a:ext cx="324000" cy="573563"/>
            <a:chOff x="5036098" y="2825705"/>
            <a:chExt cx="324000" cy="573563"/>
          </a:xfrm>
        </p:grpSpPr>
        <p:grpSp>
          <p:nvGrpSpPr>
            <p:cNvPr id="79" name="Group 343">
              <a:extLst>
                <a:ext uri="{FF2B5EF4-FFF2-40B4-BE49-F238E27FC236}">
                  <a16:creationId xmlns:a16="http://schemas.microsoft.com/office/drawing/2014/main" id="{F2436C59-7026-92B8-A7BB-CE032606C29F}"/>
                </a:ext>
              </a:extLst>
            </p:cNvPr>
            <p:cNvGrpSpPr/>
            <p:nvPr/>
          </p:nvGrpSpPr>
          <p:grpSpPr>
            <a:xfrm>
              <a:off x="5036098" y="3075268"/>
              <a:ext cx="324000" cy="324000"/>
              <a:chOff x="5311199" y="2962865"/>
              <a:chExt cx="324000" cy="324000"/>
            </a:xfrm>
          </p:grpSpPr>
          <p:sp>
            <p:nvSpPr>
              <p:cNvPr id="80" name="Oval 344">
                <a:extLst>
                  <a:ext uri="{FF2B5EF4-FFF2-40B4-BE49-F238E27FC236}">
                    <a16:creationId xmlns:a16="http://schemas.microsoft.com/office/drawing/2014/main" id="{05642FCF-91C7-D92D-8B78-88DB2C03D718}"/>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81" name="Group 348">
                <a:extLst>
                  <a:ext uri="{FF2B5EF4-FFF2-40B4-BE49-F238E27FC236}">
                    <a16:creationId xmlns:a16="http://schemas.microsoft.com/office/drawing/2014/main" id="{672E3042-641F-257C-5B10-8DBE701C45F1}"/>
                  </a:ext>
                </a:extLst>
              </p:cNvPr>
              <p:cNvGrpSpPr/>
              <p:nvPr/>
            </p:nvGrpSpPr>
            <p:grpSpPr>
              <a:xfrm>
                <a:off x="5373950" y="3024278"/>
                <a:ext cx="198000" cy="198000"/>
                <a:chOff x="5411047" y="3113464"/>
                <a:chExt cx="198000" cy="198000"/>
              </a:xfrm>
            </p:grpSpPr>
            <p:sp>
              <p:nvSpPr>
                <p:cNvPr id="82" name="Oval 349">
                  <a:extLst>
                    <a:ext uri="{FF2B5EF4-FFF2-40B4-BE49-F238E27FC236}">
                      <a16:creationId xmlns:a16="http://schemas.microsoft.com/office/drawing/2014/main" id="{A0CE795B-4391-73FC-49EC-EFDBC5E19FAC}"/>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83" name="Graphic 350" descr="Play outline">
                  <a:extLst>
                    <a:ext uri="{FF2B5EF4-FFF2-40B4-BE49-F238E27FC236}">
                      <a16:creationId xmlns:a16="http://schemas.microsoft.com/office/drawing/2014/main" id="{D1A76F02-8A26-CFA1-6423-3A9B9768EDFE}"/>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45462" y="3137223"/>
                  <a:ext cx="158314" cy="158314"/>
                </a:xfrm>
                <a:prstGeom prst="rect">
                  <a:avLst/>
                </a:prstGeom>
              </p:spPr>
            </p:pic>
          </p:grpSp>
        </p:grpSp>
        <p:cxnSp>
          <p:nvCxnSpPr>
            <p:cNvPr id="84" name="Straight Connector 83">
              <a:extLst>
                <a:ext uri="{FF2B5EF4-FFF2-40B4-BE49-F238E27FC236}">
                  <a16:creationId xmlns:a16="http://schemas.microsoft.com/office/drawing/2014/main" id="{55C59FAE-0B49-734E-7BC1-D792F10563D7}"/>
                </a:ext>
              </a:extLst>
            </p:cNvPr>
            <p:cNvCxnSpPr>
              <a:cxnSpLocks/>
              <a:stCxn id="80" idx="0"/>
              <a:endCxn id="204" idx="3"/>
            </p:cNvCxnSpPr>
            <p:nvPr/>
          </p:nvCxnSpPr>
          <p:spPr>
            <a:xfrm flipH="1" flipV="1">
              <a:off x="5193306" y="2825705"/>
              <a:ext cx="4792" cy="249563"/>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sp>
        <p:nvSpPr>
          <p:cNvPr id="10" name="Shape 100">
            <a:extLst>
              <a:ext uri="{FF2B5EF4-FFF2-40B4-BE49-F238E27FC236}">
                <a16:creationId xmlns:a16="http://schemas.microsoft.com/office/drawing/2014/main" id="{9A3FF368-A8A2-EE92-8D37-888B21A87387}"/>
              </a:ext>
            </a:extLst>
          </p:cNvPr>
          <p:cNvSpPr/>
          <p:nvPr/>
        </p:nvSpPr>
        <p:spPr>
          <a:xfrm>
            <a:off x="4469662" y="1818279"/>
            <a:ext cx="24126" cy="0"/>
          </a:xfrm>
          <a:prstGeom prst="line">
            <a:avLst/>
          </a:prstGeom>
          <a:noFill/>
          <a:ln w="6350">
            <a:solidFill>
              <a:srgbClr val="2CA02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highlight>
                <a:srgbClr val="FFFF00"/>
              </a:highlight>
              <a:uLnTx/>
              <a:uFillTx/>
              <a:latin typeface="Boehringer Forward Text"/>
              <a:ea typeface="+mn-ea"/>
              <a:cs typeface="+mn-cs"/>
            </a:endParaRPr>
          </a:p>
        </p:txBody>
      </p:sp>
      <p:grpSp>
        <p:nvGrpSpPr>
          <p:cNvPr id="9" name="Group 8">
            <a:extLst>
              <a:ext uri="{FF2B5EF4-FFF2-40B4-BE49-F238E27FC236}">
                <a16:creationId xmlns:a16="http://schemas.microsoft.com/office/drawing/2014/main" id="{E436355D-BB45-80E9-5AAC-B5CBFC1E63FF}"/>
              </a:ext>
            </a:extLst>
          </p:cNvPr>
          <p:cNvGrpSpPr/>
          <p:nvPr/>
        </p:nvGrpSpPr>
        <p:grpSpPr>
          <a:xfrm>
            <a:off x="8799961" y="6617095"/>
            <a:ext cx="1140131" cy="180000"/>
            <a:chOff x="5301735" y="6564954"/>
            <a:chExt cx="1140131" cy="180000"/>
          </a:xfrm>
        </p:grpSpPr>
        <p:sp>
          <p:nvSpPr>
            <p:cNvPr id="11" name="TextBox 10">
              <a:extLst>
                <a:ext uri="{FF2B5EF4-FFF2-40B4-BE49-F238E27FC236}">
                  <a16:creationId xmlns:a16="http://schemas.microsoft.com/office/drawing/2014/main" id="{F3E9B757-2F8F-99BA-C81E-75BAE6942C2D}"/>
                </a:ext>
              </a:extLst>
            </p:cNvPr>
            <p:cNvSpPr txBox="1"/>
            <p:nvPr/>
          </p:nvSpPr>
          <p:spPr>
            <a:xfrm>
              <a:off x="5509249" y="6606240"/>
              <a:ext cx="932617" cy="91969"/>
            </a:xfrm>
            <a:prstGeom prst="rect">
              <a:avLst/>
            </a:prstGeom>
            <a:noFill/>
            <a:ln>
              <a:noFill/>
            </a:ln>
          </p:spPr>
          <p:txBody>
            <a:bodyPr spcFirstLastPara="1" wrap="square" lIns="0" tIns="0" rIns="0" bIns="0" anchor="ctr" anchorCtr="0">
              <a:noAutofit/>
            </a:bodyPr>
            <a:lstStyle>
              <a:defPPr>
                <a:defRPr lang="en-US"/>
              </a:defPPr>
              <a:lvl1pPr marR="0" lvl="0" indent="0">
                <a:spcBef>
                  <a:spcPts val="0"/>
                </a:spcBef>
                <a:spcAft>
                  <a:spcPts val="0"/>
                </a:spcAft>
                <a:buClr>
                  <a:schemeClr val="dk1"/>
                </a:buClr>
                <a:buSzPts val="800"/>
                <a:buFont typeface="Arial"/>
                <a:buNone/>
                <a:defRPr sz="800">
                  <a:solidFill>
                    <a:srgbClr val="123563"/>
                  </a:solidFill>
                </a:defRPr>
              </a:lvl1p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1200" cap="none" spc="0" normalizeH="0" baseline="0" noProof="0">
                  <a:ln>
                    <a:noFill/>
                  </a:ln>
                  <a:solidFill>
                    <a:srgbClr val="123563"/>
                  </a:solidFill>
                  <a:effectLst/>
                  <a:uLnTx/>
                  <a:uFillTx/>
                  <a:latin typeface="BISans"/>
                  <a:ea typeface="+mn-ea"/>
                  <a:cs typeface="+mn-cs"/>
                </a:rPr>
                <a:t>Study start/ read-out</a:t>
              </a:r>
            </a:p>
          </p:txBody>
        </p:sp>
        <p:grpSp>
          <p:nvGrpSpPr>
            <p:cNvPr id="12" name="Group 11">
              <a:extLst>
                <a:ext uri="{FF2B5EF4-FFF2-40B4-BE49-F238E27FC236}">
                  <a16:creationId xmlns:a16="http://schemas.microsoft.com/office/drawing/2014/main" id="{1D298AD8-F816-2897-6734-8D59DE09B72E}"/>
                </a:ext>
              </a:extLst>
            </p:cNvPr>
            <p:cNvGrpSpPr/>
            <p:nvPr/>
          </p:nvGrpSpPr>
          <p:grpSpPr>
            <a:xfrm>
              <a:off x="5301735" y="6564954"/>
              <a:ext cx="188349" cy="180000"/>
              <a:chOff x="5411045" y="3113464"/>
              <a:chExt cx="207184" cy="198000"/>
            </a:xfrm>
            <a:noFill/>
          </p:grpSpPr>
          <p:sp>
            <p:nvSpPr>
              <p:cNvPr id="13" name="Oval 12">
                <a:extLst>
                  <a:ext uri="{FF2B5EF4-FFF2-40B4-BE49-F238E27FC236}">
                    <a16:creationId xmlns:a16="http://schemas.microsoft.com/office/drawing/2014/main" id="{5861C1A6-A7E3-D1F8-4B47-2C3ADB576835}"/>
                  </a:ext>
                </a:extLst>
              </p:cNvPr>
              <p:cNvSpPr/>
              <p:nvPr/>
            </p:nvSpPr>
            <p:spPr>
              <a:xfrm>
                <a:off x="5411045" y="3113464"/>
                <a:ext cx="201168" cy="198000"/>
              </a:xfrm>
              <a:prstGeom prst="ellipse">
                <a:avLst/>
              </a:prstGeom>
              <a:grpFill/>
              <a:ln w="9525" cap="sq">
                <a:solidFill>
                  <a:srgbClr val="12356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800" b="0" i="0" u="none" strike="noStrike" kern="1200" cap="none" spc="0" normalizeH="0" baseline="0" noProof="0">
                  <a:ln>
                    <a:noFill/>
                  </a:ln>
                  <a:solidFill>
                    <a:srgbClr val="123563"/>
                  </a:solidFill>
                  <a:effectLst/>
                  <a:uLnTx/>
                  <a:uFillTx/>
                  <a:latin typeface="BISans"/>
                  <a:ea typeface="+mn-ea"/>
                  <a:cs typeface="+mn-cs"/>
                </a:endParaRPr>
              </a:p>
            </p:txBody>
          </p:sp>
          <p:pic>
            <p:nvPicPr>
              <p:cNvPr id="23" name="Graphic 22" descr="Play outline">
                <a:extLst>
                  <a:ext uri="{FF2B5EF4-FFF2-40B4-BE49-F238E27FC236}">
                    <a16:creationId xmlns:a16="http://schemas.microsoft.com/office/drawing/2014/main" id="{E33A6A4D-A4F1-8562-914B-94BAC9232CA7}"/>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448513" y="3129032"/>
                <a:ext cx="169716" cy="169715"/>
              </a:xfrm>
              <a:prstGeom prst="rect">
                <a:avLst/>
              </a:prstGeom>
            </p:spPr>
          </p:pic>
        </p:grpSp>
      </p:grpSp>
      <p:sp>
        <p:nvSpPr>
          <p:cNvPr id="24" name="TextBox 23">
            <a:extLst>
              <a:ext uri="{FF2B5EF4-FFF2-40B4-BE49-F238E27FC236}">
                <a16:creationId xmlns:a16="http://schemas.microsoft.com/office/drawing/2014/main" id="{8BCAC37B-694D-2E32-B26E-44639982A423}"/>
              </a:ext>
            </a:extLst>
          </p:cNvPr>
          <p:cNvSpPr txBox="1"/>
          <p:nvPr/>
        </p:nvSpPr>
        <p:spPr>
          <a:xfrm>
            <a:off x="11081635" y="6654708"/>
            <a:ext cx="540000" cy="104773"/>
          </a:xfrm>
          <a:prstGeom prst="rect">
            <a:avLst/>
          </a:prstGeom>
          <a:noFill/>
          <a:ln>
            <a:noFill/>
          </a:ln>
        </p:spPr>
        <p:txBody>
          <a:bodyPr spcFirstLastPara="1" wrap="square" lIns="0" tIns="0" rIns="0" bIns="0" anchor="ctr" anchorCtr="0">
            <a:noAutofit/>
          </a:bodyPr>
          <a:lstStyle>
            <a:defPPr>
              <a:defRPr lang="en-US"/>
            </a:defPPr>
            <a:lvl1pPr marR="0" lvl="0" indent="0">
              <a:spcBef>
                <a:spcPts val="0"/>
              </a:spcBef>
              <a:spcAft>
                <a:spcPts val="0"/>
              </a:spcAft>
              <a:buClr>
                <a:schemeClr val="dk1"/>
              </a:buClr>
              <a:buSzPts val="800"/>
              <a:buFont typeface="Arial"/>
              <a:buNone/>
              <a:defRPr sz="800">
                <a:solidFill>
                  <a:srgbClr val="123563"/>
                </a:solidFill>
              </a:defRPr>
            </a:lvl1p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1200" cap="none" spc="0" normalizeH="0" baseline="0" noProof="0">
                <a:ln>
                  <a:noFill/>
                </a:ln>
                <a:solidFill>
                  <a:srgbClr val="123563"/>
                </a:solidFill>
                <a:effectLst/>
                <a:uLnTx/>
                <a:uFillTx/>
                <a:latin typeface="BISans"/>
                <a:ea typeface="+mn-ea"/>
                <a:cs typeface="+mn-cs"/>
              </a:rPr>
              <a:t>Milestone</a:t>
            </a:r>
          </a:p>
        </p:txBody>
      </p:sp>
      <p:sp>
        <p:nvSpPr>
          <p:cNvPr id="235" name="Oval 234">
            <a:extLst>
              <a:ext uri="{FF2B5EF4-FFF2-40B4-BE49-F238E27FC236}">
                <a16:creationId xmlns:a16="http://schemas.microsoft.com/office/drawing/2014/main" id="{E0F9D7FB-D157-B71B-7DCA-8FB2CDF45ACC}"/>
              </a:ext>
            </a:extLst>
          </p:cNvPr>
          <p:cNvSpPr/>
          <p:nvPr/>
        </p:nvSpPr>
        <p:spPr>
          <a:xfrm>
            <a:off x="10874125" y="6631248"/>
            <a:ext cx="180000" cy="180000"/>
          </a:xfrm>
          <a:prstGeom prst="ellipse">
            <a:avLst/>
          </a:prstGeom>
          <a:noFill/>
          <a:ln w="9525" cap="sq">
            <a:solidFill>
              <a:srgbClr val="12356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ISans"/>
              <a:ea typeface="+mn-ea"/>
              <a:cs typeface="+mn-cs"/>
            </a:endParaRPr>
          </a:p>
        </p:txBody>
      </p:sp>
      <p:pic>
        <p:nvPicPr>
          <p:cNvPr id="236" name="Graphic 235" descr="Diamond with solid fill">
            <a:extLst>
              <a:ext uri="{FF2B5EF4-FFF2-40B4-BE49-F238E27FC236}">
                <a16:creationId xmlns:a16="http://schemas.microsoft.com/office/drawing/2014/main" id="{D667D50F-EE7F-182D-C457-C30870A97639}"/>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886982" y="6644632"/>
            <a:ext cx="154286" cy="154286"/>
          </a:xfrm>
          <a:prstGeom prst="rect">
            <a:avLst/>
          </a:prstGeom>
        </p:spPr>
      </p:pic>
      <p:sp>
        <p:nvSpPr>
          <p:cNvPr id="237" name="Oval 303">
            <a:extLst>
              <a:ext uri="{FF2B5EF4-FFF2-40B4-BE49-F238E27FC236}">
                <a16:creationId xmlns:a16="http://schemas.microsoft.com/office/drawing/2014/main" id="{9B87C059-5813-3C66-59E6-30FF1AB83224}"/>
              </a:ext>
            </a:extLst>
          </p:cNvPr>
          <p:cNvSpPr/>
          <p:nvPr/>
        </p:nvSpPr>
        <p:spPr>
          <a:xfrm>
            <a:off x="10030309" y="6617094"/>
            <a:ext cx="180000" cy="180000"/>
          </a:xfrm>
          <a:prstGeom prst="ellipse">
            <a:avLst/>
          </a:prstGeom>
          <a:noFill/>
          <a:ln w="9525" cap="sq">
            <a:solidFill>
              <a:srgbClr val="12356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BISansCond"/>
              <a:ea typeface="+mn-ea"/>
              <a:cs typeface="+mn-cs"/>
            </a:endParaRPr>
          </a:p>
        </p:txBody>
      </p:sp>
      <p:sp>
        <p:nvSpPr>
          <p:cNvPr id="238" name="TextBox 237">
            <a:extLst>
              <a:ext uri="{FF2B5EF4-FFF2-40B4-BE49-F238E27FC236}">
                <a16:creationId xmlns:a16="http://schemas.microsoft.com/office/drawing/2014/main" id="{63422BF2-801D-6AF2-94E2-75222AFE2C97}"/>
              </a:ext>
            </a:extLst>
          </p:cNvPr>
          <p:cNvSpPr txBox="1"/>
          <p:nvPr/>
        </p:nvSpPr>
        <p:spPr>
          <a:xfrm>
            <a:off x="10237819" y="6646313"/>
            <a:ext cx="540000" cy="104773"/>
          </a:xfrm>
          <a:prstGeom prst="rect">
            <a:avLst/>
          </a:prstGeom>
          <a:noFill/>
          <a:ln>
            <a:noFill/>
          </a:ln>
        </p:spPr>
        <p:txBody>
          <a:bodyPr spcFirstLastPara="1" wrap="square" lIns="0" tIns="0" rIns="0" bIns="0" anchor="ctr" anchorCtr="0">
            <a:noAutofit/>
          </a:bodyPr>
          <a:lstStyle>
            <a:defPPr>
              <a:defRPr lang="en-US"/>
            </a:defPPr>
            <a:lvl1pPr marR="0" lvl="0" indent="0">
              <a:spcBef>
                <a:spcPts val="0"/>
              </a:spcBef>
              <a:spcAft>
                <a:spcPts val="0"/>
              </a:spcAft>
              <a:buClr>
                <a:schemeClr val="dk1"/>
              </a:buClr>
              <a:buSzPts val="800"/>
              <a:buFont typeface="Arial"/>
              <a:buNone/>
              <a:defRPr sz="800">
                <a:solidFill>
                  <a:srgbClr val="123563"/>
                </a:solidFill>
              </a:defRPr>
            </a:lvl1p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1200" cap="none" spc="0" normalizeH="0" baseline="0" noProof="0">
                <a:ln>
                  <a:noFill/>
                </a:ln>
                <a:solidFill>
                  <a:srgbClr val="123563"/>
                </a:solidFill>
                <a:effectLst/>
                <a:uLnTx/>
                <a:uFillTx/>
                <a:latin typeface="BISans"/>
                <a:ea typeface="+mn-ea"/>
                <a:cs typeface="+mn-cs"/>
              </a:rPr>
              <a:t>Termination</a:t>
            </a:r>
          </a:p>
        </p:txBody>
      </p:sp>
      <p:sp>
        <p:nvSpPr>
          <p:cNvPr id="239" name="Freeform 61">
            <a:extLst>
              <a:ext uri="{FF2B5EF4-FFF2-40B4-BE49-F238E27FC236}">
                <a16:creationId xmlns:a16="http://schemas.microsoft.com/office/drawing/2014/main" id="{0382D95E-22F4-A0F8-03BD-7D646A3D2787}"/>
              </a:ext>
            </a:extLst>
          </p:cNvPr>
          <p:cNvSpPr>
            <a:spLocks noChangeAspect="1" noEditPoints="1"/>
          </p:cNvSpPr>
          <p:nvPr/>
        </p:nvSpPr>
        <p:spPr bwMode="auto">
          <a:xfrm>
            <a:off x="10064142" y="6651663"/>
            <a:ext cx="112334" cy="112334"/>
          </a:xfrm>
          <a:custGeom>
            <a:avLst/>
            <a:gdLst>
              <a:gd name="T0" fmla="*/ 100 w 200"/>
              <a:gd name="T1" fmla="*/ 0 h 200"/>
              <a:gd name="T2" fmla="*/ 0 w 200"/>
              <a:gd name="T3" fmla="*/ 100 h 200"/>
              <a:gd name="T4" fmla="*/ 100 w 200"/>
              <a:gd name="T5" fmla="*/ 200 h 200"/>
              <a:gd name="T6" fmla="*/ 200 w 200"/>
              <a:gd name="T7" fmla="*/ 100 h 200"/>
              <a:gd name="T8" fmla="*/ 100 w 200"/>
              <a:gd name="T9" fmla="*/ 0 h 200"/>
              <a:gd name="T10" fmla="*/ 100 w 200"/>
              <a:gd name="T11" fmla="*/ 188 h 200"/>
              <a:gd name="T12" fmla="*/ 12 w 200"/>
              <a:gd name="T13" fmla="*/ 100 h 200"/>
              <a:gd name="T14" fmla="*/ 100 w 200"/>
              <a:gd name="T15" fmla="*/ 13 h 200"/>
              <a:gd name="T16" fmla="*/ 187 w 200"/>
              <a:gd name="T17" fmla="*/ 100 h 200"/>
              <a:gd name="T18" fmla="*/ 100 w 200"/>
              <a:gd name="T19" fmla="*/ 188 h 200"/>
              <a:gd name="T20" fmla="*/ 131 w 200"/>
              <a:gd name="T21" fmla="*/ 60 h 200"/>
              <a:gd name="T22" fmla="*/ 100 w 200"/>
              <a:gd name="T23" fmla="*/ 92 h 200"/>
              <a:gd name="T24" fmla="*/ 69 w 200"/>
              <a:gd name="T25" fmla="*/ 60 h 200"/>
              <a:gd name="T26" fmla="*/ 60 w 200"/>
              <a:gd name="T27" fmla="*/ 69 h 200"/>
              <a:gd name="T28" fmla="*/ 91 w 200"/>
              <a:gd name="T29" fmla="*/ 100 h 200"/>
              <a:gd name="T30" fmla="*/ 60 w 200"/>
              <a:gd name="T31" fmla="*/ 132 h 200"/>
              <a:gd name="T32" fmla="*/ 69 w 200"/>
              <a:gd name="T33" fmla="*/ 140 h 200"/>
              <a:gd name="T34" fmla="*/ 100 w 200"/>
              <a:gd name="T35" fmla="*/ 109 h 200"/>
              <a:gd name="T36" fmla="*/ 131 w 200"/>
              <a:gd name="T37" fmla="*/ 140 h 200"/>
              <a:gd name="T38" fmla="*/ 140 w 200"/>
              <a:gd name="T39" fmla="*/ 132 h 200"/>
              <a:gd name="T40" fmla="*/ 109 w 200"/>
              <a:gd name="T41" fmla="*/ 100 h 200"/>
              <a:gd name="T42" fmla="*/ 140 w 200"/>
              <a:gd name="T43" fmla="*/ 69 h 200"/>
              <a:gd name="T44" fmla="*/ 131 w 200"/>
              <a:gd name="T45" fmla="*/ 6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0" h="200">
                <a:moveTo>
                  <a:pt x="100" y="0"/>
                </a:moveTo>
                <a:cubicBezTo>
                  <a:pt x="45" y="0"/>
                  <a:pt x="0" y="45"/>
                  <a:pt x="0" y="100"/>
                </a:cubicBezTo>
                <a:cubicBezTo>
                  <a:pt x="0" y="156"/>
                  <a:pt x="45" y="200"/>
                  <a:pt x="100" y="200"/>
                </a:cubicBezTo>
                <a:cubicBezTo>
                  <a:pt x="155" y="200"/>
                  <a:pt x="200" y="156"/>
                  <a:pt x="200" y="100"/>
                </a:cubicBezTo>
                <a:cubicBezTo>
                  <a:pt x="200" y="45"/>
                  <a:pt x="155" y="0"/>
                  <a:pt x="100" y="0"/>
                </a:cubicBezTo>
                <a:close/>
                <a:moveTo>
                  <a:pt x="100" y="188"/>
                </a:moveTo>
                <a:cubicBezTo>
                  <a:pt x="52" y="188"/>
                  <a:pt x="12" y="149"/>
                  <a:pt x="12" y="100"/>
                </a:cubicBezTo>
                <a:cubicBezTo>
                  <a:pt x="12" y="52"/>
                  <a:pt x="52" y="13"/>
                  <a:pt x="100" y="13"/>
                </a:cubicBezTo>
                <a:cubicBezTo>
                  <a:pt x="148" y="13"/>
                  <a:pt x="187" y="52"/>
                  <a:pt x="187" y="100"/>
                </a:cubicBezTo>
                <a:cubicBezTo>
                  <a:pt x="187" y="149"/>
                  <a:pt x="148" y="188"/>
                  <a:pt x="100" y="188"/>
                </a:cubicBezTo>
                <a:close/>
                <a:moveTo>
                  <a:pt x="131" y="60"/>
                </a:moveTo>
                <a:cubicBezTo>
                  <a:pt x="100" y="92"/>
                  <a:pt x="100" y="92"/>
                  <a:pt x="100" y="92"/>
                </a:cubicBezTo>
                <a:cubicBezTo>
                  <a:pt x="69" y="60"/>
                  <a:pt x="69" y="60"/>
                  <a:pt x="69" y="60"/>
                </a:cubicBezTo>
                <a:cubicBezTo>
                  <a:pt x="60" y="69"/>
                  <a:pt x="60" y="69"/>
                  <a:pt x="60" y="69"/>
                </a:cubicBezTo>
                <a:cubicBezTo>
                  <a:pt x="91" y="100"/>
                  <a:pt x="91" y="100"/>
                  <a:pt x="91" y="100"/>
                </a:cubicBezTo>
                <a:cubicBezTo>
                  <a:pt x="60" y="132"/>
                  <a:pt x="60" y="132"/>
                  <a:pt x="60" y="132"/>
                </a:cubicBezTo>
                <a:cubicBezTo>
                  <a:pt x="69" y="140"/>
                  <a:pt x="69" y="140"/>
                  <a:pt x="69" y="140"/>
                </a:cubicBezTo>
                <a:cubicBezTo>
                  <a:pt x="100" y="109"/>
                  <a:pt x="100" y="109"/>
                  <a:pt x="100" y="109"/>
                </a:cubicBezTo>
                <a:cubicBezTo>
                  <a:pt x="131" y="140"/>
                  <a:pt x="131" y="140"/>
                  <a:pt x="131" y="140"/>
                </a:cubicBezTo>
                <a:cubicBezTo>
                  <a:pt x="140" y="132"/>
                  <a:pt x="140" y="132"/>
                  <a:pt x="140" y="132"/>
                </a:cubicBezTo>
                <a:cubicBezTo>
                  <a:pt x="109" y="100"/>
                  <a:pt x="109" y="100"/>
                  <a:pt x="109" y="100"/>
                </a:cubicBezTo>
                <a:cubicBezTo>
                  <a:pt x="140" y="69"/>
                  <a:pt x="140" y="69"/>
                  <a:pt x="140" y="69"/>
                </a:cubicBezTo>
                <a:lnTo>
                  <a:pt x="131" y="60"/>
                </a:lnTo>
                <a:close/>
              </a:path>
            </a:pathLst>
          </a:custGeom>
          <a:solidFill>
            <a:srgbClr val="000000"/>
          </a:solidFill>
          <a:ln>
            <a:solidFill>
              <a:srgbClr val="123563"/>
            </a:solidFill>
          </a:ln>
        </p:spPr>
        <p:txBody>
          <a:bodyPr vert="horz" wrap="square" lIns="78191" tIns="39096" rIns="78191" bIns="3909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58595B"/>
              </a:solidFill>
              <a:effectLst/>
              <a:uLnTx/>
              <a:uFillTx/>
              <a:latin typeface="BISansCond"/>
              <a:ea typeface="+mn-ea"/>
              <a:cs typeface="+mn-cs"/>
            </a:endParaRPr>
          </a:p>
        </p:txBody>
      </p:sp>
      <p:grpSp>
        <p:nvGrpSpPr>
          <p:cNvPr id="241" name="Group 240">
            <a:extLst>
              <a:ext uri="{FF2B5EF4-FFF2-40B4-BE49-F238E27FC236}">
                <a16:creationId xmlns:a16="http://schemas.microsoft.com/office/drawing/2014/main" id="{4AE41481-48EF-0BE9-C727-EAB939A3BCED}"/>
              </a:ext>
            </a:extLst>
          </p:cNvPr>
          <p:cNvGrpSpPr/>
          <p:nvPr/>
        </p:nvGrpSpPr>
        <p:grpSpPr>
          <a:xfrm>
            <a:off x="541285" y="6683469"/>
            <a:ext cx="8106900" cy="154472"/>
            <a:chOff x="2331615" y="6464705"/>
            <a:chExt cx="8106900" cy="154472"/>
          </a:xfrm>
        </p:grpSpPr>
        <p:sp>
          <p:nvSpPr>
            <p:cNvPr id="242" name="Text 176">
              <a:extLst>
                <a:ext uri="{FF2B5EF4-FFF2-40B4-BE49-F238E27FC236}">
                  <a16:creationId xmlns:a16="http://schemas.microsoft.com/office/drawing/2014/main" id="{C2DA6A8A-66D0-6084-255F-2EDE2A68CF5E}"/>
                </a:ext>
              </a:extLst>
            </p:cNvPr>
            <p:cNvSpPr/>
            <p:nvPr/>
          </p:nvSpPr>
          <p:spPr>
            <a:xfrm>
              <a:off x="2508566" y="6483411"/>
              <a:ext cx="305487"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Phase I</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43" name="Text 177">
              <a:extLst>
                <a:ext uri="{FF2B5EF4-FFF2-40B4-BE49-F238E27FC236}">
                  <a16:creationId xmlns:a16="http://schemas.microsoft.com/office/drawing/2014/main" id="{EB4805A8-13B5-7AB1-7B00-E5549F8029B0}"/>
                </a:ext>
              </a:extLst>
            </p:cNvPr>
            <p:cNvSpPr/>
            <p:nvPr/>
          </p:nvSpPr>
          <p:spPr>
            <a:xfrm>
              <a:off x="3164021" y="6483411"/>
              <a:ext cx="329572"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Phase II</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44" name="Text 178">
              <a:extLst>
                <a:ext uri="{FF2B5EF4-FFF2-40B4-BE49-F238E27FC236}">
                  <a16:creationId xmlns:a16="http://schemas.microsoft.com/office/drawing/2014/main" id="{064B17E6-B295-67D5-5E82-296E31F3A65F}"/>
                </a:ext>
              </a:extLst>
            </p:cNvPr>
            <p:cNvSpPr/>
            <p:nvPr/>
          </p:nvSpPr>
          <p:spPr>
            <a:xfrm>
              <a:off x="3843562" y="6483411"/>
              <a:ext cx="353657"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Phase III</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46" name="Text 180">
              <a:extLst>
                <a:ext uri="{FF2B5EF4-FFF2-40B4-BE49-F238E27FC236}">
                  <a16:creationId xmlns:a16="http://schemas.microsoft.com/office/drawing/2014/main" id="{6814897A-689A-1F9B-1459-28126F5849C5}"/>
                </a:ext>
              </a:extLst>
            </p:cNvPr>
            <p:cNvSpPr/>
            <p:nvPr/>
          </p:nvSpPr>
          <p:spPr>
            <a:xfrm>
              <a:off x="6537525" y="6484742"/>
              <a:ext cx="627135"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1st Submission</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47" name="Text 181">
              <a:extLst>
                <a:ext uri="{FF2B5EF4-FFF2-40B4-BE49-F238E27FC236}">
                  <a16:creationId xmlns:a16="http://schemas.microsoft.com/office/drawing/2014/main" id="{A439EC8F-2EA8-9557-2320-1E0F31981341}"/>
                </a:ext>
              </a:extLst>
            </p:cNvPr>
            <p:cNvSpPr/>
            <p:nvPr/>
          </p:nvSpPr>
          <p:spPr>
            <a:xfrm>
              <a:off x="7514631" y="6484742"/>
              <a:ext cx="454918"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CS (</a:t>
              </a:r>
              <a:r>
                <a:rPr kumimoji="0" lang="en-US" sz="700" b="0" i="0" u="none" strike="noStrike" kern="1200" cap="none" spc="0" normalizeH="0" baseline="0" noProof="0" err="1">
                  <a:ln>
                    <a:noFill/>
                  </a:ln>
                  <a:solidFill>
                    <a:srgbClr val="000000"/>
                  </a:solidFill>
                  <a:effectLst/>
                  <a:uLnTx/>
                  <a:uFillTx/>
                  <a:latin typeface="Open Sans" pitchFamily="34" charset="0"/>
                  <a:ea typeface="Open Sans" pitchFamily="34" charset="-122"/>
                  <a:cs typeface="Open Sans" pitchFamily="34" charset="-120"/>
                </a:rPr>
                <a:t>SoD</a:t>
              </a: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48" name="Text 182">
              <a:extLst>
                <a:ext uri="{FF2B5EF4-FFF2-40B4-BE49-F238E27FC236}">
                  <a16:creationId xmlns:a16="http://schemas.microsoft.com/office/drawing/2014/main" id="{D8CBFC9A-A071-51F6-D2A8-2D75BD49AAC5}"/>
                </a:ext>
              </a:extLst>
            </p:cNvPr>
            <p:cNvSpPr/>
            <p:nvPr/>
          </p:nvSpPr>
          <p:spPr>
            <a:xfrm>
              <a:off x="8319520" y="6484742"/>
              <a:ext cx="229690"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PoC</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49" name="Text 183">
              <a:extLst>
                <a:ext uri="{FF2B5EF4-FFF2-40B4-BE49-F238E27FC236}">
                  <a16:creationId xmlns:a16="http://schemas.microsoft.com/office/drawing/2014/main" id="{8FBEDACC-57AB-996E-B741-4D10A32543A7}"/>
                </a:ext>
              </a:extLst>
            </p:cNvPr>
            <p:cNvSpPr/>
            <p:nvPr/>
          </p:nvSpPr>
          <p:spPr>
            <a:xfrm>
              <a:off x="8899179" y="6484742"/>
              <a:ext cx="229177"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RoFD</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54" name="Shape 184">
              <a:extLst>
                <a:ext uri="{FF2B5EF4-FFF2-40B4-BE49-F238E27FC236}">
                  <a16:creationId xmlns:a16="http://schemas.microsoft.com/office/drawing/2014/main" id="{1DA00817-A1FF-5EED-1A07-16A510C9D60C}"/>
                </a:ext>
              </a:extLst>
            </p:cNvPr>
            <p:cNvSpPr/>
            <p:nvPr/>
          </p:nvSpPr>
          <p:spPr>
            <a:xfrm>
              <a:off x="2331615" y="6488331"/>
              <a:ext cx="117968" cy="113529"/>
            </a:xfrm>
            <a:prstGeom prst="rect">
              <a:avLst/>
            </a:prstGeom>
            <a:solidFill>
              <a:srgbClr val="00519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55" name="Shape 185">
              <a:extLst>
                <a:ext uri="{FF2B5EF4-FFF2-40B4-BE49-F238E27FC236}">
                  <a16:creationId xmlns:a16="http://schemas.microsoft.com/office/drawing/2014/main" id="{E4E006A3-367C-6333-D305-3D56BB35CD11}"/>
                </a:ext>
              </a:extLst>
            </p:cNvPr>
            <p:cNvSpPr/>
            <p:nvPr/>
          </p:nvSpPr>
          <p:spPr>
            <a:xfrm>
              <a:off x="2987071" y="6488331"/>
              <a:ext cx="117968" cy="113529"/>
            </a:xfrm>
            <a:prstGeom prst="rect">
              <a:avLst/>
            </a:prstGeom>
            <a:solidFill>
              <a:srgbClr val="F5762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2" name="Shape 186">
              <a:extLst>
                <a:ext uri="{FF2B5EF4-FFF2-40B4-BE49-F238E27FC236}">
                  <a16:creationId xmlns:a16="http://schemas.microsoft.com/office/drawing/2014/main" id="{550C01CF-0883-E503-E602-11A116BF22B3}"/>
                </a:ext>
              </a:extLst>
            </p:cNvPr>
            <p:cNvSpPr/>
            <p:nvPr/>
          </p:nvSpPr>
          <p:spPr>
            <a:xfrm>
              <a:off x="3666612" y="6488331"/>
              <a:ext cx="117968" cy="113529"/>
            </a:xfrm>
            <a:prstGeom prst="rect">
              <a:avLst/>
            </a:prstGeom>
            <a:solidFill>
              <a:srgbClr val="21A3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4" name="Shape 188">
              <a:extLst>
                <a:ext uri="{FF2B5EF4-FFF2-40B4-BE49-F238E27FC236}">
                  <a16:creationId xmlns:a16="http://schemas.microsoft.com/office/drawing/2014/main" id="{0A6CBBBB-9B4B-AA8F-9578-ECDC5DA0689A}"/>
                </a:ext>
              </a:extLst>
            </p:cNvPr>
            <p:cNvSpPr/>
            <p:nvPr/>
          </p:nvSpPr>
          <p:spPr>
            <a:xfrm>
              <a:off x="6360574" y="6489662"/>
              <a:ext cx="117968" cy="113529"/>
            </a:xfrm>
            <a:prstGeom prst="rect">
              <a:avLst/>
            </a:prstGeom>
            <a:solidFill>
              <a:srgbClr val="E377C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5" name="Shape 189">
              <a:extLst>
                <a:ext uri="{FF2B5EF4-FFF2-40B4-BE49-F238E27FC236}">
                  <a16:creationId xmlns:a16="http://schemas.microsoft.com/office/drawing/2014/main" id="{994512C1-75E1-1BEA-B343-E1D37BF8A4C3}"/>
                </a:ext>
              </a:extLst>
            </p:cNvPr>
            <p:cNvSpPr/>
            <p:nvPr/>
          </p:nvSpPr>
          <p:spPr>
            <a:xfrm>
              <a:off x="7337678" y="6489662"/>
              <a:ext cx="117968" cy="113529"/>
            </a:xfrm>
            <a:prstGeom prst="rect">
              <a:avLst/>
            </a:prstGeom>
            <a:solidFill>
              <a:srgbClr val="17BEC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6" name="Shape 190">
              <a:extLst>
                <a:ext uri="{FF2B5EF4-FFF2-40B4-BE49-F238E27FC236}">
                  <a16:creationId xmlns:a16="http://schemas.microsoft.com/office/drawing/2014/main" id="{FA98A880-F0A4-C152-347A-F9C590E5337D}"/>
                </a:ext>
              </a:extLst>
            </p:cNvPr>
            <p:cNvSpPr/>
            <p:nvPr/>
          </p:nvSpPr>
          <p:spPr>
            <a:xfrm>
              <a:off x="8142568" y="6489662"/>
              <a:ext cx="117968" cy="113529"/>
            </a:xfrm>
            <a:prstGeom prst="rect">
              <a:avLst/>
            </a:prstGeom>
            <a:solidFill>
              <a:srgbClr val="D6272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8" name="Shape 191">
              <a:extLst>
                <a:ext uri="{FF2B5EF4-FFF2-40B4-BE49-F238E27FC236}">
                  <a16:creationId xmlns:a16="http://schemas.microsoft.com/office/drawing/2014/main" id="{DBF32AF4-F29F-4CE4-F4A1-58781647BD0B}"/>
                </a:ext>
              </a:extLst>
            </p:cNvPr>
            <p:cNvSpPr/>
            <p:nvPr/>
          </p:nvSpPr>
          <p:spPr>
            <a:xfrm>
              <a:off x="8722229" y="6489662"/>
              <a:ext cx="117968" cy="113529"/>
            </a:xfrm>
            <a:prstGeom prst="rect">
              <a:avLst/>
            </a:prstGeom>
            <a:solidFill>
              <a:srgbClr val="BCBD2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2" name="Shape 104">
              <a:extLst>
                <a:ext uri="{FF2B5EF4-FFF2-40B4-BE49-F238E27FC236}">
                  <a16:creationId xmlns:a16="http://schemas.microsoft.com/office/drawing/2014/main" id="{D63505C7-667A-2D71-4B79-E5BBBC0669C9}"/>
                </a:ext>
              </a:extLst>
            </p:cNvPr>
            <p:cNvSpPr/>
            <p:nvPr/>
          </p:nvSpPr>
          <p:spPr>
            <a:xfrm>
              <a:off x="5236378" y="6467012"/>
              <a:ext cx="145580" cy="132325"/>
            </a:xfrm>
            <a:prstGeom prst="ellipse">
              <a:avLst/>
            </a:prstGeom>
            <a:solidFill>
              <a:srgbClr val="800080"/>
            </a:solidFill>
            <a:ln w="317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6" name="Text 212">
              <a:extLst>
                <a:ext uri="{FF2B5EF4-FFF2-40B4-BE49-F238E27FC236}">
                  <a16:creationId xmlns:a16="http://schemas.microsoft.com/office/drawing/2014/main" id="{F2E18B3A-19FB-4188-957D-BD75EF3DCBE8}"/>
                </a:ext>
              </a:extLst>
            </p:cNvPr>
            <p:cNvSpPr/>
            <p:nvPr/>
          </p:nvSpPr>
          <p:spPr>
            <a:xfrm>
              <a:off x="5482194" y="6464705"/>
              <a:ext cx="1032878" cy="154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Other Activities</a:t>
              </a:r>
              <a:endParaRPr kumimoji="0" lang="en-US" altLang="zh-CN"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85" name="Text 178">
              <a:extLst>
                <a:ext uri="{FF2B5EF4-FFF2-40B4-BE49-F238E27FC236}">
                  <a16:creationId xmlns:a16="http://schemas.microsoft.com/office/drawing/2014/main" id="{5075C05C-2611-9F06-FBE7-BCC9BBB40153}"/>
                </a:ext>
              </a:extLst>
            </p:cNvPr>
            <p:cNvSpPr/>
            <p:nvPr/>
          </p:nvSpPr>
          <p:spPr>
            <a:xfrm>
              <a:off x="9487647" y="6484721"/>
              <a:ext cx="353657"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TLR</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86" name="Shape 186">
              <a:extLst>
                <a:ext uri="{FF2B5EF4-FFF2-40B4-BE49-F238E27FC236}">
                  <a16:creationId xmlns:a16="http://schemas.microsoft.com/office/drawing/2014/main" id="{7D7E1AD5-C211-DA29-CBFA-3575F672A7EC}"/>
                </a:ext>
              </a:extLst>
            </p:cNvPr>
            <p:cNvSpPr/>
            <p:nvPr/>
          </p:nvSpPr>
          <p:spPr>
            <a:xfrm>
              <a:off x="9310697" y="6489641"/>
              <a:ext cx="117968" cy="113529"/>
            </a:xfrm>
            <a:prstGeom prst="rect">
              <a:avLst/>
            </a:prstGeom>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87" name="Text 178">
              <a:extLst>
                <a:ext uri="{FF2B5EF4-FFF2-40B4-BE49-F238E27FC236}">
                  <a16:creationId xmlns:a16="http://schemas.microsoft.com/office/drawing/2014/main" id="{124A1F0C-864B-EAE2-1C05-FA29AD08755B}"/>
                </a:ext>
              </a:extLst>
            </p:cNvPr>
            <p:cNvSpPr/>
            <p:nvPr/>
          </p:nvSpPr>
          <p:spPr>
            <a:xfrm>
              <a:off x="10084858" y="6480384"/>
              <a:ext cx="353657"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HAI</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4" name="Shape 186">
              <a:extLst>
                <a:ext uri="{FF2B5EF4-FFF2-40B4-BE49-F238E27FC236}">
                  <a16:creationId xmlns:a16="http://schemas.microsoft.com/office/drawing/2014/main" id="{A1962806-EC61-8F47-27F0-F125439654F8}"/>
                </a:ext>
              </a:extLst>
            </p:cNvPr>
            <p:cNvSpPr/>
            <p:nvPr/>
          </p:nvSpPr>
          <p:spPr>
            <a:xfrm>
              <a:off x="9907908" y="6485304"/>
              <a:ext cx="117968" cy="113529"/>
            </a:xfrm>
            <a:prstGeom prst="rect">
              <a:avLst/>
            </a:prstGeom>
            <a:solidFill>
              <a:schemeClr val="accent4">
                <a:lumMod val="75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grpSp>
      <p:grpSp>
        <p:nvGrpSpPr>
          <p:cNvPr id="88" name="Group 87">
            <a:extLst>
              <a:ext uri="{FF2B5EF4-FFF2-40B4-BE49-F238E27FC236}">
                <a16:creationId xmlns:a16="http://schemas.microsoft.com/office/drawing/2014/main" id="{D2A4CD21-3818-AFAA-6488-BE392E5C9A20}"/>
              </a:ext>
            </a:extLst>
          </p:cNvPr>
          <p:cNvGrpSpPr/>
          <p:nvPr/>
        </p:nvGrpSpPr>
        <p:grpSpPr>
          <a:xfrm>
            <a:off x="8750649" y="2567688"/>
            <a:ext cx="1451835" cy="843356"/>
            <a:chOff x="5036098" y="2555912"/>
            <a:chExt cx="1451835" cy="843356"/>
          </a:xfrm>
        </p:grpSpPr>
        <p:grpSp>
          <p:nvGrpSpPr>
            <p:cNvPr id="89" name="Group 343">
              <a:extLst>
                <a:ext uri="{FF2B5EF4-FFF2-40B4-BE49-F238E27FC236}">
                  <a16:creationId xmlns:a16="http://schemas.microsoft.com/office/drawing/2014/main" id="{9A4188C0-6D2E-9F14-16FE-84CE7CA49CCE}"/>
                </a:ext>
              </a:extLst>
            </p:cNvPr>
            <p:cNvGrpSpPr/>
            <p:nvPr/>
          </p:nvGrpSpPr>
          <p:grpSpPr>
            <a:xfrm>
              <a:off x="5036098" y="3075268"/>
              <a:ext cx="324000" cy="324000"/>
              <a:chOff x="5311199" y="2962865"/>
              <a:chExt cx="324000" cy="324000"/>
            </a:xfrm>
          </p:grpSpPr>
          <p:sp>
            <p:nvSpPr>
              <p:cNvPr id="93" name="Oval 344">
                <a:extLst>
                  <a:ext uri="{FF2B5EF4-FFF2-40B4-BE49-F238E27FC236}">
                    <a16:creationId xmlns:a16="http://schemas.microsoft.com/office/drawing/2014/main" id="{17E3CC47-2D40-BE6F-F367-1C6E08441DD5}"/>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94" name="Group 348">
                <a:extLst>
                  <a:ext uri="{FF2B5EF4-FFF2-40B4-BE49-F238E27FC236}">
                    <a16:creationId xmlns:a16="http://schemas.microsoft.com/office/drawing/2014/main" id="{7CCDAFA0-903D-57A3-9C32-F7B257C6D2F9}"/>
                  </a:ext>
                </a:extLst>
              </p:cNvPr>
              <p:cNvGrpSpPr/>
              <p:nvPr/>
            </p:nvGrpSpPr>
            <p:grpSpPr>
              <a:xfrm>
                <a:off x="5373950" y="3024278"/>
                <a:ext cx="198000" cy="198000"/>
                <a:chOff x="5411047" y="3113464"/>
                <a:chExt cx="198000" cy="198000"/>
              </a:xfrm>
            </p:grpSpPr>
            <p:sp>
              <p:nvSpPr>
                <p:cNvPr id="95" name="Oval 349">
                  <a:extLst>
                    <a:ext uri="{FF2B5EF4-FFF2-40B4-BE49-F238E27FC236}">
                      <a16:creationId xmlns:a16="http://schemas.microsoft.com/office/drawing/2014/main" id="{EA80B413-B5F5-525C-D3EA-5C21C8C3E2AC}"/>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192" name="Graphic 350" descr="Play outline">
                  <a:extLst>
                    <a:ext uri="{FF2B5EF4-FFF2-40B4-BE49-F238E27FC236}">
                      <a16:creationId xmlns:a16="http://schemas.microsoft.com/office/drawing/2014/main" id="{7AC63C4A-E1F2-6205-F9CD-C7F90BED4E36}"/>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45462" y="3137223"/>
                  <a:ext cx="158314" cy="158314"/>
                </a:xfrm>
                <a:prstGeom prst="rect">
                  <a:avLst/>
                </a:prstGeom>
              </p:spPr>
            </p:pic>
          </p:grpSp>
        </p:grpSp>
        <p:sp>
          <p:nvSpPr>
            <p:cNvPr id="91" name="Rectangle 373">
              <a:extLst>
                <a:ext uri="{FF2B5EF4-FFF2-40B4-BE49-F238E27FC236}">
                  <a16:creationId xmlns:a16="http://schemas.microsoft.com/office/drawing/2014/main" id="{D0E3EAC6-6AC8-9AC8-D73D-A61147EA44FE}"/>
                </a:ext>
              </a:extLst>
            </p:cNvPr>
            <p:cNvSpPr/>
            <p:nvPr/>
          </p:nvSpPr>
          <p:spPr>
            <a:xfrm flipH="1">
              <a:off x="5312079" y="2555912"/>
              <a:ext cx="1175854" cy="56688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err="1">
                  <a:ln>
                    <a:noFill/>
                  </a:ln>
                  <a:solidFill>
                    <a:srgbClr val="002060"/>
                  </a:solidFill>
                  <a:effectLst/>
                  <a:uLnTx/>
                  <a:uFillTx/>
                  <a:latin typeface="Boehringer Forward Text"/>
                  <a:ea typeface="+mn-ea"/>
                  <a:cs typeface="+mn-cs"/>
                </a:rPr>
                <a:t>PKKi</a:t>
              </a: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 - DME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THULITE Ph2b LPI</a:t>
              </a:r>
            </a:p>
          </p:txBody>
        </p:sp>
        <p:sp>
          <p:nvSpPr>
            <p:cNvPr id="92" name="Arrow: Right 53">
              <a:extLst>
                <a:ext uri="{FF2B5EF4-FFF2-40B4-BE49-F238E27FC236}">
                  <a16:creationId xmlns:a16="http://schemas.microsoft.com/office/drawing/2014/main" id="{C5E3E719-FC3A-B27A-2B41-4720AC9CD0BC}"/>
                </a:ext>
              </a:extLst>
            </p:cNvPr>
            <p:cNvSpPr/>
            <p:nvPr/>
          </p:nvSpPr>
          <p:spPr>
            <a:xfrm flipH="1">
              <a:off x="5202506" y="2781562"/>
              <a:ext cx="108000" cy="108000"/>
            </a:xfrm>
            <a:prstGeom prst="rect">
              <a:avLst/>
            </a:prstGeom>
            <a:solidFill>
              <a:srgbClr val="F5762C"/>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grpSp>
        <p:nvGrpSpPr>
          <p:cNvPr id="193" name="Group 192">
            <a:extLst>
              <a:ext uri="{FF2B5EF4-FFF2-40B4-BE49-F238E27FC236}">
                <a16:creationId xmlns:a16="http://schemas.microsoft.com/office/drawing/2014/main" id="{0D03931E-1445-C1DF-312E-AD5448EAFE0A}"/>
              </a:ext>
            </a:extLst>
          </p:cNvPr>
          <p:cNvGrpSpPr/>
          <p:nvPr/>
        </p:nvGrpSpPr>
        <p:grpSpPr>
          <a:xfrm>
            <a:off x="2406889" y="2553906"/>
            <a:ext cx="1508739" cy="852053"/>
            <a:chOff x="3851359" y="2547215"/>
            <a:chExt cx="1508739" cy="852053"/>
          </a:xfrm>
        </p:grpSpPr>
        <p:grpSp>
          <p:nvGrpSpPr>
            <p:cNvPr id="194" name="Group 343">
              <a:extLst>
                <a:ext uri="{FF2B5EF4-FFF2-40B4-BE49-F238E27FC236}">
                  <a16:creationId xmlns:a16="http://schemas.microsoft.com/office/drawing/2014/main" id="{361E3452-C03A-0CCD-B8F4-5B646ABBC589}"/>
                </a:ext>
              </a:extLst>
            </p:cNvPr>
            <p:cNvGrpSpPr/>
            <p:nvPr/>
          </p:nvGrpSpPr>
          <p:grpSpPr>
            <a:xfrm>
              <a:off x="5036098" y="3075268"/>
              <a:ext cx="324000" cy="324000"/>
              <a:chOff x="5311199" y="2962865"/>
              <a:chExt cx="324000" cy="324000"/>
            </a:xfrm>
          </p:grpSpPr>
          <p:sp>
            <p:nvSpPr>
              <p:cNvPr id="198" name="Oval 344">
                <a:extLst>
                  <a:ext uri="{FF2B5EF4-FFF2-40B4-BE49-F238E27FC236}">
                    <a16:creationId xmlns:a16="http://schemas.microsoft.com/office/drawing/2014/main" id="{AE8835B7-4CFE-8711-7E53-1CFB40AA0F2D}"/>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199" name="Group 348">
                <a:extLst>
                  <a:ext uri="{FF2B5EF4-FFF2-40B4-BE49-F238E27FC236}">
                    <a16:creationId xmlns:a16="http://schemas.microsoft.com/office/drawing/2014/main" id="{521F6F88-028E-4577-4D1C-930971174D95}"/>
                  </a:ext>
                </a:extLst>
              </p:cNvPr>
              <p:cNvGrpSpPr/>
              <p:nvPr/>
            </p:nvGrpSpPr>
            <p:grpSpPr>
              <a:xfrm>
                <a:off x="5373950" y="3024278"/>
                <a:ext cx="198000" cy="198000"/>
                <a:chOff x="5411047" y="3113464"/>
                <a:chExt cx="198000" cy="198000"/>
              </a:xfrm>
            </p:grpSpPr>
            <p:sp>
              <p:nvSpPr>
                <p:cNvPr id="200" name="Oval 349">
                  <a:extLst>
                    <a:ext uri="{FF2B5EF4-FFF2-40B4-BE49-F238E27FC236}">
                      <a16:creationId xmlns:a16="http://schemas.microsoft.com/office/drawing/2014/main" id="{945BAC2B-7CA4-23D3-E1E9-AECAB2823727}"/>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201" name="Graphic 350" descr="Play outline">
                  <a:extLst>
                    <a:ext uri="{FF2B5EF4-FFF2-40B4-BE49-F238E27FC236}">
                      <a16:creationId xmlns:a16="http://schemas.microsoft.com/office/drawing/2014/main" id="{9B37A2DE-094D-5171-0B49-565704092DD6}"/>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45462" y="3137223"/>
                  <a:ext cx="158314" cy="158314"/>
                </a:xfrm>
                <a:prstGeom prst="rect">
                  <a:avLst/>
                </a:prstGeom>
              </p:spPr>
            </p:pic>
          </p:grpSp>
        </p:grpSp>
        <p:cxnSp>
          <p:nvCxnSpPr>
            <p:cNvPr id="195" name="Straight Connector 194">
              <a:extLst>
                <a:ext uri="{FF2B5EF4-FFF2-40B4-BE49-F238E27FC236}">
                  <a16:creationId xmlns:a16="http://schemas.microsoft.com/office/drawing/2014/main" id="{6B38FBE5-9160-0715-3355-57E3691BDD99}"/>
                </a:ext>
              </a:extLst>
            </p:cNvPr>
            <p:cNvCxnSpPr>
              <a:cxnSpLocks/>
              <a:stCxn id="198" idx="0"/>
              <a:endCxn id="197" idx="3"/>
            </p:cNvCxnSpPr>
            <p:nvPr/>
          </p:nvCxnSpPr>
          <p:spPr>
            <a:xfrm flipH="1" flipV="1">
              <a:off x="5195313" y="2826865"/>
              <a:ext cx="2785" cy="248403"/>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96" name="Rectangle 373">
              <a:extLst>
                <a:ext uri="{FF2B5EF4-FFF2-40B4-BE49-F238E27FC236}">
                  <a16:creationId xmlns:a16="http://schemas.microsoft.com/office/drawing/2014/main" id="{D311F7AA-B71E-D19A-4D6A-9C45AA6DADAD}"/>
                </a:ext>
              </a:extLst>
            </p:cNvPr>
            <p:cNvSpPr/>
            <p:nvPr/>
          </p:nvSpPr>
          <p:spPr>
            <a:xfrm flipH="1">
              <a:off x="3851359" y="2547215"/>
              <a:ext cx="1340508" cy="56688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Anti-Sema3A - DR</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CRIMSON Ph2b LPI</a:t>
              </a:r>
            </a:p>
          </p:txBody>
        </p:sp>
        <p:sp>
          <p:nvSpPr>
            <p:cNvPr id="197" name="Arrow: Right 53">
              <a:extLst>
                <a:ext uri="{FF2B5EF4-FFF2-40B4-BE49-F238E27FC236}">
                  <a16:creationId xmlns:a16="http://schemas.microsoft.com/office/drawing/2014/main" id="{77B76C43-94F8-3A54-8DA1-D764A7009040}"/>
                </a:ext>
              </a:extLst>
            </p:cNvPr>
            <p:cNvSpPr/>
            <p:nvPr/>
          </p:nvSpPr>
          <p:spPr>
            <a:xfrm flipH="1">
              <a:off x="5195313" y="2772865"/>
              <a:ext cx="108000" cy="108000"/>
            </a:xfrm>
            <a:prstGeom prst="rect">
              <a:avLst/>
            </a:prstGeom>
            <a:solidFill>
              <a:srgbClr val="F5762C"/>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sp>
        <p:nvSpPr>
          <p:cNvPr id="204" name="Arrow: Right 53">
            <a:extLst>
              <a:ext uri="{FF2B5EF4-FFF2-40B4-BE49-F238E27FC236}">
                <a16:creationId xmlns:a16="http://schemas.microsoft.com/office/drawing/2014/main" id="{38FF1A99-BDFE-EF53-9101-8976CA31AAE8}"/>
              </a:ext>
            </a:extLst>
          </p:cNvPr>
          <p:cNvSpPr/>
          <p:nvPr/>
        </p:nvSpPr>
        <p:spPr>
          <a:xfrm flipH="1">
            <a:off x="4714333" y="2771705"/>
            <a:ext cx="108000" cy="108000"/>
          </a:xfrm>
          <a:prstGeom prst="rect">
            <a:avLst/>
          </a:prstGeom>
          <a:solidFill>
            <a:srgbClr val="F5762C"/>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22" name="Oval 221">
            <a:extLst>
              <a:ext uri="{FF2B5EF4-FFF2-40B4-BE49-F238E27FC236}">
                <a16:creationId xmlns:a16="http://schemas.microsoft.com/office/drawing/2014/main" id="{CD3674E6-6E7C-6ADE-2449-B464A0D0DF22}"/>
              </a:ext>
            </a:extLst>
          </p:cNvPr>
          <p:cNvSpPr/>
          <p:nvPr/>
        </p:nvSpPr>
        <p:spPr>
          <a:xfrm>
            <a:off x="8752113" y="3088546"/>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88" name="Oval 287">
            <a:extLst>
              <a:ext uri="{FF2B5EF4-FFF2-40B4-BE49-F238E27FC236}">
                <a16:creationId xmlns:a16="http://schemas.microsoft.com/office/drawing/2014/main" id="{9C9461F0-8A4A-22C4-0719-0378E4A97389}"/>
              </a:ext>
            </a:extLst>
          </p:cNvPr>
          <p:cNvSpPr/>
          <p:nvPr/>
        </p:nvSpPr>
        <p:spPr>
          <a:xfrm>
            <a:off x="8815113" y="3151546"/>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289" name="Graphic 288" descr="Diamond with solid fill">
            <a:extLst>
              <a:ext uri="{FF2B5EF4-FFF2-40B4-BE49-F238E27FC236}">
                <a16:creationId xmlns:a16="http://schemas.microsoft.com/office/drawing/2014/main" id="{59D3BD5C-0929-02A0-5110-55944852C33B}"/>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8834956" y="3171389"/>
            <a:ext cx="158314" cy="158314"/>
          </a:xfrm>
          <a:prstGeom prst="rect">
            <a:avLst/>
          </a:prstGeom>
        </p:spPr>
      </p:pic>
      <p:cxnSp>
        <p:nvCxnSpPr>
          <p:cNvPr id="219" name="Straight Connector 218">
            <a:extLst>
              <a:ext uri="{FF2B5EF4-FFF2-40B4-BE49-F238E27FC236}">
                <a16:creationId xmlns:a16="http://schemas.microsoft.com/office/drawing/2014/main" id="{A82BCF31-EBBB-D21C-9043-CB77A0B0DDDC}"/>
              </a:ext>
            </a:extLst>
          </p:cNvPr>
          <p:cNvCxnSpPr>
            <a:cxnSpLocks/>
            <a:stCxn id="222" idx="0"/>
            <a:endCxn id="92" idx="3"/>
          </p:cNvCxnSpPr>
          <p:nvPr/>
        </p:nvCxnSpPr>
        <p:spPr>
          <a:xfrm flipV="1">
            <a:off x="8914113" y="2847338"/>
            <a:ext cx="2944" cy="241208"/>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58" name="Arrow: Right 53">
            <a:extLst>
              <a:ext uri="{FF2B5EF4-FFF2-40B4-BE49-F238E27FC236}">
                <a16:creationId xmlns:a16="http://schemas.microsoft.com/office/drawing/2014/main" id="{F5CE78EB-5EFE-25B9-DB82-22954FE0667F}"/>
              </a:ext>
            </a:extLst>
          </p:cNvPr>
          <p:cNvSpPr/>
          <p:nvPr/>
        </p:nvSpPr>
        <p:spPr>
          <a:xfrm flipH="1">
            <a:off x="4606333" y="2315429"/>
            <a:ext cx="108000" cy="108000"/>
          </a:xfrm>
          <a:prstGeom prst="rect">
            <a:avLst/>
          </a:prstGeom>
          <a:solidFill>
            <a:srgbClr val="00E47C"/>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406" name="Group 405">
            <a:extLst>
              <a:ext uri="{FF2B5EF4-FFF2-40B4-BE49-F238E27FC236}">
                <a16:creationId xmlns:a16="http://schemas.microsoft.com/office/drawing/2014/main" id="{F50993C8-969F-E3BF-49E5-694D7A430384}"/>
              </a:ext>
            </a:extLst>
          </p:cNvPr>
          <p:cNvGrpSpPr/>
          <p:nvPr/>
        </p:nvGrpSpPr>
        <p:grpSpPr>
          <a:xfrm>
            <a:off x="7338026" y="2095704"/>
            <a:ext cx="1443884" cy="1303296"/>
            <a:chOff x="7338026" y="2095704"/>
            <a:chExt cx="1443884" cy="1303296"/>
          </a:xfrm>
        </p:grpSpPr>
        <p:grpSp>
          <p:nvGrpSpPr>
            <p:cNvPr id="264" name="Group 343">
              <a:extLst>
                <a:ext uri="{FF2B5EF4-FFF2-40B4-BE49-F238E27FC236}">
                  <a16:creationId xmlns:a16="http://schemas.microsoft.com/office/drawing/2014/main" id="{7CB9B02D-97B1-F067-8B3D-6833241B6411}"/>
                </a:ext>
              </a:extLst>
            </p:cNvPr>
            <p:cNvGrpSpPr/>
            <p:nvPr/>
          </p:nvGrpSpPr>
          <p:grpSpPr>
            <a:xfrm>
              <a:off x="7338026" y="3075000"/>
              <a:ext cx="324000" cy="324000"/>
              <a:chOff x="5311199" y="2962865"/>
              <a:chExt cx="324000" cy="324000"/>
            </a:xfrm>
          </p:grpSpPr>
          <p:sp>
            <p:nvSpPr>
              <p:cNvPr id="274" name="Oval 344">
                <a:extLst>
                  <a:ext uri="{FF2B5EF4-FFF2-40B4-BE49-F238E27FC236}">
                    <a16:creationId xmlns:a16="http://schemas.microsoft.com/office/drawing/2014/main" id="{B64A4423-6838-965C-1078-7ADF67A6E6CC}"/>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276" name="Group 348">
                <a:extLst>
                  <a:ext uri="{FF2B5EF4-FFF2-40B4-BE49-F238E27FC236}">
                    <a16:creationId xmlns:a16="http://schemas.microsoft.com/office/drawing/2014/main" id="{94F2B417-7E53-2146-D2AE-A3A93F1BE732}"/>
                  </a:ext>
                </a:extLst>
              </p:cNvPr>
              <p:cNvGrpSpPr/>
              <p:nvPr/>
            </p:nvGrpSpPr>
            <p:grpSpPr>
              <a:xfrm>
                <a:off x="5373950" y="3024278"/>
                <a:ext cx="198000" cy="198000"/>
                <a:chOff x="5411047" y="3113464"/>
                <a:chExt cx="198000" cy="198000"/>
              </a:xfrm>
            </p:grpSpPr>
            <p:sp>
              <p:nvSpPr>
                <p:cNvPr id="280" name="Oval 349">
                  <a:extLst>
                    <a:ext uri="{FF2B5EF4-FFF2-40B4-BE49-F238E27FC236}">
                      <a16:creationId xmlns:a16="http://schemas.microsoft.com/office/drawing/2014/main" id="{82838FB1-111B-9A85-E5D3-E6061A873535}"/>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281" name="Graphic 350" descr="Play outline">
                  <a:extLst>
                    <a:ext uri="{FF2B5EF4-FFF2-40B4-BE49-F238E27FC236}">
                      <a16:creationId xmlns:a16="http://schemas.microsoft.com/office/drawing/2014/main" id="{BF33AA53-26EC-BC06-0EFF-2394EC2D1DD9}"/>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45462" y="3137223"/>
                  <a:ext cx="158314" cy="158314"/>
                </a:xfrm>
                <a:prstGeom prst="rect">
                  <a:avLst/>
                </a:prstGeom>
              </p:spPr>
            </p:pic>
          </p:grpSp>
        </p:grpSp>
        <p:sp>
          <p:nvSpPr>
            <p:cNvPr id="265" name="Rectangle 373">
              <a:extLst>
                <a:ext uri="{FF2B5EF4-FFF2-40B4-BE49-F238E27FC236}">
                  <a16:creationId xmlns:a16="http://schemas.microsoft.com/office/drawing/2014/main" id="{CDC1555B-2C39-3C6F-496E-952A790674AC}"/>
                </a:ext>
              </a:extLst>
            </p:cNvPr>
            <p:cNvSpPr/>
            <p:nvPr/>
          </p:nvSpPr>
          <p:spPr>
            <a:xfrm flipH="1">
              <a:off x="7606056" y="2095704"/>
              <a:ext cx="1175854" cy="56688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PAFR - GA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JADE Ph2b IA</a:t>
              </a:r>
            </a:p>
          </p:txBody>
        </p:sp>
        <p:sp>
          <p:nvSpPr>
            <p:cNvPr id="273" name="Arrow: Right 53">
              <a:extLst>
                <a:ext uri="{FF2B5EF4-FFF2-40B4-BE49-F238E27FC236}">
                  <a16:creationId xmlns:a16="http://schemas.microsoft.com/office/drawing/2014/main" id="{7481E5F1-77ED-4A5C-CDB9-34BC44AD0F49}"/>
                </a:ext>
              </a:extLst>
            </p:cNvPr>
            <p:cNvSpPr/>
            <p:nvPr/>
          </p:nvSpPr>
          <p:spPr>
            <a:xfrm flipH="1">
              <a:off x="7496483" y="2321354"/>
              <a:ext cx="108000" cy="108000"/>
            </a:xfrm>
            <a:prstGeom prst="rect">
              <a:avLst/>
            </a:prstGeom>
            <a:solidFill>
              <a:srgbClr val="00E47C"/>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sp>
        <p:nvSpPr>
          <p:cNvPr id="66" name="Rectangle 373">
            <a:extLst>
              <a:ext uri="{FF2B5EF4-FFF2-40B4-BE49-F238E27FC236}">
                <a16:creationId xmlns:a16="http://schemas.microsoft.com/office/drawing/2014/main" id="{3DF10C1F-4F9B-4281-E70E-C47315A23E25}"/>
              </a:ext>
            </a:extLst>
          </p:cNvPr>
          <p:cNvSpPr/>
          <p:nvPr/>
        </p:nvSpPr>
        <p:spPr>
          <a:xfrm flipH="1">
            <a:off x="5721866" y="2056360"/>
            <a:ext cx="1175854" cy="365760"/>
          </a:xfrm>
          <a:prstGeom prst="rect">
            <a:avLst/>
          </a:prstGeom>
          <a:solidFill>
            <a:schemeClr val="bg1"/>
          </a:solid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2060"/>
              </a:solidFill>
              <a:effectLst/>
              <a:uLnTx/>
              <a:uFillTx/>
              <a:latin typeface="Boehringer Forward Text"/>
              <a:ea typeface="+mn-ea"/>
              <a:cs typeface="+mn-cs"/>
            </a:endParaRPr>
          </a:p>
        </p:txBody>
      </p:sp>
      <p:cxnSp>
        <p:nvCxnSpPr>
          <p:cNvPr id="71" name="Straight Connector 70">
            <a:extLst>
              <a:ext uri="{FF2B5EF4-FFF2-40B4-BE49-F238E27FC236}">
                <a16:creationId xmlns:a16="http://schemas.microsoft.com/office/drawing/2014/main" id="{4EA52BAA-F1B5-8581-9EE8-D95399A1D304}"/>
              </a:ext>
            </a:extLst>
          </p:cNvPr>
          <p:cNvCxnSpPr>
            <a:cxnSpLocks/>
            <a:stCxn id="258" idx="1"/>
          </p:cNvCxnSpPr>
          <p:nvPr/>
        </p:nvCxnSpPr>
        <p:spPr>
          <a:xfrm>
            <a:off x="4714333" y="2369429"/>
            <a:ext cx="0" cy="600957"/>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E1368BD6-F7A4-7582-2D63-1C66391A9477}"/>
              </a:ext>
            </a:extLst>
          </p:cNvPr>
          <p:cNvCxnSpPr>
            <a:cxnSpLocks/>
            <a:stCxn id="274" idx="0"/>
            <a:endCxn id="273" idx="3"/>
          </p:cNvCxnSpPr>
          <p:nvPr/>
        </p:nvCxnSpPr>
        <p:spPr>
          <a:xfrm flipH="1" flipV="1">
            <a:off x="7496483" y="2375354"/>
            <a:ext cx="3543" cy="699646"/>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nvGrpSpPr>
          <p:cNvPr id="404" name="Group 403">
            <a:extLst>
              <a:ext uri="{FF2B5EF4-FFF2-40B4-BE49-F238E27FC236}">
                <a16:creationId xmlns:a16="http://schemas.microsoft.com/office/drawing/2014/main" id="{F7BFEB45-79DA-561A-956D-84C6FE98523F}"/>
              </a:ext>
            </a:extLst>
          </p:cNvPr>
          <p:cNvGrpSpPr/>
          <p:nvPr/>
        </p:nvGrpSpPr>
        <p:grpSpPr>
          <a:xfrm>
            <a:off x="9258552" y="1019150"/>
            <a:ext cx="1329243" cy="1816846"/>
            <a:chOff x="5597849" y="1021817"/>
            <a:chExt cx="1329243" cy="1816846"/>
          </a:xfrm>
        </p:grpSpPr>
        <p:cxnSp>
          <p:nvCxnSpPr>
            <p:cNvPr id="284" name="Straight Connector 283">
              <a:extLst>
                <a:ext uri="{FF2B5EF4-FFF2-40B4-BE49-F238E27FC236}">
                  <a16:creationId xmlns:a16="http://schemas.microsoft.com/office/drawing/2014/main" id="{FF3DFFF8-3247-352A-6353-AF9BB887118F}"/>
                </a:ext>
              </a:extLst>
            </p:cNvPr>
            <p:cNvCxnSpPr>
              <a:cxnSpLocks/>
              <a:endCxn id="65" idx="3"/>
            </p:cNvCxnSpPr>
            <p:nvPr/>
          </p:nvCxnSpPr>
          <p:spPr>
            <a:xfrm flipH="1" flipV="1">
              <a:off x="5597849" y="1216088"/>
              <a:ext cx="3543" cy="1622575"/>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65" name="Arrow: Right 53">
              <a:extLst>
                <a:ext uri="{FF2B5EF4-FFF2-40B4-BE49-F238E27FC236}">
                  <a16:creationId xmlns:a16="http://schemas.microsoft.com/office/drawing/2014/main" id="{39B088D8-8C9F-D3B7-C445-2FE728DDE08A}"/>
                </a:ext>
              </a:extLst>
            </p:cNvPr>
            <p:cNvSpPr/>
            <p:nvPr/>
          </p:nvSpPr>
          <p:spPr>
            <a:xfrm flipH="1">
              <a:off x="5597849" y="1162088"/>
              <a:ext cx="108000" cy="108000"/>
            </a:xfrm>
            <a:prstGeom prst="rect">
              <a:avLst/>
            </a:prstGeom>
            <a:solidFill>
              <a:srgbClr val="00E47C"/>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302" name="Rectangle 373">
              <a:extLst>
                <a:ext uri="{FF2B5EF4-FFF2-40B4-BE49-F238E27FC236}">
                  <a16:creationId xmlns:a16="http://schemas.microsoft.com/office/drawing/2014/main" id="{341EFBF6-41B9-9465-E67A-59AE1040F25C}"/>
                </a:ext>
              </a:extLst>
            </p:cNvPr>
            <p:cNvSpPr/>
            <p:nvPr/>
          </p:nvSpPr>
          <p:spPr>
            <a:xfrm flipH="1">
              <a:off x="5812120" y="1021817"/>
              <a:ext cx="1114972" cy="365760"/>
            </a:xfrm>
            <a:prstGeom prst="rect">
              <a:avLst/>
            </a:prstGeom>
            <a:solidFill>
              <a:schemeClr val="bg1"/>
            </a:solid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err="1">
                  <a:ln>
                    <a:noFill/>
                  </a:ln>
                  <a:solidFill>
                    <a:srgbClr val="002060"/>
                  </a:solidFill>
                  <a:effectLst/>
                  <a:uLnTx/>
                  <a:uFillTx/>
                  <a:latin typeface="Boehringer Forward Text"/>
                  <a:ea typeface="+mn-ea"/>
                  <a:cs typeface="+mn-cs"/>
                </a:rPr>
                <a:t>PKKi</a:t>
              </a: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 - DME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THULITE Ph2b IA</a:t>
              </a:r>
            </a:p>
          </p:txBody>
        </p:sp>
      </p:grpSp>
      <p:sp>
        <p:nvSpPr>
          <p:cNvPr id="203" name="Rectangle 373">
            <a:extLst>
              <a:ext uri="{FF2B5EF4-FFF2-40B4-BE49-F238E27FC236}">
                <a16:creationId xmlns:a16="http://schemas.microsoft.com/office/drawing/2014/main" id="{A8A5007C-4D79-8C7E-9C96-1E64C27AB6F6}"/>
              </a:ext>
            </a:extLst>
          </p:cNvPr>
          <p:cNvSpPr/>
          <p:nvPr/>
        </p:nvSpPr>
        <p:spPr>
          <a:xfrm flipH="1">
            <a:off x="4812113" y="2641469"/>
            <a:ext cx="1504936" cy="365760"/>
          </a:xfrm>
          <a:prstGeom prst="rect">
            <a:avLst/>
          </a:prstGeom>
          <a:solidFill>
            <a:schemeClr val="bg1"/>
          </a:solid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FZD4/LRP5  - DR/DME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Ph1/2 F</a:t>
            </a: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PI</a:t>
            </a:r>
          </a:p>
        </p:txBody>
      </p:sp>
      <p:cxnSp>
        <p:nvCxnSpPr>
          <p:cNvPr id="303" name="Straight Connector 302">
            <a:extLst>
              <a:ext uri="{FF2B5EF4-FFF2-40B4-BE49-F238E27FC236}">
                <a16:creationId xmlns:a16="http://schemas.microsoft.com/office/drawing/2014/main" id="{C2679ADA-1105-17C2-2630-B26DB99DD6EB}"/>
              </a:ext>
            </a:extLst>
          </p:cNvPr>
          <p:cNvCxnSpPr>
            <a:cxnSpLocks/>
            <a:endCxn id="314" idx="3"/>
          </p:cNvCxnSpPr>
          <p:nvPr/>
        </p:nvCxnSpPr>
        <p:spPr>
          <a:xfrm flipV="1">
            <a:off x="7495790" y="1547071"/>
            <a:ext cx="1377" cy="694585"/>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313" name="Rectangle 373">
            <a:extLst>
              <a:ext uri="{FF2B5EF4-FFF2-40B4-BE49-F238E27FC236}">
                <a16:creationId xmlns:a16="http://schemas.microsoft.com/office/drawing/2014/main" id="{3293AE0B-FAED-FCE5-2B38-964876920D90}"/>
              </a:ext>
            </a:extLst>
          </p:cNvPr>
          <p:cNvSpPr/>
          <p:nvPr/>
        </p:nvSpPr>
        <p:spPr>
          <a:xfrm flipH="1">
            <a:off x="7606740" y="1267421"/>
            <a:ext cx="1175854" cy="56688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PAFR - </a:t>
            </a: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PoC</a:t>
            </a:r>
          </a:p>
        </p:txBody>
      </p:sp>
      <p:sp>
        <p:nvSpPr>
          <p:cNvPr id="314" name="Arrow: Right 53">
            <a:extLst>
              <a:ext uri="{FF2B5EF4-FFF2-40B4-BE49-F238E27FC236}">
                <a16:creationId xmlns:a16="http://schemas.microsoft.com/office/drawing/2014/main" id="{91E33562-EB2F-18C6-2F61-F9D9B88CBF52}"/>
              </a:ext>
            </a:extLst>
          </p:cNvPr>
          <p:cNvSpPr/>
          <p:nvPr/>
        </p:nvSpPr>
        <p:spPr>
          <a:xfrm flipH="1">
            <a:off x="7497167" y="1493071"/>
            <a:ext cx="108000" cy="108000"/>
          </a:xfrm>
          <a:prstGeom prst="rect">
            <a:avLst/>
          </a:prstGeom>
          <a:solidFill>
            <a:srgbClr val="D62728"/>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315" name="Rectangle 373">
            <a:extLst>
              <a:ext uri="{FF2B5EF4-FFF2-40B4-BE49-F238E27FC236}">
                <a16:creationId xmlns:a16="http://schemas.microsoft.com/office/drawing/2014/main" id="{952F316E-A6A4-63AC-7575-777E8D16CDE8}"/>
              </a:ext>
            </a:extLst>
          </p:cNvPr>
          <p:cNvSpPr/>
          <p:nvPr/>
        </p:nvSpPr>
        <p:spPr>
          <a:xfrm flipH="1">
            <a:off x="9021359" y="1673703"/>
            <a:ext cx="2908689" cy="56688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ctr" latinLnBrk="0" hangingPunct="1">
              <a:lnSpc>
                <a:spcPct val="110000"/>
              </a:lnSpc>
              <a:spcBef>
                <a:spcPts val="0"/>
              </a:spcBef>
              <a:spcAft>
                <a:spcPts val="0"/>
              </a:spcAft>
              <a:buClrTx/>
              <a:buSzTx/>
              <a:buFontTx/>
              <a:buNone/>
              <a:tabLst/>
              <a:defRPr/>
            </a:pPr>
            <a:r>
              <a:rPr kumimoji="0" lang="en-GB" sz="1000" b="0" i="0" u="none" strike="sngStrike" kern="1200" cap="none" spc="0" normalizeH="0" baseline="0" noProof="0">
                <a:ln>
                  <a:noFill/>
                </a:ln>
                <a:solidFill>
                  <a:srgbClr val="86251B"/>
                </a:solidFill>
                <a:effectLst/>
                <a:uLnTx/>
                <a:uFillTx/>
                <a:latin typeface="Boehringer Forward Text"/>
                <a:ea typeface="+mn-ea"/>
                <a:cs typeface="+mn-cs"/>
              </a:rPr>
              <a:t>C3 peptide </a:t>
            </a:r>
            <a:r>
              <a:rPr kumimoji="0" lang="en-GB" sz="1000" b="0" i="0" u="none" strike="sngStrike" kern="1200" cap="none" spc="0" normalizeH="0" baseline="0" noProof="0" err="1">
                <a:ln>
                  <a:noFill/>
                </a:ln>
                <a:solidFill>
                  <a:srgbClr val="86251B"/>
                </a:solidFill>
                <a:effectLst/>
                <a:uLnTx/>
                <a:uFillTx/>
                <a:latin typeface="Boehringer Forward Text"/>
                <a:ea typeface="+mn-ea"/>
                <a:cs typeface="+mn-cs"/>
              </a:rPr>
              <a:t>inh</a:t>
            </a:r>
            <a:r>
              <a:rPr kumimoji="0" lang="en-GB" sz="1000" b="0" i="0" u="none" strike="sngStrike" kern="1200" cap="none" spc="0" normalizeH="0" baseline="0" noProof="0">
                <a:ln>
                  <a:noFill/>
                </a:ln>
                <a:solidFill>
                  <a:srgbClr val="86251B"/>
                </a:solidFill>
                <a:effectLst/>
                <a:uLnTx/>
                <a:uFillTx/>
                <a:latin typeface="Boehringer Forward Text"/>
                <a:ea typeface="+mn-ea"/>
                <a:cs typeface="+mn-cs"/>
              </a:rPr>
              <a:t>. IVT XR </a:t>
            </a:r>
            <a:r>
              <a:rPr kumimoji="0" lang="en-US" altLang="zh-CN" sz="1000" b="0" i="0" u="none" strike="sngStrike" kern="1200" cap="none" spc="0" normalizeH="0" baseline="0" noProof="0">
                <a:ln>
                  <a:noFill/>
                </a:ln>
                <a:solidFill>
                  <a:srgbClr val="86251B"/>
                </a:solidFill>
                <a:effectLst/>
                <a:uLnTx/>
                <a:uFillTx/>
                <a:latin typeface="Boehringer Forward Text"/>
                <a:ea typeface="+mn-ea"/>
                <a:cs typeface="+mn-cs"/>
              </a:rPr>
              <a:t>– </a:t>
            </a:r>
            <a:r>
              <a:rPr kumimoji="0" lang="en-US" sz="1000" b="0" i="0" u="none" strike="sngStrike" kern="1200" cap="none" spc="0" normalizeH="0" baseline="0" noProof="0">
                <a:ln>
                  <a:noFill/>
                </a:ln>
                <a:solidFill>
                  <a:srgbClr val="86251B"/>
                </a:solidFill>
                <a:effectLst/>
                <a:uLnTx/>
                <a:uFillTx/>
                <a:latin typeface="Boehringer Forward Text"/>
                <a:ea typeface="+mn-ea"/>
                <a:cs typeface="+mn-cs"/>
              </a:rPr>
              <a:t>CS </a:t>
            </a:r>
            <a:r>
              <a:rPr kumimoji="0" lang="en-US" altLang="zh-CN" sz="1000" b="0" i="0" u="none" strike="sngStrike" kern="1200" cap="none" spc="0" normalizeH="0" baseline="0" noProof="0">
                <a:ln>
                  <a:noFill/>
                </a:ln>
                <a:solidFill>
                  <a:srgbClr val="86251B"/>
                </a:solidFill>
                <a:effectLst/>
                <a:uLnTx/>
                <a:uFillTx/>
                <a:latin typeface="Boehringer Forward Text"/>
                <a:ea typeface="+mn-ea"/>
                <a:cs typeface="+mn-cs"/>
              </a:rPr>
              <a:t>moved to  2027 Q1/Q2</a:t>
            </a:r>
            <a:endParaRPr kumimoji="0" lang="en-US" sz="1000" b="0" i="0" u="none" strike="sngStrike" kern="1200" cap="none" spc="0" normalizeH="0" baseline="0" noProof="0">
              <a:ln>
                <a:noFill/>
              </a:ln>
              <a:solidFill>
                <a:srgbClr val="86251B"/>
              </a:solidFill>
              <a:effectLst/>
              <a:uLnTx/>
              <a:uFillTx/>
              <a:latin typeface="Boehringer Forward Text"/>
              <a:ea typeface="+mn-ea"/>
              <a:cs typeface="+mn-cs"/>
            </a:endParaRPr>
          </a:p>
        </p:txBody>
      </p:sp>
      <p:sp>
        <p:nvSpPr>
          <p:cNvPr id="316" name="Arrow: Right 53">
            <a:extLst>
              <a:ext uri="{FF2B5EF4-FFF2-40B4-BE49-F238E27FC236}">
                <a16:creationId xmlns:a16="http://schemas.microsoft.com/office/drawing/2014/main" id="{1C2882DE-BA43-3BEB-E03E-D24446D107A8}"/>
              </a:ext>
            </a:extLst>
          </p:cNvPr>
          <p:cNvSpPr/>
          <p:nvPr/>
        </p:nvSpPr>
        <p:spPr>
          <a:xfrm flipH="1">
            <a:off x="8911787" y="1899353"/>
            <a:ext cx="108000" cy="108000"/>
          </a:xfrm>
          <a:prstGeom prst="rect">
            <a:avLst/>
          </a:prstGeom>
          <a:solidFill>
            <a:srgbClr val="17BECF"/>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317" name="Arrow: Right 53">
            <a:extLst>
              <a:ext uri="{FF2B5EF4-FFF2-40B4-BE49-F238E27FC236}">
                <a16:creationId xmlns:a16="http://schemas.microsoft.com/office/drawing/2014/main" id="{4016414F-1B8D-63E8-72FC-3C1BE10C39FE}"/>
              </a:ext>
            </a:extLst>
          </p:cNvPr>
          <p:cNvSpPr/>
          <p:nvPr/>
        </p:nvSpPr>
        <p:spPr>
          <a:xfrm flipH="1">
            <a:off x="11102155" y="2390132"/>
            <a:ext cx="108000" cy="108000"/>
          </a:xfrm>
          <a:prstGeom prst="rect">
            <a:avLst/>
          </a:prstGeom>
          <a:solidFill>
            <a:srgbClr val="17BECF"/>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cxnSp>
        <p:nvCxnSpPr>
          <p:cNvPr id="318" name="Straight Connector 317">
            <a:extLst>
              <a:ext uri="{FF2B5EF4-FFF2-40B4-BE49-F238E27FC236}">
                <a16:creationId xmlns:a16="http://schemas.microsoft.com/office/drawing/2014/main" id="{9EFA1F13-800A-DB55-9219-44D18055F4D7}"/>
              </a:ext>
            </a:extLst>
          </p:cNvPr>
          <p:cNvCxnSpPr>
            <a:cxnSpLocks/>
            <a:stCxn id="316" idx="3"/>
          </p:cNvCxnSpPr>
          <p:nvPr/>
        </p:nvCxnSpPr>
        <p:spPr>
          <a:xfrm>
            <a:off x="8911787" y="1953353"/>
            <a:ext cx="5270" cy="1125474"/>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319" name="Rectangle 373">
            <a:extLst>
              <a:ext uri="{FF2B5EF4-FFF2-40B4-BE49-F238E27FC236}">
                <a16:creationId xmlns:a16="http://schemas.microsoft.com/office/drawing/2014/main" id="{A33BFC00-B07C-1D07-D8D8-8668392E1D6A}"/>
              </a:ext>
            </a:extLst>
          </p:cNvPr>
          <p:cNvSpPr/>
          <p:nvPr/>
        </p:nvSpPr>
        <p:spPr>
          <a:xfrm flipH="1">
            <a:off x="11210155" y="2340318"/>
            <a:ext cx="822960" cy="18288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ctr" latinLnBrk="0" hangingPunct="1">
              <a:lnSpc>
                <a:spcPct val="110000"/>
              </a:lnSpc>
              <a:spcBef>
                <a:spcPts val="0"/>
              </a:spcBef>
              <a:spcAft>
                <a:spcPts val="0"/>
              </a:spcAft>
              <a:buClrTx/>
              <a:buSzTx/>
              <a:buFontTx/>
              <a:buNone/>
              <a:tabLst/>
              <a:defRPr/>
            </a:pPr>
            <a:r>
              <a:rPr kumimoji="0" lang="en-GB" sz="1000" b="0" i="0" u="none" strike="noStrike" kern="1200" cap="none" spc="0" normalizeH="0" baseline="0" noProof="0">
                <a:ln>
                  <a:noFill/>
                </a:ln>
                <a:solidFill>
                  <a:srgbClr val="86251B"/>
                </a:solidFill>
                <a:effectLst/>
                <a:highlight>
                  <a:srgbClr val="FFFF00"/>
                </a:highlight>
                <a:uLnTx/>
                <a:uFillTx/>
                <a:latin typeface="Boehringer Forward Text"/>
                <a:ea typeface="+mn-ea"/>
                <a:cs typeface="+mn-cs"/>
              </a:rPr>
              <a:t>aC3 XR </a:t>
            </a:r>
            <a:r>
              <a:rPr kumimoji="0" lang="en-US" altLang="zh-CN" sz="1000" b="0" i="0" u="none" strike="noStrike" kern="1200" cap="none" spc="0" normalizeH="0" baseline="0" noProof="0">
                <a:ln>
                  <a:noFill/>
                </a:ln>
                <a:solidFill>
                  <a:srgbClr val="86251B"/>
                </a:solidFill>
                <a:effectLst/>
                <a:highlight>
                  <a:srgbClr val="FFFF00"/>
                </a:highlight>
                <a:uLnTx/>
                <a:uFillTx/>
                <a:latin typeface="Boehringer Forward Text"/>
                <a:ea typeface="+mn-ea"/>
                <a:cs typeface="+mn-cs"/>
              </a:rPr>
              <a:t>– </a:t>
            </a:r>
            <a:r>
              <a:rPr kumimoji="0" lang="en-US" sz="1000" b="0" i="0" u="none" strike="noStrike" kern="1200" cap="none" spc="0" normalizeH="0" baseline="0" noProof="0">
                <a:ln>
                  <a:noFill/>
                </a:ln>
                <a:solidFill>
                  <a:srgbClr val="86251B"/>
                </a:solidFill>
                <a:effectLst/>
                <a:highlight>
                  <a:srgbClr val="FFFF00"/>
                </a:highlight>
                <a:uLnTx/>
                <a:uFillTx/>
                <a:latin typeface="Boehringer Forward Text"/>
                <a:ea typeface="+mn-ea"/>
                <a:cs typeface="+mn-cs"/>
              </a:rPr>
              <a:t>CS  </a:t>
            </a:r>
            <a:r>
              <a:rPr kumimoji="0" lang="en-US" altLang="zh-CN" sz="1000" b="0" i="0" u="none" strike="noStrike" kern="1200" cap="none" spc="0" normalizeH="0" baseline="0" noProof="0">
                <a:ln>
                  <a:noFill/>
                </a:ln>
                <a:solidFill>
                  <a:srgbClr val="86251B"/>
                </a:solidFill>
                <a:effectLst/>
                <a:highlight>
                  <a:srgbClr val="FFFF00"/>
                </a:highlight>
                <a:uLnTx/>
                <a:uFillTx/>
                <a:latin typeface="Boehringer Forward Text"/>
                <a:ea typeface="+mn-ea"/>
                <a:cs typeface="+mn-cs"/>
              </a:rPr>
              <a:t>from Aug to end of 2026</a:t>
            </a:r>
            <a:endParaRPr kumimoji="0" lang="en-US" sz="1000" b="0" i="0" u="none" strike="noStrike" kern="1200" cap="none" spc="0" normalizeH="0" baseline="0" noProof="0">
              <a:ln>
                <a:noFill/>
              </a:ln>
              <a:solidFill>
                <a:srgbClr val="86251B"/>
              </a:solidFill>
              <a:effectLst/>
              <a:highlight>
                <a:srgbClr val="FFFF00"/>
              </a:highlight>
              <a:uLnTx/>
              <a:uFillTx/>
              <a:latin typeface="Boehringer Forward Text"/>
              <a:ea typeface="+mn-ea"/>
              <a:cs typeface="+mn-cs"/>
            </a:endParaRPr>
          </a:p>
        </p:txBody>
      </p:sp>
      <p:grpSp>
        <p:nvGrpSpPr>
          <p:cNvPr id="352" name="Group 351">
            <a:extLst>
              <a:ext uri="{FF2B5EF4-FFF2-40B4-BE49-F238E27FC236}">
                <a16:creationId xmlns:a16="http://schemas.microsoft.com/office/drawing/2014/main" id="{51F7A1D2-2D71-4FC5-EF43-8AE83CD4F388}"/>
              </a:ext>
            </a:extLst>
          </p:cNvPr>
          <p:cNvGrpSpPr/>
          <p:nvPr/>
        </p:nvGrpSpPr>
        <p:grpSpPr>
          <a:xfrm>
            <a:off x="627707" y="2549788"/>
            <a:ext cx="1287000" cy="578768"/>
            <a:chOff x="5185031" y="2549788"/>
            <a:chExt cx="1287000" cy="578768"/>
          </a:xfrm>
          <a:solidFill>
            <a:srgbClr val="E5E3DE"/>
          </a:solidFill>
        </p:grpSpPr>
        <p:cxnSp>
          <p:nvCxnSpPr>
            <p:cNvPr id="353" name="Straight Connector 352">
              <a:extLst>
                <a:ext uri="{FF2B5EF4-FFF2-40B4-BE49-F238E27FC236}">
                  <a16:creationId xmlns:a16="http://schemas.microsoft.com/office/drawing/2014/main" id="{60DC45EB-7C08-75A6-61E7-0E157AA18175}"/>
                </a:ext>
              </a:extLst>
            </p:cNvPr>
            <p:cNvCxnSpPr>
              <a:cxnSpLocks/>
              <a:endCxn id="355" idx="3"/>
            </p:cNvCxnSpPr>
            <p:nvPr/>
          </p:nvCxnSpPr>
          <p:spPr>
            <a:xfrm flipV="1">
              <a:off x="5185031" y="2731058"/>
              <a:ext cx="1573" cy="397498"/>
            </a:xfrm>
            <a:prstGeom prst="line">
              <a:avLst/>
            </a:prstGeom>
            <a:grpFill/>
            <a:ln w="12700" cap="flat">
              <a:solidFill>
                <a:srgbClr val="E5E3DE"/>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355" name="Arrow: Right 53">
              <a:extLst>
                <a:ext uri="{FF2B5EF4-FFF2-40B4-BE49-F238E27FC236}">
                  <a16:creationId xmlns:a16="http://schemas.microsoft.com/office/drawing/2014/main" id="{C3056B1C-99D6-F748-7356-D6D2192D4624}"/>
                </a:ext>
              </a:extLst>
            </p:cNvPr>
            <p:cNvSpPr/>
            <p:nvPr/>
          </p:nvSpPr>
          <p:spPr>
            <a:xfrm flipH="1">
              <a:off x="5186604" y="2677058"/>
              <a:ext cx="108000" cy="108000"/>
            </a:xfrm>
            <a:prstGeom prst="rect">
              <a:avLst/>
            </a:prstGeom>
            <a:grpFill/>
            <a:ln w="9525" cap="sq">
              <a:solidFill>
                <a:srgbClr val="E5E3DE"/>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354" name="Rectangle 373">
              <a:extLst>
                <a:ext uri="{FF2B5EF4-FFF2-40B4-BE49-F238E27FC236}">
                  <a16:creationId xmlns:a16="http://schemas.microsoft.com/office/drawing/2014/main" id="{B5B69D7E-8390-2187-4D15-BE9EB661E306}"/>
                </a:ext>
              </a:extLst>
            </p:cNvPr>
            <p:cNvSpPr/>
            <p:nvPr/>
          </p:nvSpPr>
          <p:spPr>
            <a:xfrm flipH="1">
              <a:off x="5296177" y="2549788"/>
              <a:ext cx="1175854" cy="365760"/>
            </a:xfrm>
            <a:prstGeom prst="rect">
              <a:avLst/>
            </a:prstGeom>
            <a:grpFill/>
            <a:ln w="12700">
              <a:solidFill>
                <a:srgbClr val="E5E3DE"/>
              </a:solid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err="1">
                  <a:ln>
                    <a:noFill/>
                  </a:ln>
                  <a:solidFill>
                    <a:srgbClr val="002060"/>
                  </a:solidFill>
                  <a:effectLst/>
                  <a:uLnTx/>
                  <a:uFillTx/>
                  <a:latin typeface="Boehringer Forward Text"/>
                  <a:ea typeface="+mn-ea"/>
                  <a:cs typeface="+mn-cs"/>
                </a:rPr>
                <a:t>PKKi</a:t>
              </a: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 – </a:t>
              </a:r>
              <a:r>
                <a:rPr kumimoji="0" lang="en-US" altLang="zh-CN" sz="1000" b="0" i="0" u="none" strike="noStrike" kern="1200" cap="none" spc="0" normalizeH="0" baseline="0" noProof="0" err="1">
                  <a:ln>
                    <a:noFill/>
                  </a:ln>
                  <a:solidFill>
                    <a:srgbClr val="002060"/>
                  </a:solidFill>
                  <a:effectLst/>
                  <a:uLnTx/>
                  <a:uFillTx/>
                  <a:latin typeface="Boehringer Forward Text"/>
                  <a:ea typeface="+mn-ea"/>
                  <a:cs typeface="+mn-cs"/>
                </a:rPr>
                <a:t>nAMD</a:t>
              </a:r>
              <a:endPar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Global Think Tank</a:t>
              </a:r>
            </a:p>
          </p:txBody>
        </p:sp>
      </p:grpSp>
      <p:cxnSp>
        <p:nvCxnSpPr>
          <p:cNvPr id="365" name="Straight Connector 364">
            <a:extLst>
              <a:ext uri="{FF2B5EF4-FFF2-40B4-BE49-F238E27FC236}">
                <a16:creationId xmlns:a16="http://schemas.microsoft.com/office/drawing/2014/main" id="{771E3293-6773-27AF-74A2-FF159A95E6B2}"/>
              </a:ext>
            </a:extLst>
          </p:cNvPr>
          <p:cNvCxnSpPr>
            <a:cxnSpLocks/>
            <a:endCxn id="366" idx="3"/>
          </p:cNvCxnSpPr>
          <p:nvPr/>
        </p:nvCxnSpPr>
        <p:spPr>
          <a:xfrm flipH="1">
            <a:off x="4017707" y="3112805"/>
            <a:ext cx="2936" cy="621298"/>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366" name="Arrow: Right 53">
            <a:extLst>
              <a:ext uri="{FF2B5EF4-FFF2-40B4-BE49-F238E27FC236}">
                <a16:creationId xmlns:a16="http://schemas.microsoft.com/office/drawing/2014/main" id="{213F4EB2-FCD0-73B9-2C4D-9B3D9398DD65}"/>
              </a:ext>
            </a:extLst>
          </p:cNvPr>
          <p:cNvSpPr/>
          <p:nvPr/>
        </p:nvSpPr>
        <p:spPr>
          <a:xfrm flipH="1">
            <a:off x="4017707" y="3680103"/>
            <a:ext cx="108000" cy="108000"/>
          </a:xfrm>
          <a:prstGeom prst="rect">
            <a:avLst/>
          </a:prstGeom>
          <a:solidFill>
            <a:srgbClr val="F5762C"/>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cxnSp>
        <p:nvCxnSpPr>
          <p:cNvPr id="349" name="Straight Connector 348">
            <a:extLst>
              <a:ext uri="{FF2B5EF4-FFF2-40B4-BE49-F238E27FC236}">
                <a16:creationId xmlns:a16="http://schemas.microsoft.com/office/drawing/2014/main" id="{7150DB47-39FC-52D8-F11F-6617AFD6E3C2}"/>
              </a:ext>
            </a:extLst>
          </p:cNvPr>
          <p:cNvCxnSpPr>
            <a:cxnSpLocks/>
            <a:endCxn id="369" idx="3"/>
          </p:cNvCxnSpPr>
          <p:nvPr/>
        </p:nvCxnSpPr>
        <p:spPr>
          <a:xfrm>
            <a:off x="8914113" y="3412546"/>
            <a:ext cx="679" cy="593370"/>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nvGrpSpPr>
          <p:cNvPr id="367" name="Group 366">
            <a:extLst>
              <a:ext uri="{FF2B5EF4-FFF2-40B4-BE49-F238E27FC236}">
                <a16:creationId xmlns:a16="http://schemas.microsoft.com/office/drawing/2014/main" id="{C54DDEEB-1FA0-C063-D34D-59C9AF682EAE}"/>
              </a:ext>
            </a:extLst>
          </p:cNvPr>
          <p:cNvGrpSpPr/>
          <p:nvPr/>
        </p:nvGrpSpPr>
        <p:grpSpPr>
          <a:xfrm>
            <a:off x="8914792" y="3726266"/>
            <a:ext cx="1285427" cy="566880"/>
            <a:chOff x="5186604" y="719160"/>
            <a:chExt cx="1285427" cy="566880"/>
          </a:xfrm>
        </p:grpSpPr>
        <p:sp>
          <p:nvSpPr>
            <p:cNvPr id="368" name="Rectangle 373">
              <a:extLst>
                <a:ext uri="{FF2B5EF4-FFF2-40B4-BE49-F238E27FC236}">
                  <a16:creationId xmlns:a16="http://schemas.microsoft.com/office/drawing/2014/main" id="{F01B7CD4-B96D-9898-3534-F608D9929B3D}"/>
                </a:ext>
              </a:extLst>
            </p:cNvPr>
            <p:cNvSpPr/>
            <p:nvPr/>
          </p:nvSpPr>
          <p:spPr>
            <a:xfrm flipH="1">
              <a:off x="5296177" y="719160"/>
              <a:ext cx="1175854" cy="56688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err="1">
                  <a:ln>
                    <a:noFill/>
                  </a:ln>
                  <a:solidFill>
                    <a:srgbClr val="002060"/>
                  </a:solidFill>
                  <a:effectLst/>
                  <a:uLnTx/>
                  <a:uFillTx/>
                  <a:latin typeface="Boehringer Forward Text"/>
                  <a:ea typeface="+mn-ea"/>
                  <a:cs typeface="+mn-cs"/>
                </a:rPr>
                <a:t>PKKi</a:t>
              </a: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 - DME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THULITE Ph2b LPI</a:t>
              </a:r>
            </a:p>
          </p:txBody>
        </p:sp>
        <p:sp>
          <p:nvSpPr>
            <p:cNvPr id="369" name="Arrow: Right 53">
              <a:extLst>
                <a:ext uri="{FF2B5EF4-FFF2-40B4-BE49-F238E27FC236}">
                  <a16:creationId xmlns:a16="http://schemas.microsoft.com/office/drawing/2014/main" id="{8DDEEE57-C344-EE9E-7758-68A29F480AF2}"/>
                </a:ext>
              </a:extLst>
            </p:cNvPr>
            <p:cNvSpPr/>
            <p:nvPr/>
          </p:nvSpPr>
          <p:spPr>
            <a:xfrm flipH="1">
              <a:off x="5186604" y="944810"/>
              <a:ext cx="108000" cy="108000"/>
            </a:xfrm>
            <a:prstGeom prst="rect">
              <a:avLst/>
            </a:prstGeom>
            <a:solidFill>
              <a:srgbClr val="F5762C"/>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grpSp>
        <p:nvGrpSpPr>
          <p:cNvPr id="372" name="Group 343">
            <a:extLst>
              <a:ext uri="{FF2B5EF4-FFF2-40B4-BE49-F238E27FC236}">
                <a16:creationId xmlns:a16="http://schemas.microsoft.com/office/drawing/2014/main" id="{AB278B1F-E6D6-8A2C-D948-C5D016E38502}"/>
              </a:ext>
            </a:extLst>
          </p:cNvPr>
          <p:cNvGrpSpPr/>
          <p:nvPr/>
        </p:nvGrpSpPr>
        <p:grpSpPr>
          <a:xfrm>
            <a:off x="2637763" y="3079414"/>
            <a:ext cx="324000" cy="324000"/>
            <a:chOff x="5311199" y="2962865"/>
            <a:chExt cx="324000" cy="324000"/>
          </a:xfrm>
        </p:grpSpPr>
        <p:sp>
          <p:nvSpPr>
            <p:cNvPr id="373" name="Oval 344">
              <a:extLst>
                <a:ext uri="{FF2B5EF4-FFF2-40B4-BE49-F238E27FC236}">
                  <a16:creationId xmlns:a16="http://schemas.microsoft.com/office/drawing/2014/main" id="{4AC4BA3A-7991-7D7D-CF18-D2A18FC418B7}"/>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374" name="Group 348">
              <a:extLst>
                <a:ext uri="{FF2B5EF4-FFF2-40B4-BE49-F238E27FC236}">
                  <a16:creationId xmlns:a16="http://schemas.microsoft.com/office/drawing/2014/main" id="{414C5CED-00E3-F8EE-5D39-32A6D7558F60}"/>
                </a:ext>
              </a:extLst>
            </p:cNvPr>
            <p:cNvGrpSpPr/>
            <p:nvPr/>
          </p:nvGrpSpPr>
          <p:grpSpPr>
            <a:xfrm>
              <a:off x="5373950" y="3024278"/>
              <a:ext cx="198000" cy="198000"/>
              <a:chOff x="5411047" y="3113464"/>
              <a:chExt cx="198000" cy="198000"/>
            </a:xfrm>
          </p:grpSpPr>
          <p:sp>
            <p:nvSpPr>
              <p:cNvPr id="375" name="Oval 349">
                <a:extLst>
                  <a:ext uri="{FF2B5EF4-FFF2-40B4-BE49-F238E27FC236}">
                    <a16:creationId xmlns:a16="http://schemas.microsoft.com/office/drawing/2014/main" id="{C8F6898A-3533-3039-3AB8-31E8D923F671}"/>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376" name="Graphic 350" descr="Play outline">
                <a:extLst>
                  <a:ext uri="{FF2B5EF4-FFF2-40B4-BE49-F238E27FC236}">
                    <a16:creationId xmlns:a16="http://schemas.microsoft.com/office/drawing/2014/main" id="{442A00D8-8268-7DFF-08A6-64A5CFF1C1E8}"/>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45462" y="3137223"/>
                <a:ext cx="158314" cy="158314"/>
              </a:xfrm>
              <a:prstGeom prst="rect">
                <a:avLst/>
              </a:prstGeom>
            </p:spPr>
          </p:pic>
        </p:grpSp>
      </p:grpSp>
      <p:cxnSp>
        <p:nvCxnSpPr>
          <p:cNvPr id="377" name="Straight Connector 376">
            <a:extLst>
              <a:ext uri="{FF2B5EF4-FFF2-40B4-BE49-F238E27FC236}">
                <a16:creationId xmlns:a16="http://schemas.microsoft.com/office/drawing/2014/main" id="{B34D04AA-7C8A-7E9A-BB9A-5F40C9DCA358}"/>
              </a:ext>
            </a:extLst>
          </p:cNvPr>
          <p:cNvCxnSpPr>
            <a:cxnSpLocks/>
          </p:cNvCxnSpPr>
          <p:nvPr/>
        </p:nvCxnSpPr>
        <p:spPr>
          <a:xfrm flipH="1">
            <a:off x="2805116" y="3395294"/>
            <a:ext cx="2936" cy="1161984"/>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380" name="Arrow: Right 53">
            <a:extLst>
              <a:ext uri="{FF2B5EF4-FFF2-40B4-BE49-F238E27FC236}">
                <a16:creationId xmlns:a16="http://schemas.microsoft.com/office/drawing/2014/main" id="{DEB20BB3-DE7B-CF22-C6B6-F60544CC11EA}"/>
              </a:ext>
            </a:extLst>
          </p:cNvPr>
          <p:cNvSpPr/>
          <p:nvPr/>
        </p:nvSpPr>
        <p:spPr>
          <a:xfrm flipH="1">
            <a:off x="2796827" y="4511398"/>
            <a:ext cx="108000" cy="108000"/>
          </a:xfrm>
          <a:prstGeom prst="rect">
            <a:avLst/>
          </a:prstGeom>
          <a:solidFill>
            <a:srgbClr val="00E47C"/>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cxnSp>
        <p:nvCxnSpPr>
          <p:cNvPr id="381" name="Straight Connector 380">
            <a:extLst>
              <a:ext uri="{FF2B5EF4-FFF2-40B4-BE49-F238E27FC236}">
                <a16:creationId xmlns:a16="http://schemas.microsoft.com/office/drawing/2014/main" id="{CC6A52A5-B465-8A3E-0983-3D7BA2027A86}"/>
              </a:ext>
            </a:extLst>
          </p:cNvPr>
          <p:cNvCxnSpPr>
            <a:cxnSpLocks/>
            <a:endCxn id="320" idx="3"/>
          </p:cNvCxnSpPr>
          <p:nvPr/>
        </p:nvCxnSpPr>
        <p:spPr>
          <a:xfrm>
            <a:off x="6525963" y="3400256"/>
            <a:ext cx="1613" cy="1163730"/>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383" name="Rectangle 373">
            <a:extLst>
              <a:ext uri="{FF2B5EF4-FFF2-40B4-BE49-F238E27FC236}">
                <a16:creationId xmlns:a16="http://schemas.microsoft.com/office/drawing/2014/main" id="{AB5990AE-A89E-7E7E-2699-6C1366442825}"/>
              </a:ext>
            </a:extLst>
          </p:cNvPr>
          <p:cNvSpPr/>
          <p:nvPr/>
        </p:nvSpPr>
        <p:spPr>
          <a:xfrm flipH="1">
            <a:off x="6637149" y="4284336"/>
            <a:ext cx="1536288" cy="56688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GA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COMPASS IA2</a:t>
            </a:r>
          </a:p>
        </p:txBody>
      </p:sp>
      <p:sp>
        <p:nvSpPr>
          <p:cNvPr id="320" name="Arrow: Right 53">
            <a:extLst>
              <a:ext uri="{FF2B5EF4-FFF2-40B4-BE49-F238E27FC236}">
                <a16:creationId xmlns:a16="http://schemas.microsoft.com/office/drawing/2014/main" id="{AF4086D1-F5DE-CC05-7D88-AA9C76FA9D24}"/>
              </a:ext>
            </a:extLst>
          </p:cNvPr>
          <p:cNvSpPr/>
          <p:nvPr/>
        </p:nvSpPr>
        <p:spPr>
          <a:xfrm flipH="1">
            <a:off x="6527576" y="4509986"/>
            <a:ext cx="108000" cy="108000"/>
          </a:xfrm>
          <a:prstGeom prst="rect">
            <a:avLst/>
          </a:prstGeom>
          <a:solidFill>
            <a:srgbClr val="00E47C"/>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cxnSp>
        <p:nvCxnSpPr>
          <p:cNvPr id="321" name="Straight Connector 320">
            <a:extLst>
              <a:ext uri="{FF2B5EF4-FFF2-40B4-BE49-F238E27FC236}">
                <a16:creationId xmlns:a16="http://schemas.microsoft.com/office/drawing/2014/main" id="{F5425935-D2DD-8A32-B715-27F0C0B888A7}"/>
              </a:ext>
            </a:extLst>
          </p:cNvPr>
          <p:cNvCxnSpPr>
            <a:cxnSpLocks/>
            <a:endCxn id="323" idx="3"/>
          </p:cNvCxnSpPr>
          <p:nvPr/>
        </p:nvCxnSpPr>
        <p:spPr>
          <a:xfrm>
            <a:off x="629280" y="3410056"/>
            <a:ext cx="0" cy="2006334"/>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322" name="Rectangle 373">
            <a:extLst>
              <a:ext uri="{FF2B5EF4-FFF2-40B4-BE49-F238E27FC236}">
                <a16:creationId xmlns:a16="http://schemas.microsoft.com/office/drawing/2014/main" id="{83DA7236-4FEF-D751-F1F8-FC48BB2E811F}"/>
              </a:ext>
            </a:extLst>
          </p:cNvPr>
          <p:cNvSpPr/>
          <p:nvPr/>
        </p:nvSpPr>
        <p:spPr>
          <a:xfrm flipH="1">
            <a:off x="738853" y="5238691"/>
            <a:ext cx="1560210" cy="365760"/>
          </a:xfrm>
          <a:prstGeom prst="rect">
            <a:avLst/>
          </a:prstGeom>
          <a:solidFill>
            <a:srgbClr val="E5E3DE"/>
          </a:solidFill>
          <a:ln w="12700">
            <a:solidFill>
              <a:srgbClr val="E5E3DE"/>
            </a:solid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err="1">
                <a:ln>
                  <a:noFill/>
                </a:ln>
                <a:solidFill>
                  <a:srgbClr val="002060"/>
                </a:solidFill>
                <a:effectLst/>
                <a:uLnTx/>
                <a:uFillTx/>
                <a:latin typeface="Boehringer Forward Text"/>
                <a:ea typeface="+mn-ea"/>
                <a:cs typeface="+mn-cs"/>
              </a:rPr>
              <a:t>PKKi</a:t>
            </a: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 – DME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THULITE Ph2b China IM</a:t>
            </a:r>
          </a:p>
        </p:txBody>
      </p:sp>
      <p:sp>
        <p:nvSpPr>
          <p:cNvPr id="323" name="Arrow: Right 53">
            <a:extLst>
              <a:ext uri="{FF2B5EF4-FFF2-40B4-BE49-F238E27FC236}">
                <a16:creationId xmlns:a16="http://schemas.microsoft.com/office/drawing/2014/main" id="{0935B232-759A-E04B-2DEF-2F8BDDB5C2B1}"/>
              </a:ext>
            </a:extLst>
          </p:cNvPr>
          <p:cNvSpPr/>
          <p:nvPr/>
        </p:nvSpPr>
        <p:spPr>
          <a:xfrm flipH="1">
            <a:off x="629280" y="5362390"/>
            <a:ext cx="108000" cy="108000"/>
          </a:xfrm>
          <a:prstGeom prst="rect">
            <a:avLst/>
          </a:prstGeom>
          <a:solidFill>
            <a:srgbClr val="80008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cxnSp>
        <p:nvCxnSpPr>
          <p:cNvPr id="327" name="Straight Connector 326">
            <a:extLst>
              <a:ext uri="{FF2B5EF4-FFF2-40B4-BE49-F238E27FC236}">
                <a16:creationId xmlns:a16="http://schemas.microsoft.com/office/drawing/2014/main" id="{CFFF4D4C-691D-1C9E-5D50-E362E4FBDECC}"/>
              </a:ext>
            </a:extLst>
          </p:cNvPr>
          <p:cNvCxnSpPr>
            <a:cxnSpLocks/>
            <a:endCxn id="329" idx="3"/>
          </p:cNvCxnSpPr>
          <p:nvPr/>
        </p:nvCxnSpPr>
        <p:spPr>
          <a:xfrm>
            <a:off x="496111" y="3329703"/>
            <a:ext cx="0" cy="2473585"/>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328" name="Rectangle 373">
            <a:extLst>
              <a:ext uri="{FF2B5EF4-FFF2-40B4-BE49-F238E27FC236}">
                <a16:creationId xmlns:a16="http://schemas.microsoft.com/office/drawing/2014/main" id="{BD3FBC6C-9B93-1F18-4358-E2E9D68ABC24}"/>
              </a:ext>
            </a:extLst>
          </p:cNvPr>
          <p:cNvSpPr/>
          <p:nvPr/>
        </p:nvSpPr>
        <p:spPr>
          <a:xfrm flipH="1">
            <a:off x="605684" y="5663338"/>
            <a:ext cx="2566380" cy="274320"/>
          </a:xfrm>
          <a:prstGeom prst="rect">
            <a:avLst/>
          </a:prstGeom>
          <a:solidFill>
            <a:srgbClr val="E5E3DE"/>
          </a:solidFill>
          <a:ln w="12700">
            <a:solidFill>
              <a:srgbClr val="E5E3DE"/>
            </a:solid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GA </a:t>
            </a: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Scientific Exchange Meeting with KEE</a:t>
            </a:r>
          </a:p>
        </p:txBody>
      </p:sp>
      <p:sp>
        <p:nvSpPr>
          <p:cNvPr id="329" name="Arrow: Right 53">
            <a:extLst>
              <a:ext uri="{FF2B5EF4-FFF2-40B4-BE49-F238E27FC236}">
                <a16:creationId xmlns:a16="http://schemas.microsoft.com/office/drawing/2014/main" id="{F6950789-48CC-906D-5BA7-BB3BA1EBF5FD}"/>
              </a:ext>
            </a:extLst>
          </p:cNvPr>
          <p:cNvSpPr/>
          <p:nvPr/>
        </p:nvSpPr>
        <p:spPr>
          <a:xfrm flipH="1">
            <a:off x="496111" y="5749288"/>
            <a:ext cx="108000" cy="108000"/>
          </a:xfrm>
          <a:prstGeom prst="rect">
            <a:avLst/>
          </a:prstGeom>
          <a:solidFill>
            <a:srgbClr val="80008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333" name="Rectangle 373">
            <a:extLst>
              <a:ext uri="{FF2B5EF4-FFF2-40B4-BE49-F238E27FC236}">
                <a16:creationId xmlns:a16="http://schemas.microsoft.com/office/drawing/2014/main" id="{5A99863E-4197-A664-145A-5FD290577F31}"/>
              </a:ext>
            </a:extLst>
          </p:cNvPr>
          <p:cNvSpPr/>
          <p:nvPr/>
        </p:nvSpPr>
        <p:spPr>
          <a:xfrm flipH="1">
            <a:off x="735040" y="4902598"/>
            <a:ext cx="1659697" cy="274320"/>
          </a:xfrm>
          <a:prstGeom prst="rect">
            <a:avLst/>
          </a:prstGeom>
          <a:solidFill>
            <a:srgbClr val="E5E3DE"/>
          </a:solidFill>
          <a:ln w="12700">
            <a:solidFill>
              <a:srgbClr val="E5E3DE"/>
            </a:solid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THULITE China Workshop</a:t>
            </a:r>
            <a:endParaRPr kumimoji="0" lang="en-US" sz="1000" b="0" i="0" u="none" strike="noStrike" kern="1200" cap="none" spc="0" normalizeH="0" baseline="0" noProof="0">
              <a:ln>
                <a:noFill/>
              </a:ln>
              <a:solidFill>
                <a:srgbClr val="002060"/>
              </a:solidFill>
              <a:effectLst/>
              <a:uLnTx/>
              <a:uFillTx/>
              <a:latin typeface="Boehringer Forward Text"/>
              <a:ea typeface="+mn-ea"/>
              <a:cs typeface="+mn-cs"/>
            </a:endParaRPr>
          </a:p>
        </p:txBody>
      </p:sp>
      <p:sp>
        <p:nvSpPr>
          <p:cNvPr id="334" name="Arrow: Right 53">
            <a:extLst>
              <a:ext uri="{FF2B5EF4-FFF2-40B4-BE49-F238E27FC236}">
                <a16:creationId xmlns:a16="http://schemas.microsoft.com/office/drawing/2014/main" id="{46AA7701-9F19-4492-CD37-7729442958CE}"/>
              </a:ext>
            </a:extLst>
          </p:cNvPr>
          <p:cNvSpPr/>
          <p:nvPr/>
        </p:nvSpPr>
        <p:spPr>
          <a:xfrm flipH="1">
            <a:off x="625468" y="4975848"/>
            <a:ext cx="108000" cy="108000"/>
          </a:xfrm>
          <a:prstGeom prst="rect">
            <a:avLst/>
          </a:prstGeom>
          <a:solidFill>
            <a:srgbClr val="80008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336" name="Arrow: Right 53">
            <a:extLst>
              <a:ext uri="{FF2B5EF4-FFF2-40B4-BE49-F238E27FC236}">
                <a16:creationId xmlns:a16="http://schemas.microsoft.com/office/drawing/2014/main" id="{0ADC7953-C512-8C17-0416-CEF8D313CF23}"/>
              </a:ext>
            </a:extLst>
          </p:cNvPr>
          <p:cNvSpPr/>
          <p:nvPr/>
        </p:nvSpPr>
        <p:spPr>
          <a:xfrm flipH="1">
            <a:off x="625468" y="4634618"/>
            <a:ext cx="108000" cy="108000"/>
          </a:xfrm>
          <a:prstGeom prst="rect">
            <a:avLst/>
          </a:prstGeom>
          <a:solidFill>
            <a:srgbClr val="80008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340" name="Rectangle 373">
            <a:extLst>
              <a:ext uri="{FF2B5EF4-FFF2-40B4-BE49-F238E27FC236}">
                <a16:creationId xmlns:a16="http://schemas.microsoft.com/office/drawing/2014/main" id="{BF78EED9-308C-D7D1-6E14-DB203680743D}"/>
              </a:ext>
            </a:extLst>
          </p:cNvPr>
          <p:cNvSpPr/>
          <p:nvPr/>
        </p:nvSpPr>
        <p:spPr>
          <a:xfrm flipH="1">
            <a:off x="3409454" y="4897870"/>
            <a:ext cx="1067050" cy="365760"/>
          </a:xfrm>
          <a:prstGeom prst="rect">
            <a:avLst/>
          </a:prstGeom>
          <a:noFill/>
          <a:ln w="28575">
            <a:solidFill>
              <a:schemeClr val="tx2"/>
            </a:solid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DR/DME RWS</a:t>
            </a:r>
            <a:endParaRPr kumimoji="0" lang="en-US" sz="1000" b="0" i="0" u="none" strike="noStrike" kern="1200" cap="none" spc="0" normalizeH="0" baseline="0" noProof="0">
              <a:ln>
                <a:noFill/>
              </a:ln>
              <a:solidFill>
                <a:srgbClr val="002060"/>
              </a:solidFill>
              <a:effectLst/>
              <a:uLnTx/>
              <a:uFillTx/>
              <a:latin typeface="Boehringer Forward Text"/>
              <a:ea typeface="+mn-ea"/>
              <a:cs typeface="+mn-cs"/>
            </a:endParaRPr>
          </a:p>
        </p:txBody>
      </p:sp>
      <p:sp>
        <p:nvSpPr>
          <p:cNvPr id="341" name="Arrow: Right 53">
            <a:extLst>
              <a:ext uri="{FF2B5EF4-FFF2-40B4-BE49-F238E27FC236}">
                <a16:creationId xmlns:a16="http://schemas.microsoft.com/office/drawing/2014/main" id="{3F06D3EF-9669-C540-6DDE-D32B52C09230}"/>
              </a:ext>
            </a:extLst>
          </p:cNvPr>
          <p:cNvSpPr/>
          <p:nvPr/>
        </p:nvSpPr>
        <p:spPr>
          <a:xfrm flipH="1">
            <a:off x="3299881" y="5018014"/>
            <a:ext cx="108000" cy="108000"/>
          </a:xfrm>
          <a:prstGeom prst="rect">
            <a:avLst/>
          </a:prstGeom>
          <a:solidFill>
            <a:srgbClr val="80008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cxnSp>
        <p:nvCxnSpPr>
          <p:cNvPr id="344" name="Straight Connector 343">
            <a:extLst>
              <a:ext uri="{FF2B5EF4-FFF2-40B4-BE49-F238E27FC236}">
                <a16:creationId xmlns:a16="http://schemas.microsoft.com/office/drawing/2014/main" id="{0B076AFD-067B-C415-25AB-AD23D5BD540E}"/>
              </a:ext>
            </a:extLst>
          </p:cNvPr>
          <p:cNvCxnSpPr>
            <a:cxnSpLocks/>
            <a:endCxn id="341" idx="3"/>
          </p:cNvCxnSpPr>
          <p:nvPr/>
        </p:nvCxnSpPr>
        <p:spPr>
          <a:xfrm flipH="1">
            <a:off x="3299881" y="3329703"/>
            <a:ext cx="6170" cy="1742311"/>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347" name="Rectangle 373">
            <a:extLst>
              <a:ext uri="{FF2B5EF4-FFF2-40B4-BE49-F238E27FC236}">
                <a16:creationId xmlns:a16="http://schemas.microsoft.com/office/drawing/2014/main" id="{6881FC89-A7CD-696C-00DE-99116EDE8103}"/>
              </a:ext>
            </a:extLst>
          </p:cNvPr>
          <p:cNvSpPr/>
          <p:nvPr/>
        </p:nvSpPr>
        <p:spPr>
          <a:xfrm flipH="1">
            <a:off x="9024383" y="4770325"/>
            <a:ext cx="2467196" cy="56688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GA NAB</a:t>
            </a:r>
            <a:endParaRPr kumimoji="0" lang="en-US" sz="1000" b="0" i="0" u="none" strike="noStrike" kern="1200" cap="none" spc="0" normalizeH="0" baseline="0" noProof="0">
              <a:ln>
                <a:noFill/>
              </a:ln>
              <a:solidFill>
                <a:srgbClr val="002060"/>
              </a:solidFill>
              <a:effectLst/>
              <a:uLnTx/>
              <a:uFillTx/>
              <a:latin typeface="Boehringer Forward Text"/>
              <a:ea typeface="+mn-ea"/>
              <a:cs typeface="+mn-cs"/>
            </a:endParaRPr>
          </a:p>
        </p:txBody>
      </p:sp>
      <p:sp>
        <p:nvSpPr>
          <p:cNvPr id="348" name="Arrow: Right 53">
            <a:extLst>
              <a:ext uri="{FF2B5EF4-FFF2-40B4-BE49-F238E27FC236}">
                <a16:creationId xmlns:a16="http://schemas.microsoft.com/office/drawing/2014/main" id="{EC14619E-AE45-58FC-DC6F-DA30E6B2830F}"/>
              </a:ext>
            </a:extLst>
          </p:cNvPr>
          <p:cNvSpPr/>
          <p:nvPr/>
        </p:nvSpPr>
        <p:spPr>
          <a:xfrm flipH="1">
            <a:off x="8914792" y="5023842"/>
            <a:ext cx="108000" cy="108000"/>
          </a:xfrm>
          <a:prstGeom prst="rect">
            <a:avLst/>
          </a:prstGeom>
          <a:solidFill>
            <a:srgbClr val="80008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350" name="Rectangle 373">
            <a:extLst>
              <a:ext uri="{FF2B5EF4-FFF2-40B4-BE49-F238E27FC236}">
                <a16:creationId xmlns:a16="http://schemas.microsoft.com/office/drawing/2014/main" id="{56748B25-3F51-C751-4353-3387AE3E1C00}"/>
              </a:ext>
            </a:extLst>
          </p:cNvPr>
          <p:cNvSpPr/>
          <p:nvPr/>
        </p:nvSpPr>
        <p:spPr>
          <a:xfrm flipH="1">
            <a:off x="4054006" y="5678736"/>
            <a:ext cx="1071450" cy="365760"/>
          </a:xfrm>
          <a:prstGeom prst="rect">
            <a:avLst/>
          </a:prstGeom>
          <a:noFill/>
          <a:ln w="28575">
            <a:solidFill>
              <a:schemeClr val="tx2"/>
            </a:solid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highlight>
                  <a:srgbClr val="FFFF00"/>
                </a:highlight>
                <a:uLnTx/>
                <a:uFillTx/>
                <a:latin typeface="Boehringer Forward Text"/>
                <a:ea typeface="+mn-ea"/>
                <a:cs typeface="+mn-cs"/>
              </a:rPr>
              <a:t>GA Pipeline HAI</a:t>
            </a:r>
            <a:endParaRPr kumimoji="0" lang="en-US" sz="1000" b="0" i="0" u="none" strike="noStrike" kern="1200" cap="none" spc="0" normalizeH="0" baseline="0" noProof="0">
              <a:ln>
                <a:noFill/>
              </a:ln>
              <a:solidFill>
                <a:srgbClr val="002060"/>
              </a:solidFill>
              <a:effectLst/>
              <a:highlight>
                <a:srgbClr val="FFFF00"/>
              </a:highlight>
              <a:uLnTx/>
              <a:uFillTx/>
              <a:latin typeface="Boehringer Forward Text"/>
              <a:ea typeface="+mn-ea"/>
              <a:cs typeface="+mn-cs"/>
            </a:endParaRPr>
          </a:p>
        </p:txBody>
      </p:sp>
      <p:sp>
        <p:nvSpPr>
          <p:cNvPr id="351" name="Arrow: Right 53">
            <a:extLst>
              <a:ext uri="{FF2B5EF4-FFF2-40B4-BE49-F238E27FC236}">
                <a16:creationId xmlns:a16="http://schemas.microsoft.com/office/drawing/2014/main" id="{DB69227E-756B-290C-48A0-4FE3B7B5CF0F}"/>
              </a:ext>
            </a:extLst>
          </p:cNvPr>
          <p:cNvSpPr/>
          <p:nvPr/>
        </p:nvSpPr>
        <p:spPr>
          <a:xfrm flipH="1">
            <a:off x="4042645" y="5555338"/>
            <a:ext cx="85141" cy="108000"/>
          </a:xfrm>
          <a:prstGeom prst="rect">
            <a:avLst/>
          </a:prstGeom>
          <a:solidFill>
            <a:srgbClr val="FFD70E"/>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cxnSp>
        <p:nvCxnSpPr>
          <p:cNvPr id="396" name="Straight Connector 395">
            <a:extLst>
              <a:ext uri="{FF2B5EF4-FFF2-40B4-BE49-F238E27FC236}">
                <a16:creationId xmlns:a16="http://schemas.microsoft.com/office/drawing/2014/main" id="{92EC6048-4DCA-C674-3DBD-9C77335EAD5C}"/>
              </a:ext>
            </a:extLst>
          </p:cNvPr>
          <p:cNvCxnSpPr>
            <a:cxnSpLocks/>
            <a:endCxn id="348" idx="3"/>
          </p:cNvCxnSpPr>
          <p:nvPr/>
        </p:nvCxnSpPr>
        <p:spPr>
          <a:xfrm>
            <a:off x="8914792" y="4005916"/>
            <a:ext cx="0" cy="1071926"/>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370" name="Rectangle 373">
            <a:extLst>
              <a:ext uri="{FF2B5EF4-FFF2-40B4-BE49-F238E27FC236}">
                <a16:creationId xmlns:a16="http://schemas.microsoft.com/office/drawing/2014/main" id="{BFC176D8-1DB8-5F8C-683E-5DF92F45FA33}"/>
              </a:ext>
            </a:extLst>
          </p:cNvPr>
          <p:cNvSpPr/>
          <p:nvPr/>
        </p:nvSpPr>
        <p:spPr>
          <a:xfrm flipH="1">
            <a:off x="3920738" y="3787423"/>
            <a:ext cx="1536288" cy="365760"/>
          </a:xfrm>
          <a:prstGeom prst="rect">
            <a:avLst/>
          </a:prstGeom>
          <a:solidFill>
            <a:schemeClr val="bg1"/>
          </a:solid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err="1">
                <a:ln>
                  <a:noFill/>
                </a:ln>
                <a:solidFill>
                  <a:srgbClr val="002060"/>
                </a:solidFill>
                <a:effectLst/>
                <a:highlight>
                  <a:srgbClr val="FFFF00"/>
                </a:highlight>
                <a:uLnTx/>
                <a:uFillTx/>
                <a:latin typeface="Boehringer Forward Text"/>
                <a:ea typeface="+mn-ea"/>
                <a:cs typeface="+mn-cs"/>
              </a:rPr>
              <a:t>PKKi</a:t>
            </a:r>
            <a:r>
              <a:rPr kumimoji="0" lang="en-US" altLang="zh-CN" sz="1000" b="0" i="0" u="none" strike="noStrike" kern="1200" cap="none" spc="0" normalizeH="0" baseline="0" noProof="0">
                <a:ln>
                  <a:noFill/>
                </a:ln>
                <a:solidFill>
                  <a:srgbClr val="002060"/>
                </a:solidFill>
                <a:effectLst/>
                <a:highlight>
                  <a:srgbClr val="FFFF00"/>
                </a:highlight>
                <a:uLnTx/>
                <a:uFillTx/>
                <a:latin typeface="Boehringer Forward Text"/>
                <a:ea typeface="+mn-ea"/>
                <a:cs typeface="+mn-cs"/>
              </a:rPr>
              <a:t> - DME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highlight>
                  <a:srgbClr val="FFFF00"/>
                </a:highlight>
                <a:uLnTx/>
                <a:uFillTx/>
                <a:latin typeface="Boehringer Forward Text"/>
                <a:ea typeface="+mn-ea"/>
                <a:cs typeface="+mn-cs"/>
              </a:rPr>
              <a:t>THULITE Ph2b China FPI</a:t>
            </a:r>
          </a:p>
        </p:txBody>
      </p:sp>
      <p:sp>
        <p:nvSpPr>
          <p:cNvPr id="378" name="Rectangle 373">
            <a:extLst>
              <a:ext uri="{FF2B5EF4-FFF2-40B4-BE49-F238E27FC236}">
                <a16:creationId xmlns:a16="http://schemas.microsoft.com/office/drawing/2014/main" id="{9741DB16-E1E7-3305-46EB-D6D8D140A82C}"/>
              </a:ext>
            </a:extLst>
          </p:cNvPr>
          <p:cNvSpPr/>
          <p:nvPr/>
        </p:nvSpPr>
        <p:spPr>
          <a:xfrm flipH="1">
            <a:off x="2906400" y="4428870"/>
            <a:ext cx="1536288" cy="274320"/>
          </a:xfrm>
          <a:prstGeom prst="rect">
            <a:avLst/>
          </a:prstGeom>
          <a:solidFill>
            <a:schemeClr val="bg1">
              <a:lumMod val="85000"/>
            </a:schemeClr>
          </a:solid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GA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COMPASS IA1</a:t>
            </a:r>
          </a:p>
        </p:txBody>
      </p:sp>
      <p:sp>
        <p:nvSpPr>
          <p:cNvPr id="371" name="TextBox 370">
            <a:extLst>
              <a:ext uri="{FF2B5EF4-FFF2-40B4-BE49-F238E27FC236}">
                <a16:creationId xmlns:a16="http://schemas.microsoft.com/office/drawing/2014/main" id="{F034F2C2-1BF5-3036-15F8-704251D52D76}"/>
              </a:ext>
            </a:extLst>
          </p:cNvPr>
          <p:cNvSpPr txBox="1"/>
          <p:nvPr/>
        </p:nvSpPr>
        <p:spPr>
          <a:xfrm>
            <a:off x="71188" y="3840280"/>
            <a:ext cx="986994" cy="488967"/>
          </a:xfrm>
          <a:prstGeom prst="rect">
            <a:avLst/>
          </a:prstGeom>
          <a:solidFill>
            <a:schemeClr val="tx2"/>
          </a:solidFill>
          <a:ln w="6350">
            <a:noFill/>
            <a:miter lim="800000"/>
          </a:ln>
        </p:spPr>
        <p:txBody>
          <a:bodyPr vert="horz" wrap="square" lIns="0" tIns="0" rIns="0" bIns="0" rtlCol="0" anchor="ctr">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altLang="zh-CN" sz="1400" b="1" i="1" u="none" strike="noStrike" kern="1200" cap="none" spc="0" normalizeH="0" baseline="0" noProof="0">
                <a:ln>
                  <a:noFill/>
                </a:ln>
                <a:solidFill>
                  <a:srgbClr val="000000"/>
                </a:solidFill>
                <a:effectLst/>
                <a:uLnTx/>
                <a:uFillTx/>
                <a:latin typeface="Boehringer Forward Text"/>
                <a:ea typeface="+mn-ea"/>
                <a:cs typeface="+mn-cs"/>
              </a:rPr>
              <a:t>China </a:t>
            </a:r>
            <a:r>
              <a:rPr kumimoji="0" lang="en-US" sz="1400" b="1" i="1" u="none" strike="noStrike" kern="1200" cap="none" spc="0" normalizeH="0" baseline="0" noProof="0">
                <a:ln>
                  <a:noFill/>
                </a:ln>
                <a:solidFill>
                  <a:srgbClr val="000000"/>
                </a:solidFill>
                <a:effectLst/>
                <a:uLnTx/>
                <a:uFillTx/>
                <a:latin typeface="Boehringer Forward Text"/>
                <a:ea typeface="+mn-ea"/>
                <a:cs typeface="+mn-cs"/>
              </a:rPr>
              <a:t> milestones</a:t>
            </a:r>
          </a:p>
        </p:txBody>
      </p:sp>
      <p:sp>
        <p:nvSpPr>
          <p:cNvPr id="386" name="Rectangle 373">
            <a:extLst>
              <a:ext uri="{FF2B5EF4-FFF2-40B4-BE49-F238E27FC236}">
                <a16:creationId xmlns:a16="http://schemas.microsoft.com/office/drawing/2014/main" id="{723FE506-541B-0B7B-CD86-397767F062CB}"/>
              </a:ext>
            </a:extLst>
          </p:cNvPr>
          <p:cNvSpPr/>
          <p:nvPr/>
        </p:nvSpPr>
        <p:spPr>
          <a:xfrm flipH="1">
            <a:off x="741154" y="4556707"/>
            <a:ext cx="1754006" cy="274320"/>
          </a:xfrm>
          <a:prstGeom prst="rect">
            <a:avLst/>
          </a:prstGeom>
          <a:solidFill>
            <a:srgbClr val="E5E3DE"/>
          </a:solidFill>
          <a:ln w="12700">
            <a:solidFill>
              <a:srgbClr val="E5E3DE"/>
            </a:solid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China Top Tier KEE Mapping</a:t>
            </a:r>
            <a:endParaRPr kumimoji="0" lang="en-US" sz="1000" b="0" i="0" u="none" strike="noStrike" kern="1200" cap="none" spc="0" normalizeH="0" baseline="0" noProof="0">
              <a:ln>
                <a:noFill/>
              </a:ln>
              <a:solidFill>
                <a:srgbClr val="002060"/>
              </a:solidFill>
              <a:effectLst/>
              <a:uLnTx/>
              <a:uFillTx/>
              <a:latin typeface="Boehringer Forward Text"/>
              <a:ea typeface="+mn-ea"/>
              <a:cs typeface="+mn-cs"/>
            </a:endParaRPr>
          </a:p>
        </p:txBody>
      </p:sp>
      <p:grpSp>
        <p:nvGrpSpPr>
          <p:cNvPr id="397" name="Group 396">
            <a:extLst>
              <a:ext uri="{FF2B5EF4-FFF2-40B4-BE49-F238E27FC236}">
                <a16:creationId xmlns:a16="http://schemas.microsoft.com/office/drawing/2014/main" id="{7085199D-1AC5-AAFE-21EA-E260842C9113}"/>
              </a:ext>
            </a:extLst>
          </p:cNvPr>
          <p:cNvGrpSpPr/>
          <p:nvPr/>
        </p:nvGrpSpPr>
        <p:grpSpPr>
          <a:xfrm>
            <a:off x="6486299" y="1633567"/>
            <a:ext cx="923323" cy="1435197"/>
            <a:chOff x="3750843" y="1398359"/>
            <a:chExt cx="923323" cy="1435197"/>
          </a:xfrm>
        </p:grpSpPr>
        <p:sp>
          <p:nvSpPr>
            <p:cNvPr id="387" name="Rectangle 373">
              <a:extLst>
                <a:ext uri="{FF2B5EF4-FFF2-40B4-BE49-F238E27FC236}">
                  <a16:creationId xmlns:a16="http://schemas.microsoft.com/office/drawing/2014/main" id="{3C55F05C-FED5-F022-E7AB-D503417BBDC2}"/>
                </a:ext>
              </a:extLst>
            </p:cNvPr>
            <p:cNvSpPr/>
            <p:nvPr/>
          </p:nvSpPr>
          <p:spPr>
            <a:xfrm flipH="1">
              <a:off x="3860415" y="1398359"/>
              <a:ext cx="813751" cy="274320"/>
            </a:xfrm>
            <a:prstGeom prst="rect">
              <a:avLst/>
            </a:prstGeom>
            <a:solidFill>
              <a:schemeClr val="bg1"/>
            </a:solid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ctr" latinLnBrk="0" hangingPunct="1">
                <a:lnSpc>
                  <a:spcPct val="11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highlight>
                    <a:srgbClr val="FFFF00"/>
                  </a:highlight>
                  <a:uLnTx/>
                  <a:uFillTx/>
                  <a:latin typeface="Boehringer Forward Text"/>
                  <a:ea typeface="+mn-ea"/>
                  <a:cs typeface="+mn-cs"/>
                </a:rPr>
                <a:t>Anti-VEGF/</a:t>
              </a:r>
              <a:r>
                <a:rPr kumimoji="0" lang="en-US" altLang="zh-CN" sz="1000" b="0" i="0" u="none" strike="noStrike" kern="1200" cap="none" spc="0" normalizeH="0" baseline="0" noProof="0" err="1">
                  <a:ln>
                    <a:noFill/>
                  </a:ln>
                  <a:solidFill>
                    <a:srgbClr val="002060"/>
                  </a:solidFill>
                  <a:effectLst/>
                  <a:highlight>
                    <a:srgbClr val="FFFF00"/>
                  </a:highlight>
                  <a:uLnTx/>
                  <a:uFillTx/>
                  <a:latin typeface="Boehringer Forward Text"/>
                  <a:ea typeface="+mn-ea"/>
                  <a:cs typeface="+mn-cs"/>
                </a:rPr>
                <a:t>TNFa</a:t>
              </a:r>
              <a:r>
                <a:rPr kumimoji="0" lang="en-US" altLang="zh-CN" sz="1000" b="0" i="0" u="none" strike="noStrike" kern="1200" cap="none" spc="0" normalizeH="0" baseline="0" noProof="0">
                  <a:ln>
                    <a:noFill/>
                  </a:ln>
                  <a:solidFill>
                    <a:srgbClr val="002060"/>
                  </a:solidFill>
                  <a:effectLst/>
                  <a:highlight>
                    <a:srgbClr val="FFFF00"/>
                  </a:highlight>
                  <a:uLnTx/>
                  <a:uFillTx/>
                  <a:latin typeface="Boehringer Forward Text"/>
                  <a:ea typeface="+mn-ea"/>
                  <a:cs typeface="+mn-cs"/>
                </a:rPr>
                <a:t> – </a:t>
              </a:r>
              <a:r>
                <a:rPr kumimoji="0" lang="en-US" sz="1000" b="0" i="0" u="none" strike="noStrike" kern="1200" cap="none" spc="0" normalizeH="0" baseline="0" noProof="0">
                  <a:ln>
                    <a:noFill/>
                  </a:ln>
                  <a:solidFill>
                    <a:srgbClr val="002060"/>
                  </a:solidFill>
                  <a:effectLst/>
                  <a:highlight>
                    <a:srgbClr val="FFFF00"/>
                  </a:highlight>
                  <a:uLnTx/>
                  <a:uFillTx/>
                  <a:latin typeface="Boehringer Forward Text"/>
                  <a:ea typeface="+mn-ea"/>
                  <a:cs typeface="+mn-cs"/>
                </a:rPr>
                <a:t>CS</a:t>
              </a:r>
            </a:p>
            <a:p>
              <a:pPr marL="0" marR="0" lvl="0" indent="0" algn="l" defTabSz="914400" rtl="0" eaLnBrk="1" fontAlgn="ctr"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highlight>
                    <a:srgbClr val="FFFF00"/>
                  </a:highlight>
                  <a:uLnTx/>
                  <a:uFillTx/>
                  <a:latin typeface="Boehringer Forward Text"/>
                  <a:ea typeface="+mn-ea"/>
                  <a:cs typeface="+mn-cs"/>
                </a:rPr>
                <a:t>From Apr-Jul</a:t>
              </a:r>
            </a:p>
          </p:txBody>
        </p:sp>
        <p:sp>
          <p:nvSpPr>
            <p:cNvPr id="388" name="Arrow: Right 53">
              <a:extLst>
                <a:ext uri="{FF2B5EF4-FFF2-40B4-BE49-F238E27FC236}">
                  <a16:creationId xmlns:a16="http://schemas.microsoft.com/office/drawing/2014/main" id="{72C1B145-C339-2E94-3FEE-F6963EA8761B}"/>
                </a:ext>
              </a:extLst>
            </p:cNvPr>
            <p:cNvSpPr/>
            <p:nvPr/>
          </p:nvSpPr>
          <p:spPr>
            <a:xfrm flipH="1">
              <a:off x="3750843" y="1479328"/>
              <a:ext cx="108000" cy="108000"/>
            </a:xfrm>
            <a:prstGeom prst="rect">
              <a:avLst/>
            </a:prstGeom>
            <a:solidFill>
              <a:srgbClr val="17BECF"/>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cxnSp>
          <p:nvCxnSpPr>
            <p:cNvPr id="390" name="Straight Connector 389">
              <a:extLst>
                <a:ext uri="{FF2B5EF4-FFF2-40B4-BE49-F238E27FC236}">
                  <a16:creationId xmlns:a16="http://schemas.microsoft.com/office/drawing/2014/main" id="{5F69CFD5-EBD7-C4CB-F309-BCD00E0BA3ED}"/>
                </a:ext>
              </a:extLst>
            </p:cNvPr>
            <p:cNvCxnSpPr>
              <a:cxnSpLocks/>
              <a:stCxn id="388" idx="3"/>
              <a:endCxn id="197" idx="3"/>
            </p:cNvCxnSpPr>
            <p:nvPr/>
          </p:nvCxnSpPr>
          <p:spPr>
            <a:xfrm>
              <a:off x="3750843" y="1533328"/>
              <a:ext cx="0" cy="1300228"/>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sp>
        <p:nvSpPr>
          <p:cNvPr id="257" name="Rectangle 373">
            <a:extLst>
              <a:ext uri="{FF2B5EF4-FFF2-40B4-BE49-F238E27FC236}">
                <a16:creationId xmlns:a16="http://schemas.microsoft.com/office/drawing/2014/main" id="{3B92C96B-5DA9-4631-E359-8EED9987CCDF}"/>
              </a:ext>
            </a:extLst>
          </p:cNvPr>
          <p:cNvSpPr/>
          <p:nvPr/>
        </p:nvSpPr>
        <p:spPr>
          <a:xfrm flipH="1">
            <a:off x="3439759" y="2194156"/>
            <a:ext cx="1175854" cy="365760"/>
          </a:xfrm>
          <a:prstGeom prst="rect">
            <a:avLst/>
          </a:prstGeom>
          <a:solidFill>
            <a:schemeClr val="bg1"/>
          </a:solid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aC3 - GA</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VERDANT Ph2b IA</a:t>
            </a:r>
          </a:p>
        </p:txBody>
      </p:sp>
      <p:grpSp>
        <p:nvGrpSpPr>
          <p:cNvPr id="403" name="Group 402">
            <a:extLst>
              <a:ext uri="{FF2B5EF4-FFF2-40B4-BE49-F238E27FC236}">
                <a16:creationId xmlns:a16="http://schemas.microsoft.com/office/drawing/2014/main" id="{7245557B-A8F1-B917-691D-FB234B0E3743}"/>
              </a:ext>
            </a:extLst>
          </p:cNvPr>
          <p:cNvGrpSpPr/>
          <p:nvPr/>
        </p:nvGrpSpPr>
        <p:grpSpPr>
          <a:xfrm>
            <a:off x="8908928" y="2236204"/>
            <a:ext cx="1115955" cy="532156"/>
            <a:chOff x="4714333" y="1837273"/>
            <a:chExt cx="1115955" cy="532156"/>
          </a:xfrm>
        </p:grpSpPr>
        <p:sp>
          <p:nvSpPr>
            <p:cNvPr id="398" name="Rectangle 373">
              <a:extLst>
                <a:ext uri="{FF2B5EF4-FFF2-40B4-BE49-F238E27FC236}">
                  <a16:creationId xmlns:a16="http://schemas.microsoft.com/office/drawing/2014/main" id="{A2D55DC7-1877-DA04-25B8-47DCEB63B850}"/>
                </a:ext>
              </a:extLst>
            </p:cNvPr>
            <p:cNvSpPr/>
            <p:nvPr/>
          </p:nvSpPr>
          <p:spPr>
            <a:xfrm flipH="1">
              <a:off x="4824448" y="1837273"/>
              <a:ext cx="1005840" cy="18288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ctr" latinLnBrk="0" hangingPunct="1">
                <a:lnSpc>
                  <a:spcPct val="11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highlight>
                    <a:srgbClr val="FFFF00"/>
                  </a:highlight>
                  <a:uLnTx/>
                  <a:uFillTx/>
                  <a:latin typeface="Boehringer Forward Text"/>
                  <a:ea typeface="+mn-ea"/>
                  <a:cs typeface="+mn-cs"/>
                </a:rPr>
                <a:t>BCL-</a:t>
              </a:r>
              <a:r>
                <a:rPr kumimoji="0" lang="en-US" altLang="zh-CN" sz="1000" b="0" i="0" u="none" strike="noStrike" kern="1200" cap="none" spc="0" normalizeH="0" baseline="0" noProof="0" err="1">
                  <a:ln>
                    <a:noFill/>
                  </a:ln>
                  <a:solidFill>
                    <a:srgbClr val="002060"/>
                  </a:solidFill>
                  <a:effectLst/>
                  <a:highlight>
                    <a:srgbClr val="FFFF00"/>
                  </a:highlight>
                  <a:uLnTx/>
                  <a:uFillTx/>
                  <a:latin typeface="Boehringer Forward Text"/>
                  <a:ea typeface="+mn-ea"/>
                  <a:cs typeface="+mn-cs"/>
                </a:rPr>
                <a:t>xL</a:t>
              </a:r>
              <a:r>
                <a:rPr kumimoji="0" lang="en-US" altLang="zh-CN" sz="1000" b="0" i="0" u="none" strike="noStrike" kern="1200" cap="none" spc="0" normalizeH="0" baseline="0" noProof="0">
                  <a:ln>
                    <a:noFill/>
                  </a:ln>
                  <a:solidFill>
                    <a:srgbClr val="002060"/>
                  </a:solidFill>
                  <a:effectLst/>
                  <a:highlight>
                    <a:srgbClr val="FFFF00"/>
                  </a:highlight>
                  <a:uLnTx/>
                  <a:uFillTx/>
                  <a:latin typeface="Boehringer Forward Text"/>
                  <a:ea typeface="+mn-ea"/>
                  <a:cs typeface="+mn-cs"/>
                </a:rPr>
                <a:t> </a:t>
              </a:r>
              <a:r>
                <a:rPr kumimoji="0" lang="en-US" altLang="zh-CN" sz="1000" b="0" i="0" u="none" strike="noStrike" kern="1200" cap="none" spc="0" normalizeH="0" baseline="0" noProof="0" err="1">
                  <a:ln>
                    <a:noFill/>
                  </a:ln>
                  <a:solidFill>
                    <a:srgbClr val="002060"/>
                  </a:solidFill>
                  <a:effectLst/>
                  <a:highlight>
                    <a:srgbClr val="FFFF00"/>
                  </a:highlight>
                  <a:uLnTx/>
                  <a:uFillTx/>
                  <a:latin typeface="Boehringer Forward Text"/>
                  <a:ea typeface="+mn-ea"/>
                  <a:cs typeface="+mn-cs"/>
                </a:rPr>
                <a:t>inh</a:t>
              </a:r>
              <a:r>
                <a:rPr kumimoji="0" lang="en-US" altLang="zh-CN" sz="1000" b="0" i="0" u="none" strike="noStrike" kern="1200" cap="none" spc="0" normalizeH="0" baseline="0" noProof="0">
                  <a:ln>
                    <a:noFill/>
                  </a:ln>
                  <a:solidFill>
                    <a:srgbClr val="002060"/>
                  </a:solidFill>
                  <a:effectLst/>
                  <a:highlight>
                    <a:srgbClr val="FFFF00"/>
                  </a:highlight>
                  <a:uLnTx/>
                  <a:uFillTx/>
                  <a:latin typeface="Boehringer Forward Text"/>
                  <a:ea typeface="+mn-ea"/>
                  <a:cs typeface="+mn-cs"/>
                </a:rPr>
                <a:t> – </a:t>
              </a:r>
              <a:r>
                <a:rPr kumimoji="0" lang="en-US" sz="1000" b="0" i="0" u="none" strike="noStrike" kern="1200" cap="none" spc="0" normalizeH="0" baseline="0" noProof="0">
                  <a:ln>
                    <a:noFill/>
                  </a:ln>
                  <a:solidFill>
                    <a:srgbClr val="002060"/>
                  </a:solidFill>
                  <a:effectLst/>
                  <a:highlight>
                    <a:srgbClr val="FFFF00"/>
                  </a:highlight>
                  <a:uLnTx/>
                  <a:uFillTx/>
                  <a:latin typeface="Boehringer Forward Text"/>
                  <a:ea typeface="+mn-ea"/>
                  <a:cs typeface="+mn-cs"/>
                </a:rPr>
                <a:t>CS (from May-Sep)</a:t>
              </a:r>
            </a:p>
          </p:txBody>
        </p:sp>
        <p:sp>
          <p:nvSpPr>
            <p:cNvPr id="399" name="Arrow: Right 53">
              <a:extLst>
                <a:ext uri="{FF2B5EF4-FFF2-40B4-BE49-F238E27FC236}">
                  <a16:creationId xmlns:a16="http://schemas.microsoft.com/office/drawing/2014/main" id="{54551A94-96B7-D667-AD2E-8C0382923F0C}"/>
                </a:ext>
              </a:extLst>
            </p:cNvPr>
            <p:cNvSpPr/>
            <p:nvPr/>
          </p:nvSpPr>
          <p:spPr>
            <a:xfrm flipH="1">
              <a:off x="4714876" y="1883518"/>
              <a:ext cx="108000" cy="108000"/>
            </a:xfrm>
            <a:prstGeom prst="rect">
              <a:avLst/>
            </a:prstGeom>
            <a:solidFill>
              <a:srgbClr val="17BECF"/>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cxnSp>
          <p:nvCxnSpPr>
            <p:cNvPr id="400" name="Straight Connector 399">
              <a:extLst>
                <a:ext uri="{FF2B5EF4-FFF2-40B4-BE49-F238E27FC236}">
                  <a16:creationId xmlns:a16="http://schemas.microsoft.com/office/drawing/2014/main" id="{6767B2BC-0A10-A4E8-1CA2-75B6C6B0A753}"/>
                </a:ext>
              </a:extLst>
            </p:cNvPr>
            <p:cNvCxnSpPr>
              <a:cxnSpLocks/>
              <a:stCxn id="258" idx="1"/>
              <a:endCxn id="399" idx="3"/>
            </p:cNvCxnSpPr>
            <p:nvPr/>
          </p:nvCxnSpPr>
          <p:spPr>
            <a:xfrm flipV="1">
              <a:off x="4714333" y="1937518"/>
              <a:ext cx="543" cy="431911"/>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sp>
        <p:nvSpPr>
          <p:cNvPr id="202" name="Rectangle 373">
            <a:extLst>
              <a:ext uri="{FF2B5EF4-FFF2-40B4-BE49-F238E27FC236}">
                <a16:creationId xmlns:a16="http://schemas.microsoft.com/office/drawing/2014/main" id="{1AA6D417-1AA6-CD12-6F1D-7975C85E0E75}"/>
              </a:ext>
            </a:extLst>
          </p:cNvPr>
          <p:cNvSpPr/>
          <p:nvPr/>
        </p:nvSpPr>
        <p:spPr>
          <a:xfrm flipH="1">
            <a:off x="253243" y="1679033"/>
            <a:ext cx="1408102" cy="274320"/>
          </a:xfrm>
          <a:prstGeom prst="rect">
            <a:avLst/>
          </a:prstGeom>
          <a:solidFill>
            <a:schemeClr val="bg1"/>
          </a:solid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ctr" latinLnBrk="0" hangingPunct="1">
              <a:lnSpc>
                <a:spcPct val="11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BCL-</a:t>
            </a:r>
            <a:r>
              <a:rPr kumimoji="0" lang="en-US" altLang="zh-CN" sz="1000" b="0" i="0" u="none" strike="noStrike" kern="1200" cap="none" spc="0" normalizeH="0" baseline="0" noProof="0" err="1">
                <a:ln>
                  <a:noFill/>
                </a:ln>
                <a:solidFill>
                  <a:srgbClr val="002060"/>
                </a:solidFill>
                <a:effectLst/>
                <a:uLnTx/>
                <a:uFillTx/>
                <a:latin typeface="Boehringer Forward Text"/>
                <a:ea typeface="+mn-ea"/>
                <a:cs typeface="+mn-cs"/>
              </a:rPr>
              <a:t>xL</a:t>
            </a: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 </a:t>
            </a:r>
            <a:r>
              <a:rPr kumimoji="0" lang="en-US" altLang="zh-CN" sz="1000" b="0" i="0" u="none" strike="noStrike" kern="1200" cap="none" spc="0" normalizeH="0" baseline="0" noProof="0" err="1">
                <a:ln>
                  <a:noFill/>
                </a:ln>
                <a:solidFill>
                  <a:srgbClr val="002060"/>
                </a:solidFill>
                <a:effectLst/>
                <a:uLnTx/>
                <a:uFillTx/>
                <a:latin typeface="Boehringer Forward Text"/>
                <a:ea typeface="+mn-ea"/>
                <a:cs typeface="+mn-cs"/>
              </a:rPr>
              <a:t>inh</a:t>
            </a: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 – DR </a:t>
            </a:r>
            <a:r>
              <a:rPr kumimoji="0" lang="en-US" altLang="zh-CN" sz="1000" b="0" i="0" u="none" strike="noStrike" kern="1200" cap="none" spc="0" normalizeH="0" baseline="0" noProof="0" err="1">
                <a:ln>
                  <a:noFill/>
                </a:ln>
                <a:solidFill>
                  <a:srgbClr val="002060"/>
                </a:solidFill>
                <a:effectLst/>
                <a:uLnTx/>
                <a:uFillTx/>
                <a:latin typeface="Boehringer Forward Text"/>
                <a:ea typeface="+mn-ea"/>
                <a:cs typeface="+mn-cs"/>
              </a:rPr>
              <a:t>SoD</a:t>
            </a:r>
            <a:endParaRPr kumimoji="0" lang="en-US" sz="1000" b="0" i="0" u="none" strike="noStrike" kern="1200" cap="none" spc="0" normalizeH="0" baseline="0" noProof="0">
              <a:ln>
                <a:noFill/>
              </a:ln>
              <a:solidFill>
                <a:srgbClr val="002060"/>
              </a:solidFill>
              <a:effectLst/>
              <a:uLnTx/>
              <a:uFillTx/>
              <a:latin typeface="Boehringer Forward Text"/>
              <a:ea typeface="+mn-ea"/>
              <a:cs typeface="+mn-cs"/>
            </a:endParaRPr>
          </a:p>
        </p:txBody>
      </p:sp>
      <p:sp>
        <p:nvSpPr>
          <p:cNvPr id="205" name="Arrow: Right 53">
            <a:extLst>
              <a:ext uri="{FF2B5EF4-FFF2-40B4-BE49-F238E27FC236}">
                <a16:creationId xmlns:a16="http://schemas.microsoft.com/office/drawing/2014/main" id="{57552568-DD4C-2BF7-A665-7FB74347A66D}"/>
              </a:ext>
            </a:extLst>
          </p:cNvPr>
          <p:cNvSpPr/>
          <p:nvPr/>
        </p:nvSpPr>
        <p:spPr>
          <a:xfrm flipH="1">
            <a:off x="143671" y="1760002"/>
            <a:ext cx="108000" cy="108000"/>
          </a:xfrm>
          <a:prstGeom prst="rect">
            <a:avLst/>
          </a:prstGeom>
          <a:solidFill>
            <a:srgbClr val="17BECF"/>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06" name="Rectangle 373">
            <a:extLst>
              <a:ext uri="{FF2B5EF4-FFF2-40B4-BE49-F238E27FC236}">
                <a16:creationId xmlns:a16="http://schemas.microsoft.com/office/drawing/2014/main" id="{7EB10C98-B7EE-9B17-0C0D-62FC1F866773}"/>
              </a:ext>
            </a:extLst>
          </p:cNvPr>
          <p:cNvSpPr/>
          <p:nvPr/>
        </p:nvSpPr>
        <p:spPr>
          <a:xfrm flipH="1">
            <a:off x="249821" y="1910889"/>
            <a:ext cx="1805401" cy="274320"/>
          </a:xfrm>
          <a:prstGeom prst="rect">
            <a:avLst/>
          </a:prstGeom>
          <a:solidFill>
            <a:schemeClr val="bg1"/>
          </a:solid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ctr" latinLnBrk="0" hangingPunct="1">
              <a:lnSpc>
                <a:spcPct val="11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STING IVT XR – DME </a:t>
            </a:r>
            <a:r>
              <a:rPr kumimoji="0" lang="en-US" altLang="zh-CN" sz="1000" b="0" i="0" u="none" strike="noStrike" kern="1200" cap="none" spc="0" normalizeH="0" baseline="0" noProof="0" err="1">
                <a:ln>
                  <a:noFill/>
                </a:ln>
                <a:solidFill>
                  <a:srgbClr val="002060"/>
                </a:solidFill>
                <a:effectLst/>
                <a:uLnTx/>
                <a:uFillTx/>
                <a:latin typeface="Boehringer Forward Text"/>
                <a:ea typeface="+mn-ea"/>
                <a:cs typeface="+mn-cs"/>
              </a:rPr>
              <a:t>SoD</a:t>
            </a:r>
            <a:endParaRPr kumimoji="0" lang="en-US" sz="1000" b="0" i="0" u="none" strike="noStrike" kern="1200" cap="none" spc="0" normalizeH="0" baseline="0" noProof="0">
              <a:ln>
                <a:noFill/>
              </a:ln>
              <a:solidFill>
                <a:srgbClr val="002060"/>
              </a:solidFill>
              <a:effectLst/>
              <a:uLnTx/>
              <a:uFillTx/>
              <a:latin typeface="Boehringer Forward Text"/>
              <a:ea typeface="+mn-ea"/>
              <a:cs typeface="+mn-cs"/>
            </a:endParaRPr>
          </a:p>
        </p:txBody>
      </p:sp>
      <p:sp>
        <p:nvSpPr>
          <p:cNvPr id="207" name="Arrow: Right 53">
            <a:extLst>
              <a:ext uri="{FF2B5EF4-FFF2-40B4-BE49-F238E27FC236}">
                <a16:creationId xmlns:a16="http://schemas.microsoft.com/office/drawing/2014/main" id="{1D7292E9-986B-8BFE-8968-67DF511BC26A}"/>
              </a:ext>
            </a:extLst>
          </p:cNvPr>
          <p:cNvSpPr/>
          <p:nvPr/>
        </p:nvSpPr>
        <p:spPr>
          <a:xfrm flipH="1">
            <a:off x="140250" y="1991858"/>
            <a:ext cx="108000" cy="108000"/>
          </a:xfrm>
          <a:prstGeom prst="rect">
            <a:avLst/>
          </a:prstGeom>
          <a:solidFill>
            <a:srgbClr val="17BECF"/>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409" name="Group 408">
            <a:extLst>
              <a:ext uri="{FF2B5EF4-FFF2-40B4-BE49-F238E27FC236}">
                <a16:creationId xmlns:a16="http://schemas.microsoft.com/office/drawing/2014/main" id="{8525A973-A488-1400-9179-1A9C6C794C09}"/>
              </a:ext>
            </a:extLst>
          </p:cNvPr>
          <p:cNvGrpSpPr/>
          <p:nvPr/>
        </p:nvGrpSpPr>
        <p:grpSpPr>
          <a:xfrm>
            <a:off x="141934" y="1454568"/>
            <a:ext cx="2322620" cy="1638976"/>
            <a:chOff x="3750843" y="1398359"/>
            <a:chExt cx="2322620" cy="1638976"/>
          </a:xfrm>
        </p:grpSpPr>
        <p:sp>
          <p:nvSpPr>
            <p:cNvPr id="410" name="Rectangle 373">
              <a:extLst>
                <a:ext uri="{FF2B5EF4-FFF2-40B4-BE49-F238E27FC236}">
                  <a16:creationId xmlns:a16="http://schemas.microsoft.com/office/drawing/2014/main" id="{B0F69725-14E6-B572-2CEB-EB60360417EE}"/>
                </a:ext>
              </a:extLst>
            </p:cNvPr>
            <p:cNvSpPr/>
            <p:nvPr/>
          </p:nvSpPr>
          <p:spPr>
            <a:xfrm flipH="1">
              <a:off x="3860415" y="1398359"/>
              <a:ext cx="2213048" cy="274320"/>
            </a:xfrm>
            <a:prstGeom prst="rect">
              <a:avLst/>
            </a:prstGeom>
            <a:solidFill>
              <a:schemeClr val="bg1"/>
            </a:solid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ctr" latinLnBrk="0" hangingPunct="1">
                <a:lnSpc>
                  <a:spcPct val="11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Anti-VEGF/</a:t>
              </a:r>
              <a:r>
                <a:rPr kumimoji="0" lang="en-US" altLang="zh-CN" sz="1000" b="0" i="0" u="none" strike="noStrike" kern="1200" cap="none" spc="0" normalizeH="0" baseline="0" noProof="0" err="1">
                  <a:ln>
                    <a:noFill/>
                  </a:ln>
                  <a:solidFill>
                    <a:srgbClr val="002060"/>
                  </a:solidFill>
                  <a:effectLst/>
                  <a:uLnTx/>
                  <a:uFillTx/>
                  <a:latin typeface="Boehringer Forward Text"/>
                  <a:ea typeface="+mn-ea"/>
                  <a:cs typeface="+mn-cs"/>
                </a:rPr>
                <a:t>TNFa</a:t>
              </a: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 – </a:t>
              </a:r>
              <a:r>
                <a:rPr kumimoji="0" lang="en-US" altLang="zh-CN" sz="1000" b="0" i="0" u="none" strike="noStrike" kern="1200" cap="none" spc="0" normalizeH="0" baseline="0" noProof="0" err="1">
                  <a:ln>
                    <a:noFill/>
                  </a:ln>
                  <a:solidFill>
                    <a:srgbClr val="002060"/>
                  </a:solidFill>
                  <a:effectLst/>
                  <a:uLnTx/>
                  <a:uFillTx/>
                  <a:latin typeface="Boehringer Forward Text"/>
                  <a:ea typeface="+mn-ea"/>
                  <a:cs typeface="+mn-cs"/>
                </a:rPr>
                <a:t>nAMD</a:t>
              </a: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 </a:t>
              </a:r>
              <a:r>
                <a:rPr kumimoji="0" lang="en-US" altLang="zh-CN" sz="1000" b="0" i="0" u="none" strike="noStrike" kern="1200" cap="none" spc="0" normalizeH="0" baseline="0" noProof="0" err="1">
                  <a:ln>
                    <a:noFill/>
                  </a:ln>
                  <a:solidFill>
                    <a:srgbClr val="002060"/>
                  </a:solidFill>
                  <a:effectLst/>
                  <a:uLnTx/>
                  <a:uFillTx/>
                  <a:latin typeface="Boehringer Forward Text"/>
                  <a:ea typeface="+mn-ea"/>
                  <a:cs typeface="+mn-cs"/>
                </a:rPr>
                <a:t>SoD</a:t>
              </a:r>
              <a:endParaRPr kumimoji="0" lang="en-US" sz="1000" b="0" i="0" u="none" strike="noStrike" kern="1200" cap="none" spc="0" normalizeH="0" baseline="0" noProof="0">
                <a:ln>
                  <a:noFill/>
                </a:ln>
                <a:solidFill>
                  <a:srgbClr val="002060"/>
                </a:solidFill>
                <a:effectLst/>
                <a:uLnTx/>
                <a:uFillTx/>
                <a:latin typeface="Boehringer Forward Text"/>
                <a:ea typeface="+mn-ea"/>
                <a:cs typeface="+mn-cs"/>
              </a:endParaRPr>
            </a:p>
          </p:txBody>
        </p:sp>
        <p:sp>
          <p:nvSpPr>
            <p:cNvPr id="411" name="Arrow: Right 53">
              <a:extLst>
                <a:ext uri="{FF2B5EF4-FFF2-40B4-BE49-F238E27FC236}">
                  <a16:creationId xmlns:a16="http://schemas.microsoft.com/office/drawing/2014/main" id="{94246B0B-E896-EF0E-F086-E210162D23B1}"/>
                </a:ext>
              </a:extLst>
            </p:cNvPr>
            <p:cNvSpPr/>
            <p:nvPr/>
          </p:nvSpPr>
          <p:spPr>
            <a:xfrm flipH="1">
              <a:off x="3750843" y="1479328"/>
              <a:ext cx="108000" cy="108000"/>
            </a:xfrm>
            <a:prstGeom prst="rect">
              <a:avLst/>
            </a:prstGeom>
            <a:solidFill>
              <a:srgbClr val="17BECF"/>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cxnSp>
          <p:nvCxnSpPr>
            <p:cNvPr id="412" name="Straight Connector 411">
              <a:extLst>
                <a:ext uri="{FF2B5EF4-FFF2-40B4-BE49-F238E27FC236}">
                  <a16:creationId xmlns:a16="http://schemas.microsoft.com/office/drawing/2014/main" id="{B159C1B2-7823-EE9A-F282-694E51693872}"/>
                </a:ext>
              </a:extLst>
            </p:cNvPr>
            <p:cNvCxnSpPr>
              <a:cxnSpLocks/>
              <a:stCxn id="411" idx="3"/>
              <a:endCxn id="216" idx="0"/>
            </p:cNvCxnSpPr>
            <p:nvPr/>
          </p:nvCxnSpPr>
          <p:spPr>
            <a:xfrm>
              <a:off x="3750843" y="1533328"/>
              <a:ext cx="9741" cy="1504007"/>
            </a:xfrm>
            <a:prstGeom prst="straightConnector1">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sp>
        <p:nvSpPr>
          <p:cNvPr id="216" name="Oval 215">
            <a:extLst>
              <a:ext uri="{FF2B5EF4-FFF2-40B4-BE49-F238E27FC236}">
                <a16:creationId xmlns:a16="http://schemas.microsoft.com/office/drawing/2014/main" id="{24603AA5-6587-A003-3FF7-5ACCA6F7235C}"/>
              </a:ext>
            </a:extLst>
          </p:cNvPr>
          <p:cNvSpPr/>
          <p:nvPr/>
        </p:nvSpPr>
        <p:spPr>
          <a:xfrm>
            <a:off x="-10325" y="309354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17" name="Oval 216">
            <a:extLst>
              <a:ext uri="{FF2B5EF4-FFF2-40B4-BE49-F238E27FC236}">
                <a16:creationId xmlns:a16="http://schemas.microsoft.com/office/drawing/2014/main" id="{E851F804-D48E-3426-9E89-CCFD1490F179}"/>
              </a:ext>
            </a:extLst>
          </p:cNvPr>
          <p:cNvSpPr/>
          <p:nvPr/>
        </p:nvSpPr>
        <p:spPr>
          <a:xfrm>
            <a:off x="52675" y="315654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218" name="Graphic 217" descr="Diamond with solid fill">
            <a:extLst>
              <a:ext uri="{FF2B5EF4-FFF2-40B4-BE49-F238E27FC236}">
                <a16:creationId xmlns:a16="http://schemas.microsoft.com/office/drawing/2014/main" id="{A52924C3-130C-EE01-EC1D-7B4C1790EBB9}"/>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72518" y="3176387"/>
            <a:ext cx="158314" cy="158314"/>
          </a:xfrm>
          <a:prstGeom prst="rect">
            <a:avLst/>
          </a:prstGeom>
        </p:spPr>
      </p:pic>
      <p:cxnSp>
        <p:nvCxnSpPr>
          <p:cNvPr id="3" name="Straight Connector 2">
            <a:extLst>
              <a:ext uri="{FF2B5EF4-FFF2-40B4-BE49-F238E27FC236}">
                <a16:creationId xmlns:a16="http://schemas.microsoft.com/office/drawing/2014/main" id="{A8748045-6C80-5A33-67F0-A7D96A6A96B6}"/>
              </a:ext>
            </a:extLst>
          </p:cNvPr>
          <p:cNvCxnSpPr>
            <a:cxnSpLocks/>
          </p:cNvCxnSpPr>
          <p:nvPr/>
        </p:nvCxnSpPr>
        <p:spPr>
          <a:xfrm>
            <a:off x="4019788" y="3354927"/>
            <a:ext cx="0" cy="2394361"/>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5" name="Rectangle 373">
            <a:extLst>
              <a:ext uri="{FF2B5EF4-FFF2-40B4-BE49-F238E27FC236}">
                <a16:creationId xmlns:a16="http://schemas.microsoft.com/office/drawing/2014/main" id="{E815CC27-A7F3-E03F-D8AC-81F7581A5811}"/>
              </a:ext>
            </a:extLst>
          </p:cNvPr>
          <p:cNvSpPr/>
          <p:nvPr/>
        </p:nvSpPr>
        <p:spPr>
          <a:xfrm flipH="1">
            <a:off x="6526709" y="3762367"/>
            <a:ext cx="2156916" cy="56688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Anti-VEGF/</a:t>
            </a:r>
            <a:r>
              <a:rPr kumimoji="0" lang="en-US" altLang="zh-CN" sz="1000" b="0" i="0" u="none" strike="noStrike" kern="1200" cap="none" spc="0" normalizeH="0" baseline="0" noProof="0" err="1">
                <a:ln>
                  <a:noFill/>
                </a:ln>
                <a:solidFill>
                  <a:srgbClr val="002060"/>
                </a:solidFill>
                <a:effectLst/>
                <a:uLnTx/>
                <a:uFillTx/>
                <a:latin typeface="Boehringer Forward Text"/>
                <a:ea typeface="+mn-ea"/>
                <a:cs typeface="+mn-cs"/>
              </a:rPr>
              <a:t>TNFa</a:t>
            </a: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Ph 1/2 China Integration Strategy</a:t>
            </a:r>
            <a:endParaRPr kumimoji="0" lang="en-US" sz="1000" b="0" i="0" u="none" strike="noStrike" kern="1200" cap="none" spc="0" normalizeH="0" baseline="0" noProof="0">
              <a:ln>
                <a:noFill/>
              </a:ln>
              <a:solidFill>
                <a:srgbClr val="002060"/>
              </a:solidFill>
              <a:effectLst/>
              <a:uLnTx/>
              <a:uFillTx/>
              <a:latin typeface="Boehringer Forward Text"/>
              <a:ea typeface="+mn-ea"/>
              <a:cs typeface="+mn-cs"/>
            </a:endParaRPr>
          </a:p>
        </p:txBody>
      </p:sp>
      <p:sp>
        <p:nvSpPr>
          <p:cNvPr id="8" name="Arrow: Right 53">
            <a:extLst>
              <a:ext uri="{FF2B5EF4-FFF2-40B4-BE49-F238E27FC236}">
                <a16:creationId xmlns:a16="http://schemas.microsoft.com/office/drawing/2014/main" id="{41D8D7C6-976F-FCA8-1AC1-D456AD70EE93}"/>
              </a:ext>
            </a:extLst>
          </p:cNvPr>
          <p:cNvSpPr/>
          <p:nvPr/>
        </p:nvSpPr>
        <p:spPr>
          <a:xfrm flipH="1">
            <a:off x="4021401" y="4464657"/>
            <a:ext cx="108000" cy="108000"/>
          </a:xfrm>
          <a:prstGeom prst="rect">
            <a:avLst/>
          </a:prstGeom>
          <a:solidFill>
            <a:srgbClr val="80008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cxnSp>
        <p:nvCxnSpPr>
          <p:cNvPr id="14" name="Straight Connector 13">
            <a:extLst>
              <a:ext uri="{FF2B5EF4-FFF2-40B4-BE49-F238E27FC236}">
                <a16:creationId xmlns:a16="http://schemas.microsoft.com/office/drawing/2014/main" id="{5ADF658D-9648-5B7E-00D7-0B9B55F30C31}"/>
              </a:ext>
            </a:extLst>
          </p:cNvPr>
          <p:cNvCxnSpPr>
            <a:cxnSpLocks/>
            <a:endCxn id="16" idx="3"/>
          </p:cNvCxnSpPr>
          <p:nvPr/>
        </p:nvCxnSpPr>
        <p:spPr>
          <a:xfrm>
            <a:off x="5116586" y="3346996"/>
            <a:ext cx="26547" cy="2271946"/>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5" name="Rectangle 373">
            <a:extLst>
              <a:ext uri="{FF2B5EF4-FFF2-40B4-BE49-F238E27FC236}">
                <a16:creationId xmlns:a16="http://schemas.microsoft.com/office/drawing/2014/main" id="{F0CF062C-AAA8-0708-EC61-D4A96EE091DC}"/>
              </a:ext>
            </a:extLst>
          </p:cNvPr>
          <p:cNvSpPr/>
          <p:nvPr/>
        </p:nvSpPr>
        <p:spPr>
          <a:xfrm flipH="1">
            <a:off x="5252706" y="5339292"/>
            <a:ext cx="2156916" cy="56688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BCL-</a:t>
            </a:r>
            <a:r>
              <a:rPr kumimoji="0" lang="en-US" altLang="zh-CN" sz="1000" b="0" i="0" u="none" strike="noStrike" kern="1200" cap="none" spc="0" normalizeH="0" baseline="0" noProof="0" err="1">
                <a:ln>
                  <a:noFill/>
                </a:ln>
                <a:solidFill>
                  <a:srgbClr val="002060"/>
                </a:solidFill>
                <a:effectLst/>
                <a:uLnTx/>
                <a:uFillTx/>
                <a:latin typeface="Boehringer Forward Text"/>
                <a:ea typeface="+mn-ea"/>
                <a:cs typeface="+mn-cs"/>
              </a:rPr>
              <a:t>xL</a:t>
            </a: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 </a:t>
            </a:r>
            <a:r>
              <a:rPr kumimoji="0" lang="en-US" altLang="zh-CN" sz="1000" b="0" i="0" u="none" strike="noStrike" kern="1200" cap="none" spc="0" normalizeH="0" baseline="0" noProof="0" err="1">
                <a:ln>
                  <a:noFill/>
                </a:ln>
                <a:solidFill>
                  <a:srgbClr val="002060"/>
                </a:solidFill>
                <a:effectLst/>
                <a:uLnTx/>
                <a:uFillTx/>
                <a:latin typeface="Boehringer Forward Text"/>
                <a:ea typeface="+mn-ea"/>
                <a:cs typeface="+mn-cs"/>
              </a:rPr>
              <a:t>inh</a:t>
            </a: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Ph 1/2 China Integration Strategy</a:t>
            </a:r>
            <a:endParaRPr kumimoji="0" lang="en-US" sz="1000" b="0" i="0" u="none" strike="noStrike" kern="1200" cap="none" spc="0" normalizeH="0" baseline="0" noProof="0">
              <a:ln>
                <a:noFill/>
              </a:ln>
              <a:solidFill>
                <a:srgbClr val="002060"/>
              </a:solidFill>
              <a:effectLst/>
              <a:uLnTx/>
              <a:uFillTx/>
              <a:latin typeface="Boehringer Forward Text"/>
              <a:ea typeface="+mn-ea"/>
              <a:cs typeface="+mn-cs"/>
            </a:endParaRPr>
          </a:p>
        </p:txBody>
      </p:sp>
      <p:sp>
        <p:nvSpPr>
          <p:cNvPr id="16" name="Arrow: Right 53">
            <a:extLst>
              <a:ext uri="{FF2B5EF4-FFF2-40B4-BE49-F238E27FC236}">
                <a16:creationId xmlns:a16="http://schemas.microsoft.com/office/drawing/2014/main" id="{27D8A712-95EC-0C50-E147-6972C15F1C14}"/>
              </a:ext>
            </a:extLst>
          </p:cNvPr>
          <p:cNvSpPr/>
          <p:nvPr/>
        </p:nvSpPr>
        <p:spPr>
          <a:xfrm flipH="1">
            <a:off x="5143133" y="5564942"/>
            <a:ext cx="108000" cy="108000"/>
          </a:xfrm>
          <a:prstGeom prst="rect">
            <a:avLst/>
          </a:prstGeom>
          <a:solidFill>
            <a:srgbClr val="80008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cxnSp>
        <p:nvCxnSpPr>
          <p:cNvPr id="18" name="Straight Connector 17">
            <a:extLst>
              <a:ext uri="{FF2B5EF4-FFF2-40B4-BE49-F238E27FC236}">
                <a16:creationId xmlns:a16="http://schemas.microsoft.com/office/drawing/2014/main" id="{456EFBBE-0D7B-A5E1-D506-2DC18C22871B}"/>
              </a:ext>
            </a:extLst>
          </p:cNvPr>
          <p:cNvCxnSpPr>
            <a:cxnSpLocks/>
          </p:cNvCxnSpPr>
          <p:nvPr/>
        </p:nvCxnSpPr>
        <p:spPr>
          <a:xfrm flipH="1" flipV="1">
            <a:off x="11156155" y="2521184"/>
            <a:ext cx="3543" cy="699646"/>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4523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0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0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0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1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1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1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1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1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1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1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9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0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0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0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0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0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1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17"/>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21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09"/>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352"/>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356"/>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330"/>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338"/>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365"/>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366"/>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349"/>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367"/>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370"/>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371"/>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72"/>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377"/>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378"/>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380"/>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381"/>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383"/>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320"/>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321"/>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322"/>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323"/>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327"/>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328"/>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329"/>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333"/>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334"/>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336"/>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340"/>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341"/>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344"/>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347"/>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348"/>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350"/>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351"/>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396"/>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386"/>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3"/>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5"/>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8"/>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14"/>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15"/>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16"/>
                                        </p:tgtEl>
                                        <p:attrNameLst>
                                          <p:attrName>style.visibility</p:attrName>
                                        </p:attrNameLst>
                                      </p:cBhvr>
                                      <p:to>
                                        <p:strVal val="visible"/>
                                      </p:to>
                                    </p:set>
                                  </p:childTnLst>
                                </p:cTn>
                              </p:par>
                              <p:par>
                                <p:cTn id="165" presetID="1" presetClass="entr" presetSubtype="0" fill="hold" nodeType="withEffect">
                                  <p:stCondLst>
                                    <p:cond delay="0"/>
                                  </p:stCondLst>
                                  <p:childTnLst>
                                    <p:set>
                                      <p:cBhvr>
                                        <p:cTn id="16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4" grpId="0" animBg="1"/>
      <p:bldP spid="222" grpId="0" animBg="1"/>
      <p:bldP spid="288" grpId="0" animBg="1"/>
      <p:bldP spid="258" grpId="0" animBg="1"/>
      <p:bldP spid="203" grpId="0" animBg="1"/>
      <p:bldP spid="313" grpId="0"/>
      <p:bldP spid="314" grpId="0" animBg="1"/>
      <p:bldP spid="315" grpId="0"/>
      <p:bldP spid="316" grpId="0" animBg="1"/>
      <p:bldP spid="317" grpId="0" animBg="1"/>
      <p:bldP spid="319" grpId="0"/>
      <p:bldP spid="366" grpId="0" animBg="1"/>
      <p:bldP spid="380" grpId="0" animBg="1"/>
      <p:bldP spid="383" grpId="0"/>
      <p:bldP spid="320" grpId="0" animBg="1"/>
      <p:bldP spid="322" grpId="0" animBg="1"/>
      <p:bldP spid="323" grpId="0" animBg="1"/>
      <p:bldP spid="328" grpId="0" animBg="1"/>
      <p:bldP spid="329" grpId="0" animBg="1"/>
      <p:bldP spid="333" grpId="0" animBg="1"/>
      <p:bldP spid="334" grpId="0" animBg="1"/>
      <p:bldP spid="336" grpId="0" animBg="1"/>
      <p:bldP spid="340" grpId="0" animBg="1"/>
      <p:bldP spid="341" grpId="0" animBg="1"/>
      <p:bldP spid="347" grpId="0"/>
      <p:bldP spid="348" grpId="0" animBg="1"/>
      <p:bldP spid="350" grpId="0" animBg="1"/>
      <p:bldP spid="351" grpId="0" animBg="1"/>
      <p:bldP spid="370" grpId="0" animBg="1"/>
      <p:bldP spid="378" grpId="0" animBg="1"/>
      <p:bldP spid="371" grpId="0" animBg="1"/>
      <p:bldP spid="386" grpId="0" animBg="1"/>
      <p:bldP spid="257" grpId="0" animBg="1"/>
      <p:bldP spid="202" grpId="0" animBg="1"/>
      <p:bldP spid="205" grpId="0" animBg="1"/>
      <p:bldP spid="206" grpId="0" animBg="1"/>
      <p:bldP spid="207" grpId="0" animBg="1"/>
      <p:bldP spid="216" grpId="0" animBg="1"/>
      <p:bldP spid="217" grpId="0" animBg="1"/>
      <p:bldP spid="5" grpId="0"/>
      <p:bldP spid="8" grpId="0" animBg="1"/>
      <p:bldP spid="15" grpId="0"/>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7C9DB74-5104-643D-DF1C-161A7CAD0B9F}"/>
            </a:ext>
          </a:extLst>
        </p:cNvPr>
        <p:cNvGrpSpPr/>
        <p:nvPr/>
      </p:nvGrpSpPr>
      <p:grpSpPr>
        <a:xfrm>
          <a:off x="0" y="0"/>
          <a:ext cx="0" cy="0"/>
          <a:chOff x="0" y="0"/>
          <a:chExt cx="0" cy="0"/>
        </a:xfrm>
      </p:grpSpPr>
      <p:cxnSp>
        <p:nvCxnSpPr>
          <p:cNvPr id="163" name="Straight Connector 411">
            <a:extLst>
              <a:ext uri="{FF2B5EF4-FFF2-40B4-BE49-F238E27FC236}">
                <a16:creationId xmlns:a16="http://schemas.microsoft.com/office/drawing/2014/main" id="{1C82617C-1402-2CF9-1B45-81BB524F5E4B}"/>
              </a:ext>
            </a:extLst>
          </p:cNvPr>
          <p:cNvCxnSpPr>
            <a:cxnSpLocks/>
            <a:stCxn id="134" idx="0"/>
            <a:endCxn id="161" idx="3"/>
          </p:cNvCxnSpPr>
          <p:nvPr/>
        </p:nvCxnSpPr>
        <p:spPr>
          <a:xfrm flipV="1">
            <a:off x="3149142" y="1609748"/>
            <a:ext cx="824" cy="1464183"/>
          </a:xfrm>
          <a:prstGeom prst="straightConnector1">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3" name="AutoShape 2">
            <a:extLst>
              <a:ext uri="{FF2B5EF4-FFF2-40B4-BE49-F238E27FC236}">
                <a16:creationId xmlns:a16="http://schemas.microsoft.com/office/drawing/2014/main" id="{5595C535-E52C-BAFD-F947-8D106D334395}"/>
              </a:ext>
            </a:extLst>
          </p:cNvPr>
          <p:cNvSpPr>
            <a:spLocks noChangeArrowheads="1"/>
          </p:cNvSpPr>
          <p:nvPr/>
        </p:nvSpPr>
        <p:spPr bwMode="gray">
          <a:xfrm>
            <a:off x="479424" y="3128556"/>
            <a:ext cx="11232000" cy="218440"/>
          </a:xfrm>
          <a:custGeom>
            <a:avLst/>
            <a:gdLst>
              <a:gd name="connsiteX0" fmla="*/ 0 w 10440925"/>
              <a:gd name="connsiteY0" fmla="*/ 0 h 199566"/>
              <a:gd name="connsiteX1" fmla="*/ 10379714 w 10440925"/>
              <a:gd name="connsiteY1" fmla="*/ 0 h 199566"/>
              <a:gd name="connsiteX2" fmla="*/ 10440925 w 10440925"/>
              <a:gd name="connsiteY2" fmla="*/ 99783 h 199566"/>
              <a:gd name="connsiteX3" fmla="*/ 10379714 w 10440925"/>
              <a:gd name="connsiteY3" fmla="*/ 199566 h 199566"/>
              <a:gd name="connsiteX4" fmla="*/ 0 w 10440925"/>
              <a:gd name="connsiteY4" fmla="*/ 199566 h 199566"/>
              <a:gd name="connsiteX5" fmla="*/ 61211 w 10440925"/>
              <a:gd name="connsiteY5" fmla="*/ 99783 h 199566"/>
              <a:gd name="connsiteX6" fmla="*/ 0 w 10440925"/>
              <a:gd name="connsiteY6" fmla="*/ 0 h 199566"/>
              <a:gd name="connsiteX0" fmla="*/ 0 w 10440925"/>
              <a:gd name="connsiteY0" fmla="*/ 0 h 199566"/>
              <a:gd name="connsiteX1" fmla="*/ 10379714 w 10440925"/>
              <a:gd name="connsiteY1" fmla="*/ 0 h 199566"/>
              <a:gd name="connsiteX2" fmla="*/ 10440925 w 10440925"/>
              <a:gd name="connsiteY2" fmla="*/ 99783 h 199566"/>
              <a:gd name="connsiteX3" fmla="*/ 10379714 w 10440925"/>
              <a:gd name="connsiteY3" fmla="*/ 199566 h 199566"/>
              <a:gd name="connsiteX4" fmla="*/ 0 w 10440925"/>
              <a:gd name="connsiteY4" fmla="*/ 199566 h 199566"/>
              <a:gd name="connsiteX5" fmla="*/ 0 w 10440925"/>
              <a:gd name="connsiteY5" fmla="*/ 0 h 199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40925" h="199566">
                <a:moveTo>
                  <a:pt x="0" y="0"/>
                </a:moveTo>
                <a:lnTo>
                  <a:pt x="10379714" y="0"/>
                </a:lnTo>
                <a:lnTo>
                  <a:pt x="10440925" y="99783"/>
                </a:lnTo>
                <a:lnTo>
                  <a:pt x="10379714" y="199566"/>
                </a:lnTo>
                <a:lnTo>
                  <a:pt x="0" y="199566"/>
                </a:lnTo>
                <a:lnTo>
                  <a:pt x="0" y="0"/>
                </a:lnTo>
                <a:close/>
              </a:path>
            </a:pathLst>
          </a:cu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ot="0" spcFirstLastPara="0" vertOverflow="overflow" horzOverflow="overflow" vert="horz" wrap="square" lIns="0" tIns="37148" rIns="74295" bIns="37148" numCol="1" spcCol="0" rtlCol="0" fromWordArt="0" anchor="ctr" anchorCtr="0" forceAA="0" compatLnSpc="1">
            <a:prstTxWarp prst="textNoShape">
              <a:avLst/>
            </a:prstTxWarp>
            <a:noAutofit/>
          </a:bodyPr>
          <a:lstStyle/>
          <a:p>
            <a:pPr marL="93896" marR="0" lvl="0" indent="0" algn="l" defTabSz="914400" rtl="0" eaLnBrk="0" fontAlgn="base" latinLnBrk="0" hangingPunct="0">
              <a:lnSpc>
                <a:spcPct val="100000"/>
              </a:lnSpc>
              <a:spcBef>
                <a:spcPct val="0"/>
              </a:spcBef>
              <a:spcAft>
                <a:spcPct val="0"/>
              </a:spcAft>
              <a:buClrTx/>
              <a:buSzTx/>
              <a:buFontTx/>
              <a:buNone/>
              <a:tabLst/>
              <a:defRPr/>
            </a:pPr>
            <a:endParaRPr kumimoji="0" lang="en-US" sz="975" b="1" i="1" u="none" strike="noStrike" kern="1200" cap="none" spc="0" normalizeH="0" baseline="0" noProof="0">
              <a:ln>
                <a:noFill/>
              </a:ln>
              <a:solidFill>
                <a:srgbClr val="FFFFFF"/>
              </a:solidFill>
              <a:effectLst/>
              <a:uLnTx/>
              <a:uFillTx/>
              <a:latin typeface="Boehringer Forward Text"/>
              <a:ea typeface="+mn-ea"/>
              <a:cs typeface="Arial" panose="020B0604020202020204" pitchFamily="34" charset="0"/>
            </a:endParaRPr>
          </a:p>
        </p:txBody>
      </p:sp>
      <p:graphicFrame>
        <p:nvGraphicFramePr>
          <p:cNvPr id="8" name="Table 7">
            <a:extLst>
              <a:ext uri="{FF2B5EF4-FFF2-40B4-BE49-F238E27FC236}">
                <a16:creationId xmlns:a16="http://schemas.microsoft.com/office/drawing/2014/main" id="{CF09211C-2699-8055-DB66-C528A1AF6F47}"/>
              </a:ext>
            </a:extLst>
          </p:cNvPr>
          <p:cNvGraphicFramePr>
            <a:graphicFrameLocks noGrp="1"/>
          </p:cNvGraphicFramePr>
          <p:nvPr/>
        </p:nvGraphicFramePr>
        <p:xfrm>
          <a:off x="479424" y="3346996"/>
          <a:ext cx="11230608" cy="370840"/>
        </p:xfrm>
        <a:graphic>
          <a:graphicData uri="http://schemas.openxmlformats.org/drawingml/2006/table">
            <a:tbl>
              <a:tblPr firstRow="1" bandRow="1">
                <a:tableStyleId>{2D5ABB26-0587-4C30-8999-92F81FD0307C}</a:tableStyleId>
              </a:tblPr>
              <a:tblGrid>
                <a:gridCol w="935884">
                  <a:extLst>
                    <a:ext uri="{9D8B030D-6E8A-4147-A177-3AD203B41FA5}">
                      <a16:colId xmlns:a16="http://schemas.microsoft.com/office/drawing/2014/main" val="3259948014"/>
                    </a:ext>
                  </a:extLst>
                </a:gridCol>
                <a:gridCol w="935884">
                  <a:extLst>
                    <a:ext uri="{9D8B030D-6E8A-4147-A177-3AD203B41FA5}">
                      <a16:colId xmlns:a16="http://schemas.microsoft.com/office/drawing/2014/main" val="1754446377"/>
                    </a:ext>
                  </a:extLst>
                </a:gridCol>
                <a:gridCol w="935884">
                  <a:extLst>
                    <a:ext uri="{9D8B030D-6E8A-4147-A177-3AD203B41FA5}">
                      <a16:colId xmlns:a16="http://schemas.microsoft.com/office/drawing/2014/main" val="1217927104"/>
                    </a:ext>
                  </a:extLst>
                </a:gridCol>
                <a:gridCol w="935884">
                  <a:extLst>
                    <a:ext uri="{9D8B030D-6E8A-4147-A177-3AD203B41FA5}">
                      <a16:colId xmlns:a16="http://schemas.microsoft.com/office/drawing/2014/main" val="1536033202"/>
                    </a:ext>
                  </a:extLst>
                </a:gridCol>
                <a:gridCol w="935884">
                  <a:extLst>
                    <a:ext uri="{9D8B030D-6E8A-4147-A177-3AD203B41FA5}">
                      <a16:colId xmlns:a16="http://schemas.microsoft.com/office/drawing/2014/main" val="4043156477"/>
                    </a:ext>
                  </a:extLst>
                </a:gridCol>
                <a:gridCol w="935884">
                  <a:extLst>
                    <a:ext uri="{9D8B030D-6E8A-4147-A177-3AD203B41FA5}">
                      <a16:colId xmlns:a16="http://schemas.microsoft.com/office/drawing/2014/main" val="2059884406"/>
                    </a:ext>
                  </a:extLst>
                </a:gridCol>
                <a:gridCol w="935884">
                  <a:extLst>
                    <a:ext uri="{9D8B030D-6E8A-4147-A177-3AD203B41FA5}">
                      <a16:colId xmlns:a16="http://schemas.microsoft.com/office/drawing/2014/main" val="1431727528"/>
                    </a:ext>
                  </a:extLst>
                </a:gridCol>
                <a:gridCol w="935884">
                  <a:extLst>
                    <a:ext uri="{9D8B030D-6E8A-4147-A177-3AD203B41FA5}">
                      <a16:colId xmlns:a16="http://schemas.microsoft.com/office/drawing/2014/main" val="2665324006"/>
                    </a:ext>
                  </a:extLst>
                </a:gridCol>
                <a:gridCol w="935884">
                  <a:extLst>
                    <a:ext uri="{9D8B030D-6E8A-4147-A177-3AD203B41FA5}">
                      <a16:colId xmlns:a16="http://schemas.microsoft.com/office/drawing/2014/main" val="788781497"/>
                    </a:ext>
                  </a:extLst>
                </a:gridCol>
                <a:gridCol w="935884">
                  <a:extLst>
                    <a:ext uri="{9D8B030D-6E8A-4147-A177-3AD203B41FA5}">
                      <a16:colId xmlns:a16="http://schemas.microsoft.com/office/drawing/2014/main" val="3205292133"/>
                    </a:ext>
                  </a:extLst>
                </a:gridCol>
                <a:gridCol w="935884">
                  <a:extLst>
                    <a:ext uri="{9D8B030D-6E8A-4147-A177-3AD203B41FA5}">
                      <a16:colId xmlns:a16="http://schemas.microsoft.com/office/drawing/2014/main" val="3860680305"/>
                    </a:ext>
                  </a:extLst>
                </a:gridCol>
                <a:gridCol w="935884">
                  <a:extLst>
                    <a:ext uri="{9D8B030D-6E8A-4147-A177-3AD203B41FA5}">
                      <a16:colId xmlns:a16="http://schemas.microsoft.com/office/drawing/2014/main" val="770187199"/>
                    </a:ext>
                  </a:extLst>
                </a:gridCol>
              </a:tblGrid>
              <a:tr h="370840">
                <a:tc>
                  <a:txBody>
                    <a:bodyPr/>
                    <a:lstStyle/>
                    <a:p>
                      <a:pPr algn="ctr"/>
                      <a:r>
                        <a:rPr lang="en-US" altLang="zh-CN" sz="1200">
                          <a:solidFill>
                            <a:srgbClr val="147485"/>
                          </a:solidFill>
                        </a:rPr>
                        <a:t>JAN</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FEB</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highlight>
                            <a:srgbClr val="FFFFFF"/>
                          </a:highlight>
                        </a:rPr>
                        <a:t>MAR</a:t>
                      </a:r>
                      <a:endParaRPr lang="zh-CN" altLang="en-US" sz="1200">
                        <a:solidFill>
                          <a:srgbClr val="147485"/>
                        </a:solidFill>
                        <a:highlight>
                          <a:srgbClr val="FFFFFF"/>
                        </a:highligh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APR</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MAY</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JUN</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JUL</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AUG</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SEP</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OTC</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NOV</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DEC</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1547686"/>
                  </a:ext>
                </a:extLst>
              </a:tr>
            </a:tbl>
          </a:graphicData>
        </a:graphic>
      </p:graphicFrame>
      <p:sp>
        <p:nvSpPr>
          <p:cNvPr id="2" name="Title 1">
            <a:extLst>
              <a:ext uri="{FF2B5EF4-FFF2-40B4-BE49-F238E27FC236}">
                <a16:creationId xmlns:a16="http://schemas.microsoft.com/office/drawing/2014/main" id="{2CDEBE0B-83E1-8080-B95E-251F45E5B5AC}"/>
              </a:ext>
            </a:extLst>
          </p:cNvPr>
          <p:cNvSpPr>
            <a:spLocks noGrp="1"/>
          </p:cNvSpPr>
          <p:nvPr>
            <p:ph type="title"/>
          </p:nvPr>
        </p:nvSpPr>
        <p:spPr>
          <a:xfrm>
            <a:off x="146331" y="171964"/>
            <a:ext cx="11233151" cy="342767"/>
          </a:xfrm>
        </p:spPr>
        <p:txBody>
          <a:bodyPr/>
          <a:lstStyle/>
          <a:p>
            <a:r>
              <a:rPr lang="en-US" altLang="zh-CN"/>
              <a:t>2026 TA Key Milestone Overview – Mental Health</a:t>
            </a:r>
            <a:endParaRPr lang="zh-CN" altLang="en-US"/>
          </a:p>
        </p:txBody>
      </p:sp>
      <p:sp>
        <p:nvSpPr>
          <p:cNvPr id="6" name="Slide Number Placeholder 5">
            <a:extLst>
              <a:ext uri="{FF2B5EF4-FFF2-40B4-BE49-F238E27FC236}">
                <a16:creationId xmlns:a16="http://schemas.microsoft.com/office/drawing/2014/main" id="{5B6735AD-45DD-C16B-9379-3E04009CAD66}"/>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9" name="TextBox 18">
            <a:extLst>
              <a:ext uri="{FF2B5EF4-FFF2-40B4-BE49-F238E27FC236}">
                <a16:creationId xmlns:a16="http://schemas.microsoft.com/office/drawing/2014/main" id="{DB42E732-4C2A-FE53-82C9-62E6A8090D7F}"/>
              </a:ext>
            </a:extLst>
          </p:cNvPr>
          <p:cNvSpPr txBox="1"/>
          <p:nvPr/>
        </p:nvSpPr>
        <p:spPr>
          <a:xfrm>
            <a:off x="71188" y="1098747"/>
            <a:ext cx="986994" cy="577759"/>
          </a:xfrm>
          <a:prstGeom prst="rect">
            <a:avLst/>
          </a:prstGeom>
          <a:solidFill>
            <a:schemeClr val="tx2"/>
          </a:solidFill>
          <a:ln w="6350">
            <a:noFill/>
            <a:miter lim="800000"/>
          </a:ln>
        </p:spPr>
        <p:txBody>
          <a:bodyPr vert="horz" wrap="square" lIns="0" tIns="0" rIns="0" bIns="0" rtlCol="0" anchor="ctr">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1" i="1" u="none" strike="noStrike" kern="1200" cap="none" spc="0" normalizeH="0" baseline="0" noProof="0">
                <a:ln>
                  <a:noFill/>
                </a:ln>
                <a:solidFill>
                  <a:srgbClr val="000000"/>
                </a:solidFill>
                <a:effectLst/>
                <a:uLnTx/>
                <a:uFillTx/>
                <a:latin typeface="Boehringer Forward Text"/>
                <a:ea typeface="+mn-ea"/>
                <a:cs typeface="+mn-cs"/>
              </a:rPr>
              <a:t>Global milestones</a:t>
            </a:r>
          </a:p>
        </p:txBody>
      </p:sp>
      <p:sp>
        <p:nvSpPr>
          <p:cNvPr id="20" name="TextBox 19">
            <a:extLst>
              <a:ext uri="{FF2B5EF4-FFF2-40B4-BE49-F238E27FC236}">
                <a16:creationId xmlns:a16="http://schemas.microsoft.com/office/drawing/2014/main" id="{B748F40E-19E2-97FC-6FDF-475521A902F7}"/>
              </a:ext>
            </a:extLst>
          </p:cNvPr>
          <p:cNvSpPr txBox="1"/>
          <p:nvPr/>
        </p:nvSpPr>
        <p:spPr>
          <a:xfrm>
            <a:off x="71188" y="4367012"/>
            <a:ext cx="986994" cy="488967"/>
          </a:xfrm>
          <a:prstGeom prst="rect">
            <a:avLst/>
          </a:prstGeom>
          <a:solidFill>
            <a:schemeClr val="tx2"/>
          </a:solidFill>
          <a:ln w="6350">
            <a:noFill/>
            <a:miter lim="800000"/>
          </a:ln>
        </p:spPr>
        <p:txBody>
          <a:bodyPr vert="horz" wrap="square" lIns="0" tIns="0" rIns="0" bIns="0" rtlCol="0" anchor="ctr">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altLang="zh-CN" sz="1400" b="1" i="1" u="none" strike="noStrike" kern="1200" cap="none" spc="0" normalizeH="0" baseline="0" noProof="0">
                <a:ln>
                  <a:noFill/>
                </a:ln>
                <a:solidFill>
                  <a:srgbClr val="000000"/>
                </a:solidFill>
                <a:effectLst/>
                <a:uLnTx/>
                <a:uFillTx/>
                <a:latin typeface="Boehringer Forward Text"/>
                <a:ea typeface="+mn-ea"/>
                <a:cs typeface="+mn-cs"/>
              </a:rPr>
              <a:t>China </a:t>
            </a:r>
            <a:r>
              <a:rPr kumimoji="0" lang="en-US" sz="1400" b="1" i="1" u="none" strike="noStrike" kern="1200" cap="none" spc="0" normalizeH="0" baseline="0" noProof="0">
                <a:ln>
                  <a:noFill/>
                </a:ln>
                <a:solidFill>
                  <a:srgbClr val="000000"/>
                </a:solidFill>
                <a:effectLst/>
                <a:uLnTx/>
                <a:uFillTx/>
                <a:latin typeface="Boehringer Forward Text"/>
                <a:ea typeface="+mn-ea"/>
                <a:cs typeface="+mn-cs"/>
              </a:rPr>
              <a:t> milestones</a:t>
            </a:r>
          </a:p>
        </p:txBody>
      </p:sp>
      <p:grpSp>
        <p:nvGrpSpPr>
          <p:cNvPr id="9" name="Group 8">
            <a:extLst>
              <a:ext uri="{FF2B5EF4-FFF2-40B4-BE49-F238E27FC236}">
                <a16:creationId xmlns:a16="http://schemas.microsoft.com/office/drawing/2014/main" id="{E7D934B1-4BCD-9FEE-79C6-EE24A0862031}"/>
              </a:ext>
            </a:extLst>
          </p:cNvPr>
          <p:cNvGrpSpPr/>
          <p:nvPr/>
        </p:nvGrpSpPr>
        <p:grpSpPr>
          <a:xfrm>
            <a:off x="2833728" y="1894433"/>
            <a:ext cx="1891013" cy="1242498"/>
            <a:chOff x="5186604" y="1964105"/>
            <a:chExt cx="1891013" cy="1242498"/>
          </a:xfrm>
        </p:grpSpPr>
        <p:cxnSp>
          <p:nvCxnSpPr>
            <p:cNvPr id="56" name="Straight Connector 55">
              <a:extLst>
                <a:ext uri="{FF2B5EF4-FFF2-40B4-BE49-F238E27FC236}">
                  <a16:creationId xmlns:a16="http://schemas.microsoft.com/office/drawing/2014/main" id="{B442E2C6-310A-C2E5-BD47-DF95BA3668A1}"/>
                </a:ext>
              </a:extLst>
            </p:cNvPr>
            <p:cNvCxnSpPr>
              <a:cxnSpLocks/>
              <a:endCxn id="58" idx="3"/>
            </p:cNvCxnSpPr>
            <p:nvPr/>
          </p:nvCxnSpPr>
          <p:spPr>
            <a:xfrm flipV="1">
              <a:off x="5186604" y="2148342"/>
              <a:ext cx="0" cy="1058261"/>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58" name="Arrow: Right 53">
              <a:extLst>
                <a:ext uri="{FF2B5EF4-FFF2-40B4-BE49-F238E27FC236}">
                  <a16:creationId xmlns:a16="http://schemas.microsoft.com/office/drawing/2014/main" id="{D659FEAA-3E92-01E8-9C49-E30729DF7C9D}"/>
                </a:ext>
              </a:extLst>
            </p:cNvPr>
            <p:cNvSpPr/>
            <p:nvPr/>
          </p:nvSpPr>
          <p:spPr>
            <a:xfrm flipH="1">
              <a:off x="5186604" y="2094342"/>
              <a:ext cx="108000" cy="108000"/>
            </a:xfrm>
            <a:prstGeom prst="rect">
              <a:avLst/>
            </a:prstGeom>
            <a:solidFill>
              <a:srgbClr val="80008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57" name="Rectangle 373">
              <a:extLst>
                <a:ext uri="{FF2B5EF4-FFF2-40B4-BE49-F238E27FC236}">
                  <a16:creationId xmlns:a16="http://schemas.microsoft.com/office/drawing/2014/main" id="{72FF6FBF-44BC-73AC-83BA-A4956217B9C1}"/>
                </a:ext>
              </a:extLst>
            </p:cNvPr>
            <p:cNvSpPr/>
            <p:nvPr/>
          </p:nvSpPr>
          <p:spPr>
            <a:xfrm flipH="1">
              <a:off x="5296175" y="1964105"/>
              <a:ext cx="1781442" cy="365760"/>
            </a:xfrm>
            <a:prstGeom prst="rect">
              <a:avLst/>
            </a:prstGeom>
            <a:solidFill>
              <a:schemeClr val="bg1"/>
            </a:solid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mGluR4 NAM – Imp in BPD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Path to PoC (IUEC)</a:t>
              </a:r>
            </a:p>
          </p:txBody>
        </p:sp>
      </p:grpSp>
      <p:grpSp>
        <p:nvGrpSpPr>
          <p:cNvPr id="59" name="Group 58">
            <a:extLst>
              <a:ext uri="{FF2B5EF4-FFF2-40B4-BE49-F238E27FC236}">
                <a16:creationId xmlns:a16="http://schemas.microsoft.com/office/drawing/2014/main" id="{1980B32C-54D4-492E-6E80-4A163DB3EF56}"/>
              </a:ext>
            </a:extLst>
          </p:cNvPr>
          <p:cNvGrpSpPr/>
          <p:nvPr/>
        </p:nvGrpSpPr>
        <p:grpSpPr>
          <a:xfrm>
            <a:off x="8911166" y="2481451"/>
            <a:ext cx="1408140" cy="932538"/>
            <a:chOff x="5453836" y="2467718"/>
            <a:chExt cx="1408140" cy="932538"/>
          </a:xfrm>
        </p:grpSpPr>
        <p:grpSp>
          <p:nvGrpSpPr>
            <p:cNvPr id="60" name="Group 343">
              <a:extLst>
                <a:ext uri="{FF2B5EF4-FFF2-40B4-BE49-F238E27FC236}">
                  <a16:creationId xmlns:a16="http://schemas.microsoft.com/office/drawing/2014/main" id="{94F17916-3AD6-FEC2-8765-3E3E477E6DDD}"/>
                </a:ext>
              </a:extLst>
            </p:cNvPr>
            <p:cNvGrpSpPr/>
            <p:nvPr/>
          </p:nvGrpSpPr>
          <p:grpSpPr>
            <a:xfrm>
              <a:off x="5453836" y="3076256"/>
              <a:ext cx="324000" cy="324000"/>
              <a:chOff x="5311199" y="2962865"/>
              <a:chExt cx="324000" cy="324000"/>
            </a:xfrm>
          </p:grpSpPr>
          <p:sp>
            <p:nvSpPr>
              <p:cNvPr id="257" name="Oval 344">
                <a:extLst>
                  <a:ext uri="{FF2B5EF4-FFF2-40B4-BE49-F238E27FC236}">
                    <a16:creationId xmlns:a16="http://schemas.microsoft.com/office/drawing/2014/main" id="{6473FE60-C284-3FD1-B3B9-A65557987E6F}"/>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258" name="Group 348">
                <a:extLst>
                  <a:ext uri="{FF2B5EF4-FFF2-40B4-BE49-F238E27FC236}">
                    <a16:creationId xmlns:a16="http://schemas.microsoft.com/office/drawing/2014/main" id="{81AB6BB3-C1DB-276A-981A-CC42B0548725}"/>
                  </a:ext>
                </a:extLst>
              </p:cNvPr>
              <p:cNvGrpSpPr/>
              <p:nvPr/>
            </p:nvGrpSpPr>
            <p:grpSpPr>
              <a:xfrm>
                <a:off x="5373950" y="3024278"/>
                <a:ext cx="198000" cy="198000"/>
                <a:chOff x="5411047" y="3113464"/>
                <a:chExt cx="198000" cy="198000"/>
              </a:xfrm>
            </p:grpSpPr>
            <p:sp>
              <p:nvSpPr>
                <p:cNvPr id="259" name="Oval 349">
                  <a:extLst>
                    <a:ext uri="{FF2B5EF4-FFF2-40B4-BE49-F238E27FC236}">
                      <a16:creationId xmlns:a16="http://schemas.microsoft.com/office/drawing/2014/main" id="{B7BC92B2-BC98-CAA4-E387-3F07ABCF95C4}"/>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264" name="Graphic 350" descr="Play outline">
                  <a:extLst>
                    <a:ext uri="{FF2B5EF4-FFF2-40B4-BE49-F238E27FC236}">
                      <a16:creationId xmlns:a16="http://schemas.microsoft.com/office/drawing/2014/main" id="{908CF3EE-7D97-F6C5-06F7-5E28672C467F}"/>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445462" y="3137223"/>
                  <a:ext cx="158314" cy="158314"/>
                </a:xfrm>
                <a:prstGeom prst="rect">
                  <a:avLst/>
                </a:prstGeom>
              </p:spPr>
            </p:pic>
          </p:grpSp>
        </p:grpSp>
        <p:cxnSp>
          <p:nvCxnSpPr>
            <p:cNvPr id="62" name="Straight Connector 61">
              <a:extLst>
                <a:ext uri="{FF2B5EF4-FFF2-40B4-BE49-F238E27FC236}">
                  <a16:creationId xmlns:a16="http://schemas.microsoft.com/office/drawing/2014/main" id="{9484F0B1-5017-91AC-0977-2202FAC9348C}"/>
                </a:ext>
              </a:extLst>
            </p:cNvPr>
            <p:cNvCxnSpPr>
              <a:cxnSpLocks/>
              <a:stCxn id="257" idx="0"/>
              <a:endCxn id="63" idx="3"/>
            </p:cNvCxnSpPr>
            <p:nvPr/>
          </p:nvCxnSpPr>
          <p:spPr>
            <a:xfrm flipH="1" flipV="1">
              <a:off x="5612293" y="2567825"/>
              <a:ext cx="3543" cy="508431"/>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63" name="Arrow: Right 53">
              <a:extLst>
                <a:ext uri="{FF2B5EF4-FFF2-40B4-BE49-F238E27FC236}">
                  <a16:creationId xmlns:a16="http://schemas.microsoft.com/office/drawing/2014/main" id="{70D4135A-A9DD-A353-1910-51D7FC15ECA3}"/>
                </a:ext>
              </a:extLst>
            </p:cNvPr>
            <p:cNvSpPr/>
            <p:nvPr/>
          </p:nvSpPr>
          <p:spPr>
            <a:xfrm flipH="1">
              <a:off x="5612293" y="2513825"/>
              <a:ext cx="108000" cy="108000"/>
            </a:xfrm>
            <a:prstGeom prst="rect">
              <a:avLst/>
            </a:prstGeom>
            <a:solidFill>
              <a:srgbClr val="00519F"/>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56" name="Rectangle 373">
              <a:extLst>
                <a:ext uri="{FF2B5EF4-FFF2-40B4-BE49-F238E27FC236}">
                  <a16:creationId xmlns:a16="http://schemas.microsoft.com/office/drawing/2014/main" id="{1B80E92D-3A4F-2441-6258-B7F6DE5D76E1}"/>
                </a:ext>
              </a:extLst>
            </p:cNvPr>
            <p:cNvSpPr/>
            <p:nvPr/>
          </p:nvSpPr>
          <p:spPr>
            <a:xfrm flipH="1">
              <a:off x="5747004" y="2467718"/>
              <a:ext cx="1114972" cy="365760"/>
            </a:xfrm>
            <a:prstGeom prst="rect">
              <a:avLst/>
            </a:prstGeom>
            <a:solidFill>
              <a:schemeClr val="bg1"/>
            </a:solid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SSTR4 ag – CIAS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Ph1b FPI</a:t>
              </a:r>
            </a:p>
          </p:txBody>
        </p:sp>
      </p:grpSp>
      <p:grpSp>
        <p:nvGrpSpPr>
          <p:cNvPr id="265" name="Group 264">
            <a:extLst>
              <a:ext uri="{FF2B5EF4-FFF2-40B4-BE49-F238E27FC236}">
                <a16:creationId xmlns:a16="http://schemas.microsoft.com/office/drawing/2014/main" id="{FC4E15D0-A2BE-13C8-E974-4701FE2A3AC7}"/>
              </a:ext>
            </a:extLst>
          </p:cNvPr>
          <p:cNvGrpSpPr/>
          <p:nvPr/>
        </p:nvGrpSpPr>
        <p:grpSpPr>
          <a:xfrm>
            <a:off x="1872694" y="1339385"/>
            <a:ext cx="1891013" cy="1817389"/>
            <a:chOff x="5186604" y="1428340"/>
            <a:chExt cx="1891013" cy="1817389"/>
          </a:xfrm>
        </p:grpSpPr>
        <p:cxnSp>
          <p:nvCxnSpPr>
            <p:cNvPr id="266" name="Straight Connector 265">
              <a:extLst>
                <a:ext uri="{FF2B5EF4-FFF2-40B4-BE49-F238E27FC236}">
                  <a16:creationId xmlns:a16="http://schemas.microsoft.com/office/drawing/2014/main" id="{E3DD4B61-B313-3218-D272-F0C81FC6C39C}"/>
                </a:ext>
              </a:extLst>
            </p:cNvPr>
            <p:cNvCxnSpPr>
              <a:cxnSpLocks/>
              <a:endCxn id="268" idx="3"/>
            </p:cNvCxnSpPr>
            <p:nvPr/>
          </p:nvCxnSpPr>
          <p:spPr>
            <a:xfrm flipV="1">
              <a:off x="5186604" y="1707990"/>
              <a:ext cx="0" cy="1537739"/>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67" name="Rectangle 373">
              <a:extLst>
                <a:ext uri="{FF2B5EF4-FFF2-40B4-BE49-F238E27FC236}">
                  <a16:creationId xmlns:a16="http://schemas.microsoft.com/office/drawing/2014/main" id="{2E810729-363E-D03C-6D61-9CA068965314}"/>
                </a:ext>
              </a:extLst>
            </p:cNvPr>
            <p:cNvSpPr/>
            <p:nvPr/>
          </p:nvSpPr>
          <p:spPr>
            <a:xfrm flipH="1">
              <a:off x="5296175" y="1428340"/>
              <a:ext cx="1781442" cy="56688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SSTR4 ag – CIAS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Path to PoC (IUPC)</a:t>
              </a:r>
            </a:p>
          </p:txBody>
        </p:sp>
        <p:sp>
          <p:nvSpPr>
            <p:cNvPr id="268" name="Arrow: Right 53">
              <a:extLst>
                <a:ext uri="{FF2B5EF4-FFF2-40B4-BE49-F238E27FC236}">
                  <a16:creationId xmlns:a16="http://schemas.microsoft.com/office/drawing/2014/main" id="{F0EEE246-6924-83CE-56E9-EF9A24847559}"/>
                </a:ext>
              </a:extLst>
            </p:cNvPr>
            <p:cNvSpPr/>
            <p:nvPr/>
          </p:nvSpPr>
          <p:spPr>
            <a:xfrm flipH="1">
              <a:off x="5186604" y="1653990"/>
              <a:ext cx="108000" cy="108000"/>
            </a:xfrm>
            <a:prstGeom prst="rect">
              <a:avLst/>
            </a:prstGeom>
            <a:solidFill>
              <a:srgbClr val="80008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grpSp>
        <p:nvGrpSpPr>
          <p:cNvPr id="64" name="Group 63">
            <a:extLst>
              <a:ext uri="{FF2B5EF4-FFF2-40B4-BE49-F238E27FC236}">
                <a16:creationId xmlns:a16="http://schemas.microsoft.com/office/drawing/2014/main" id="{FC5F3914-D6AC-467E-47CD-49CAB173A698}"/>
              </a:ext>
            </a:extLst>
          </p:cNvPr>
          <p:cNvGrpSpPr/>
          <p:nvPr/>
        </p:nvGrpSpPr>
        <p:grpSpPr>
          <a:xfrm>
            <a:off x="8799961" y="6617095"/>
            <a:ext cx="1140131" cy="180000"/>
            <a:chOff x="5301735" y="6564954"/>
            <a:chExt cx="1140131" cy="180000"/>
          </a:xfrm>
        </p:grpSpPr>
        <p:sp>
          <p:nvSpPr>
            <p:cNvPr id="65" name="TextBox 64">
              <a:extLst>
                <a:ext uri="{FF2B5EF4-FFF2-40B4-BE49-F238E27FC236}">
                  <a16:creationId xmlns:a16="http://schemas.microsoft.com/office/drawing/2014/main" id="{84F42F20-4FC4-1875-E866-2D08E901403E}"/>
                </a:ext>
              </a:extLst>
            </p:cNvPr>
            <p:cNvSpPr txBox="1"/>
            <p:nvPr/>
          </p:nvSpPr>
          <p:spPr>
            <a:xfrm>
              <a:off x="5509249" y="6606240"/>
              <a:ext cx="932617" cy="91969"/>
            </a:xfrm>
            <a:prstGeom prst="rect">
              <a:avLst/>
            </a:prstGeom>
            <a:noFill/>
            <a:ln>
              <a:noFill/>
            </a:ln>
          </p:spPr>
          <p:txBody>
            <a:bodyPr spcFirstLastPara="1" wrap="square" lIns="0" tIns="0" rIns="0" bIns="0" anchor="ctr" anchorCtr="0">
              <a:noAutofit/>
            </a:bodyPr>
            <a:lstStyle>
              <a:defPPr>
                <a:defRPr lang="en-US"/>
              </a:defPPr>
              <a:lvl1pPr marR="0" lvl="0" indent="0">
                <a:spcBef>
                  <a:spcPts val="0"/>
                </a:spcBef>
                <a:spcAft>
                  <a:spcPts val="0"/>
                </a:spcAft>
                <a:buClr>
                  <a:schemeClr val="dk1"/>
                </a:buClr>
                <a:buSzPts val="800"/>
                <a:buFont typeface="Arial"/>
                <a:buNone/>
                <a:defRPr sz="800">
                  <a:solidFill>
                    <a:srgbClr val="123563"/>
                  </a:solidFill>
                </a:defRPr>
              </a:lvl1p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1200" cap="none" spc="0" normalizeH="0" baseline="0" noProof="0">
                  <a:ln>
                    <a:noFill/>
                  </a:ln>
                  <a:solidFill>
                    <a:srgbClr val="123563"/>
                  </a:solidFill>
                  <a:effectLst/>
                  <a:uLnTx/>
                  <a:uFillTx/>
                  <a:latin typeface="BISans"/>
                  <a:ea typeface="+mn-ea"/>
                  <a:cs typeface="+mn-cs"/>
                </a:rPr>
                <a:t>Study start/ read-out</a:t>
              </a:r>
            </a:p>
          </p:txBody>
        </p:sp>
        <p:grpSp>
          <p:nvGrpSpPr>
            <p:cNvPr id="66" name="Group 65">
              <a:extLst>
                <a:ext uri="{FF2B5EF4-FFF2-40B4-BE49-F238E27FC236}">
                  <a16:creationId xmlns:a16="http://schemas.microsoft.com/office/drawing/2014/main" id="{7084C50F-A5BA-AD09-EA1A-AD6ECD1E379B}"/>
                </a:ext>
              </a:extLst>
            </p:cNvPr>
            <p:cNvGrpSpPr/>
            <p:nvPr/>
          </p:nvGrpSpPr>
          <p:grpSpPr>
            <a:xfrm>
              <a:off x="5301735" y="6564954"/>
              <a:ext cx="188349" cy="180000"/>
              <a:chOff x="5411045" y="3113464"/>
              <a:chExt cx="207184" cy="198000"/>
            </a:xfrm>
            <a:noFill/>
          </p:grpSpPr>
          <p:sp>
            <p:nvSpPr>
              <p:cNvPr id="77" name="Oval 76">
                <a:extLst>
                  <a:ext uri="{FF2B5EF4-FFF2-40B4-BE49-F238E27FC236}">
                    <a16:creationId xmlns:a16="http://schemas.microsoft.com/office/drawing/2014/main" id="{89A0CFB3-EFD0-5744-9ECF-503B982CA331}"/>
                  </a:ext>
                </a:extLst>
              </p:cNvPr>
              <p:cNvSpPr/>
              <p:nvPr/>
            </p:nvSpPr>
            <p:spPr>
              <a:xfrm>
                <a:off x="5411045" y="3113464"/>
                <a:ext cx="201168" cy="198000"/>
              </a:xfrm>
              <a:prstGeom prst="ellipse">
                <a:avLst/>
              </a:prstGeom>
              <a:grpFill/>
              <a:ln w="9525" cap="sq">
                <a:solidFill>
                  <a:srgbClr val="12356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800" b="0" i="0" u="none" strike="noStrike" kern="1200" cap="none" spc="0" normalizeH="0" baseline="0" noProof="0">
                  <a:ln>
                    <a:noFill/>
                  </a:ln>
                  <a:solidFill>
                    <a:srgbClr val="123563"/>
                  </a:solidFill>
                  <a:effectLst/>
                  <a:uLnTx/>
                  <a:uFillTx/>
                  <a:latin typeface="BISans"/>
                  <a:ea typeface="+mn-ea"/>
                  <a:cs typeface="+mn-cs"/>
                </a:endParaRPr>
              </a:p>
            </p:txBody>
          </p:sp>
          <p:pic>
            <p:nvPicPr>
              <p:cNvPr id="291" name="Graphic 290" descr="Play outline">
                <a:extLst>
                  <a:ext uri="{FF2B5EF4-FFF2-40B4-BE49-F238E27FC236}">
                    <a16:creationId xmlns:a16="http://schemas.microsoft.com/office/drawing/2014/main" id="{E204D18F-6426-FD82-0665-1334DD32A453}"/>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48513" y="3129032"/>
                <a:ext cx="169716" cy="169715"/>
              </a:xfrm>
              <a:prstGeom prst="rect">
                <a:avLst/>
              </a:prstGeom>
            </p:spPr>
          </p:pic>
        </p:grpSp>
      </p:grpSp>
      <p:sp>
        <p:nvSpPr>
          <p:cNvPr id="292" name="TextBox 291">
            <a:extLst>
              <a:ext uri="{FF2B5EF4-FFF2-40B4-BE49-F238E27FC236}">
                <a16:creationId xmlns:a16="http://schemas.microsoft.com/office/drawing/2014/main" id="{E8B7166F-EAC7-B3F1-2378-D6CC137E8150}"/>
              </a:ext>
            </a:extLst>
          </p:cNvPr>
          <p:cNvSpPr txBox="1"/>
          <p:nvPr/>
        </p:nvSpPr>
        <p:spPr>
          <a:xfrm>
            <a:off x="11081635" y="6654708"/>
            <a:ext cx="540000" cy="104773"/>
          </a:xfrm>
          <a:prstGeom prst="rect">
            <a:avLst/>
          </a:prstGeom>
          <a:noFill/>
          <a:ln>
            <a:noFill/>
          </a:ln>
        </p:spPr>
        <p:txBody>
          <a:bodyPr spcFirstLastPara="1" wrap="square" lIns="0" tIns="0" rIns="0" bIns="0" anchor="ctr" anchorCtr="0">
            <a:noAutofit/>
          </a:bodyPr>
          <a:lstStyle>
            <a:defPPr>
              <a:defRPr lang="en-US"/>
            </a:defPPr>
            <a:lvl1pPr marR="0" lvl="0" indent="0">
              <a:spcBef>
                <a:spcPts val="0"/>
              </a:spcBef>
              <a:spcAft>
                <a:spcPts val="0"/>
              </a:spcAft>
              <a:buClr>
                <a:schemeClr val="dk1"/>
              </a:buClr>
              <a:buSzPts val="800"/>
              <a:buFont typeface="Arial"/>
              <a:buNone/>
              <a:defRPr sz="800">
                <a:solidFill>
                  <a:srgbClr val="123563"/>
                </a:solidFill>
              </a:defRPr>
            </a:lvl1p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1200" cap="none" spc="0" normalizeH="0" baseline="0" noProof="0">
                <a:ln>
                  <a:noFill/>
                </a:ln>
                <a:solidFill>
                  <a:srgbClr val="123563"/>
                </a:solidFill>
                <a:effectLst/>
                <a:uLnTx/>
                <a:uFillTx/>
                <a:latin typeface="BISans"/>
                <a:ea typeface="+mn-ea"/>
                <a:cs typeface="+mn-cs"/>
              </a:rPr>
              <a:t>Milestone</a:t>
            </a:r>
          </a:p>
        </p:txBody>
      </p:sp>
      <p:sp>
        <p:nvSpPr>
          <p:cNvPr id="295" name="Oval 294">
            <a:extLst>
              <a:ext uri="{FF2B5EF4-FFF2-40B4-BE49-F238E27FC236}">
                <a16:creationId xmlns:a16="http://schemas.microsoft.com/office/drawing/2014/main" id="{8D32EE2B-834F-4B11-B4A3-881CD592A75B}"/>
              </a:ext>
            </a:extLst>
          </p:cNvPr>
          <p:cNvSpPr/>
          <p:nvPr/>
        </p:nvSpPr>
        <p:spPr>
          <a:xfrm>
            <a:off x="10874125" y="6631248"/>
            <a:ext cx="180000" cy="180000"/>
          </a:xfrm>
          <a:prstGeom prst="ellipse">
            <a:avLst/>
          </a:prstGeom>
          <a:noFill/>
          <a:ln w="9525" cap="sq">
            <a:solidFill>
              <a:srgbClr val="12356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ISans"/>
              <a:ea typeface="+mn-ea"/>
              <a:cs typeface="+mn-cs"/>
            </a:endParaRPr>
          </a:p>
        </p:txBody>
      </p:sp>
      <p:pic>
        <p:nvPicPr>
          <p:cNvPr id="296" name="Graphic 295" descr="Diamond with solid fill">
            <a:extLst>
              <a:ext uri="{FF2B5EF4-FFF2-40B4-BE49-F238E27FC236}">
                <a16:creationId xmlns:a16="http://schemas.microsoft.com/office/drawing/2014/main" id="{836FEF93-8E91-4121-6E1B-4F8CBDBF12C0}"/>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886982" y="6644632"/>
            <a:ext cx="154286" cy="154286"/>
          </a:xfrm>
          <a:prstGeom prst="rect">
            <a:avLst/>
          </a:prstGeom>
        </p:spPr>
      </p:pic>
      <p:sp>
        <p:nvSpPr>
          <p:cNvPr id="297" name="Oval 303">
            <a:extLst>
              <a:ext uri="{FF2B5EF4-FFF2-40B4-BE49-F238E27FC236}">
                <a16:creationId xmlns:a16="http://schemas.microsoft.com/office/drawing/2014/main" id="{7D72FCA0-1242-8D93-835D-D546E8637774}"/>
              </a:ext>
            </a:extLst>
          </p:cNvPr>
          <p:cNvSpPr/>
          <p:nvPr/>
        </p:nvSpPr>
        <p:spPr>
          <a:xfrm>
            <a:off x="10030309" y="6617094"/>
            <a:ext cx="180000" cy="180000"/>
          </a:xfrm>
          <a:prstGeom prst="ellipse">
            <a:avLst/>
          </a:prstGeom>
          <a:noFill/>
          <a:ln w="9525" cap="sq">
            <a:solidFill>
              <a:srgbClr val="12356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BISansCond"/>
              <a:ea typeface="+mn-ea"/>
              <a:cs typeface="+mn-cs"/>
            </a:endParaRPr>
          </a:p>
        </p:txBody>
      </p:sp>
      <p:sp>
        <p:nvSpPr>
          <p:cNvPr id="302" name="TextBox 301">
            <a:extLst>
              <a:ext uri="{FF2B5EF4-FFF2-40B4-BE49-F238E27FC236}">
                <a16:creationId xmlns:a16="http://schemas.microsoft.com/office/drawing/2014/main" id="{DD34589F-A08D-8600-8E2A-C7BF5B5FD732}"/>
              </a:ext>
            </a:extLst>
          </p:cNvPr>
          <p:cNvSpPr txBox="1"/>
          <p:nvPr/>
        </p:nvSpPr>
        <p:spPr>
          <a:xfrm>
            <a:off x="10237819" y="6646313"/>
            <a:ext cx="540000" cy="104773"/>
          </a:xfrm>
          <a:prstGeom prst="rect">
            <a:avLst/>
          </a:prstGeom>
          <a:noFill/>
          <a:ln>
            <a:noFill/>
          </a:ln>
        </p:spPr>
        <p:txBody>
          <a:bodyPr spcFirstLastPara="1" wrap="square" lIns="0" tIns="0" rIns="0" bIns="0" anchor="ctr" anchorCtr="0">
            <a:noAutofit/>
          </a:bodyPr>
          <a:lstStyle>
            <a:defPPr>
              <a:defRPr lang="en-US"/>
            </a:defPPr>
            <a:lvl1pPr marR="0" lvl="0" indent="0">
              <a:spcBef>
                <a:spcPts val="0"/>
              </a:spcBef>
              <a:spcAft>
                <a:spcPts val="0"/>
              </a:spcAft>
              <a:buClr>
                <a:schemeClr val="dk1"/>
              </a:buClr>
              <a:buSzPts val="800"/>
              <a:buFont typeface="Arial"/>
              <a:buNone/>
              <a:defRPr sz="800">
                <a:solidFill>
                  <a:srgbClr val="123563"/>
                </a:solidFill>
              </a:defRPr>
            </a:lvl1p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1200" cap="none" spc="0" normalizeH="0" baseline="0" noProof="0">
                <a:ln>
                  <a:noFill/>
                </a:ln>
                <a:solidFill>
                  <a:srgbClr val="123563"/>
                </a:solidFill>
                <a:effectLst/>
                <a:uLnTx/>
                <a:uFillTx/>
                <a:latin typeface="BISans"/>
                <a:ea typeface="+mn-ea"/>
                <a:cs typeface="+mn-cs"/>
              </a:rPr>
              <a:t>Termination</a:t>
            </a:r>
          </a:p>
        </p:txBody>
      </p:sp>
      <p:sp>
        <p:nvSpPr>
          <p:cNvPr id="303" name="Freeform 61">
            <a:extLst>
              <a:ext uri="{FF2B5EF4-FFF2-40B4-BE49-F238E27FC236}">
                <a16:creationId xmlns:a16="http://schemas.microsoft.com/office/drawing/2014/main" id="{92D491BB-BDF8-6DFA-02F8-E4062176DF6D}"/>
              </a:ext>
            </a:extLst>
          </p:cNvPr>
          <p:cNvSpPr>
            <a:spLocks noChangeAspect="1" noEditPoints="1"/>
          </p:cNvSpPr>
          <p:nvPr/>
        </p:nvSpPr>
        <p:spPr bwMode="auto">
          <a:xfrm>
            <a:off x="10064142" y="6651663"/>
            <a:ext cx="112334" cy="112334"/>
          </a:xfrm>
          <a:custGeom>
            <a:avLst/>
            <a:gdLst>
              <a:gd name="T0" fmla="*/ 100 w 200"/>
              <a:gd name="T1" fmla="*/ 0 h 200"/>
              <a:gd name="T2" fmla="*/ 0 w 200"/>
              <a:gd name="T3" fmla="*/ 100 h 200"/>
              <a:gd name="T4" fmla="*/ 100 w 200"/>
              <a:gd name="T5" fmla="*/ 200 h 200"/>
              <a:gd name="T6" fmla="*/ 200 w 200"/>
              <a:gd name="T7" fmla="*/ 100 h 200"/>
              <a:gd name="T8" fmla="*/ 100 w 200"/>
              <a:gd name="T9" fmla="*/ 0 h 200"/>
              <a:gd name="T10" fmla="*/ 100 w 200"/>
              <a:gd name="T11" fmla="*/ 188 h 200"/>
              <a:gd name="T12" fmla="*/ 12 w 200"/>
              <a:gd name="T13" fmla="*/ 100 h 200"/>
              <a:gd name="T14" fmla="*/ 100 w 200"/>
              <a:gd name="T15" fmla="*/ 13 h 200"/>
              <a:gd name="T16" fmla="*/ 187 w 200"/>
              <a:gd name="T17" fmla="*/ 100 h 200"/>
              <a:gd name="T18" fmla="*/ 100 w 200"/>
              <a:gd name="T19" fmla="*/ 188 h 200"/>
              <a:gd name="T20" fmla="*/ 131 w 200"/>
              <a:gd name="T21" fmla="*/ 60 h 200"/>
              <a:gd name="T22" fmla="*/ 100 w 200"/>
              <a:gd name="T23" fmla="*/ 92 h 200"/>
              <a:gd name="T24" fmla="*/ 69 w 200"/>
              <a:gd name="T25" fmla="*/ 60 h 200"/>
              <a:gd name="T26" fmla="*/ 60 w 200"/>
              <a:gd name="T27" fmla="*/ 69 h 200"/>
              <a:gd name="T28" fmla="*/ 91 w 200"/>
              <a:gd name="T29" fmla="*/ 100 h 200"/>
              <a:gd name="T30" fmla="*/ 60 w 200"/>
              <a:gd name="T31" fmla="*/ 132 h 200"/>
              <a:gd name="T32" fmla="*/ 69 w 200"/>
              <a:gd name="T33" fmla="*/ 140 h 200"/>
              <a:gd name="T34" fmla="*/ 100 w 200"/>
              <a:gd name="T35" fmla="*/ 109 h 200"/>
              <a:gd name="T36" fmla="*/ 131 w 200"/>
              <a:gd name="T37" fmla="*/ 140 h 200"/>
              <a:gd name="T38" fmla="*/ 140 w 200"/>
              <a:gd name="T39" fmla="*/ 132 h 200"/>
              <a:gd name="T40" fmla="*/ 109 w 200"/>
              <a:gd name="T41" fmla="*/ 100 h 200"/>
              <a:gd name="T42" fmla="*/ 140 w 200"/>
              <a:gd name="T43" fmla="*/ 69 h 200"/>
              <a:gd name="T44" fmla="*/ 131 w 200"/>
              <a:gd name="T45" fmla="*/ 6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0" h="200">
                <a:moveTo>
                  <a:pt x="100" y="0"/>
                </a:moveTo>
                <a:cubicBezTo>
                  <a:pt x="45" y="0"/>
                  <a:pt x="0" y="45"/>
                  <a:pt x="0" y="100"/>
                </a:cubicBezTo>
                <a:cubicBezTo>
                  <a:pt x="0" y="156"/>
                  <a:pt x="45" y="200"/>
                  <a:pt x="100" y="200"/>
                </a:cubicBezTo>
                <a:cubicBezTo>
                  <a:pt x="155" y="200"/>
                  <a:pt x="200" y="156"/>
                  <a:pt x="200" y="100"/>
                </a:cubicBezTo>
                <a:cubicBezTo>
                  <a:pt x="200" y="45"/>
                  <a:pt x="155" y="0"/>
                  <a:pt x="100" y="0"/>
                </a:cubicBezTo>
                <a:close/>
                <a:moveTo>
                  <a:pt x="100" y="188"/>
                </a:moveTo>
                <a:cubicBezTo>
                  <a:pt x="52" y="188"/>
                  <a:pt x="12" y="149"/>
                  <a:pt x="12" y="100"/>
                </a:cubicBezTo>
                <a:cubicBezTo>
                  <a:pt x="12" y="52"/>
                  <a:pt x="52" y="13"/>
                  <a:pt x="100" y="13"/>
                </a:cubicBezTo>
                <a:cubicBezTo>
                  <a:pt x="148" y="13"/>
                  <a:pt x="187" y="52"/>
                  <a:pt x="187" y="100"/>
                </a:cubicBezTo>
                <a:cubicBezTo>
                  <a:pt x="187" y="149"/>
                  <a:pt x="148" y="188"/>
                  <a:pt x="100" y="188"/>
                </a:cubicBezTo>
                <a:close/>
                <a:moveTo>
                  <a:pt x="131" y="60"/>
                </a:moveTo>
                <a:cubicBezTo>
                  <a:pt x="100" y="92"/>
                  <a:pt x="100" y="92"/>
                  <a:pt x="100" y="92"/>
                </a:cubicBezTo>
                <a:cubicBezTo>
                  <a:pt x="69" y="60"/>
                  <a:pt x="69" y="60"/>
                  <a:pt x="69" y="60"/>
                </a:cubicBezTo>
                <a:cubicBezTo>
                  <a:pt x="60" y="69"/>
                  <a:pt x="60" y="69"/>
                  <a:pt x="60" y="69"/>
                </a:cubicBezTo>
                <a:cubicBezTo>
                  <a:pt x="91" y="100"/>
                  <a:pt x="91" y="100"/>
                  <a:pt x="91" y="100"/>
                </a:cubicBezTo>
                <a:cubicBezTo>
                  <a:pt x="60" y="132"/>
                  <a:pt x="60" y="132"/>
                  <a:pt x="60" y="132"/>
                </a:cubicBezTo>
                <a:cubicBezTo>
                  <a:pt x="69" y="140"/>
                  <a:pt x="69" y="140"/>
                  <a:pt x="69" y="140"/>
                </a:cubicBezTo>
                <a:cubicBezTo>
                  <a:pt x="100" y="109"/>
                  <a:pt x="100" y="109"/>
                  <a:pt x="100" y="109"/>
                </a:cubicBezTo>
                <a:cubicBezTo>
                  <a:pt x="131" y="140"/>
                  <a:pt x="131" y="140"/>
                  <a:pt x="131" y="140"/>
                </a:cubicBezTo>
                <a:cubicBezTo>
                  <a:pt x="140" y="132"/>
                  <a:pt x="140" y="132"/>
                  <a:pt x="140" y="132"/>
                </a:cubicBezTo>
                <a:cubicBezTo>
                  <a:pt x="109" y="100"/>
                  <a:pt x="109" y="100"/>
                  <a:pt x="109" y="100"/>
                </a:cubicBezTo>
                <a:cubicBezTo>
                  <a:pt x="140" y="69"/>
                  <a:pt x="140" y="69"/>
                  <a:pt x="140" y="69"/>
                </a:cubicBezTo>
                <a:lnTo>
                  <a:pt x="131" y="60"/>
                </a:lnTo>
                <a:close/>
              </a:path>
            </a:pathLst>
          </a:custGeom>
          <a:solidFill>
            <a:srgbClr val="000000"/>
          </a:solidFill>
          <a:ln>
            <a:solidFill>
              <a:srgbClr val="123563"/>
            </a:solidFill>
          </a:ln>
        </p:spPr>
        <p:txBody>
          <a:bodyPr vert="horz" wrap="square" lIns="78191" tIns="39096" rIns="78191" bIns="3909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58595B"/>
              </a:solidFill>
              <a:effectLst/>
              <a:uLnTx/>
              <a:uFillTx/>
              <a:latin typeface="BISansCond"/>
              <a:ea typeface="+mn-ea"/>
              <a:cs typeface="+mn-cs"/>
            </a:endParaRPr>
          </a:p>
        </p:txBody>
      </p:sp>
      <p:grpSp>
        <p:nvGrpSpPr>
          <p:cNvPr id="304" name="Group 303">
            <a:extLst>
              <a:ext uri="{FF2B5EF4-FFF2-40B4-BE49-F238E27FC236}">
                <a16:creationId xmlns:a16="http://schemas.microsoft.com/office/drawing/2014/main" id="{DC142CF0-2661-E82B-B978-22FC40137AB2}"/>
              </a:ext>
            </a:extLst>
          </p:cNvPr>
          <p:cNvGrpSpPr/>
          <p:nvPr/>
        </p:nvGrpSpPr>
        <p:grpSpPr>
          <a:xfrm>
            <a:off x="541285" y="6683469"/>
            <a:ext cx="8106900" cy="154472"/>
            <a:chOff x="2331615" y="6464705"/>
            <a:chExt cx="8106900" cy="154472"/>
          </a:xfrm>
        </p:grpSpPr>
        <p:sp>
          <p:nvSpPr>
            <p:cNvPr id="305" name="Text 176">
              <a:extLst>
                <a:ext uri="{FF2B5EF4-FFF2-40B4-BE49-F238E27FC236}">
                  <a16:creationId xmlns:a16="http://schemas.microsoft.com/office/drawing/2014/main" id="{949EF782-A2B5-7420-74D8-34B01B702854}"/>
                </a:ext>
              </a:extLst>
            </p:cNvPr>
            <p:cNvSpPr/>
            <p:nvPr/>
          </p:nvSpPr>
          <p:spPr>
            <a:xfrm>
              <a:off x="2508566" y="6483411"/>
              <a:ext cx="305487"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Phase I</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06" name="Text 177">
              <a:extLst>
                <a:ext uri="{FF2B5EF4-FFF2-40B4-BE49-F238E27FC236}">
                  <a16:creationId xmlns:a16="http://schemas.microsoft.com/office/drawing/2014/main" id="{DFCB7BF9-4E54-BEF2-FDAE-89E051436654}"/>
                </a:ext>
              </a:extLst>
            </p:cNvPr>
            <p:cNvSpPr/>
            <p:nvPr/>
          </p:nvSpPr>
          <p:spPr>
            <a:xfrm>
              <a:off x="3164021" y="6483411"/>
              <a:ext cx="329572"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Phase II</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07" name="Text 178">
              <a:extLst>
                <a:ext uri="{FF2B5EF4-FFF2-40B4-BE49-F238E27FC236}">
                  <a16:creationId xmlns:a16="http://schemas.microsoft.com/office/drawing/2014/main" id="{2EA2304E-B3DD-FBB4-9B42-8EB214EBA6F2}"/>
                </a:ext>
              </a:extLst>
            </p:cNvPr>
            <p:cNvSpPr/>
            <p:nvPr/>
          </p:nvSpPr>
          <p:spPr>
            <a:xfrm>
              <a:off x="3843562" y="6483411"/>
              <a:ext cx="353657"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Phase III</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08" name="Text 180">
              <a:extLst>
                <a:ext uri="{FF2B5EF4-FFF2-40B4-BE49-F238E27FC236}">
                  <a16:creationId xmlns:a16="http://schemas.microsoft.com/office/drawing/2014/main" id="{948D577A-74B9-22BA-97CE-6D9E54AB2969}"/>
                </a:ext>
              </a:extLst>
            </p:cNvPr>
            <p:cNvSpPr/>
            <p:nvPr/>
          </p:nvSpPr>
          <p:spPr>
            <a:xfrm>
              <a:off x="6537525" y="6484742"/>
              <a:ext cx="627135"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1st Submission</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09" name="Text 181">
              <a:extLst>
                <a:ext uri="{FF2B5EF4-FFF2-40B4-BE49-F238E27FC236}">
                  <a16:creationId xmlns:a16="http://schemas.microsoft.com/office/drawing/2014/main" id="{77B2A81E-D28A-1D0C-181F-16038F5EA261}"/>
                </a:ext>
              </a:extLst>
            </p:cNvPr>
            <p:cNvSpPr/>
            <p:nvPr/>
          </p:nvSpPr>
          <p:spPr>
            <a:xfrm>
              <a:off x="7514631" y="6484742"/>
              <a:ext cx="454918"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CS (</a:t>
              </a:r>
              <a:r>
                <a:rPr kumimoji="0" lang="en-US" sz="700" b="0" i="0" u="none" strike="noStrike" kern="1200" cap="none" spc="0" normalizeH="0" baseline="0" noProof="0" err="1">
                  <a:ln>
                    <a:noFill/>
                  </a:ln>
                  <a:solidFill>
                    <a:srgbClr val="000000"/>
                  </a:solidFill>
                  <a:effectLst/>
                  <a:uLnTx/>
                  <a:uFillTx/>
                  <a:latin typeface="Open Sans" pitchFamily="34" charset="0"/>
                  <a:ea typeface="Open Sans" pitchFamily="34" charset="-122"/>
                  <a:cs typeface="Open Sans" pitchFamily="34" charset="-120"/>
                </a:rPr>
                <a:t>SoD</a:t>
              </a: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10" name="Text 182">
              <a:extLst>
                <a:ext uri="{FF2B5EF4-FFF2-40B4-BE49-F238E27FC236}">
                  <a16:creationId xmlns:a16="http://schemas.microsoft.com/office/drawing/2014/main" id="{8D448353-FA1F-C13C-722A-A1322090277F}"/>
                </a:ext>
              </a:extLst>
            </p:cNvPr>
            <p:cNvSpPr/>
            <p:nvPr/>
          </p:nvSpPr>
          <p:spPr>
            <a:xfrm>
              <a:off x="8319520" y="6484742"/>
              <a:ext cx="229690"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PoC</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18" name="Text 183">
              <a:extLst>
                <a:ext uri="{FF2B5EF4-FFF2-40B4-BE49-F238E27FC236}">
                  <a16:creationId xmlns:a16="http://schemas.microsoft.com/office/drawing/2014/main" id="{6F65CE8C-59EA-DB24-3912-8A20A0FEDC15}"/>
                </a:ext>
              </a:extLst>
            </p:cNvPr>
            <p:cNvSpPr/>
            <p:nvPr/>
          </p:nvSpPr>
          <p:spPr>
            <a:xfrm>
              <a:off x="8899179" y="6484742"/>
              <a:ext cx="229177"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RoFD</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19" name="Shape 184">
              <a:extLst>
                <a:ext uri="{FF2B5EF4-FFF2-40B4-BE49-F238E27FC236}">
                  <a16:creationId xmlns:a16="http://schemas.microsoft.com/office/drawing/2014/main" id="{FBB8850D-41BB-E171-189B-34C21A00A665}"/>
                </a:ext>
              </a:extLst>
            </p:cNvPr>
            <p:cNvSpPr/>
            <p:nvPr/>
          </p:nvSpPr>
          <p:spPr>
            <a:xfrm>
              <a:off x="2331615" y="6488331"/>
              <a:ext cx="117968" cy="113529"/>
            </a:xfrm>
            <a:prstGeom prst="rect">
              <a:avLst/>
            </a:prstGeom>
            <a:solidFill>
              <a:srgbClr val="00519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6" name="Shape 185">
              <a:extLst>
                <a:ext uri="{FF2B5EF4-FFF2-40B4-BE49-F238E27FC236}">
                  <a16:creationId xmlns:a16="http://schemas.microsoft.com/office/drawing/2014/main" id="{95EB1A05-13C6-35E3-F09A-11F3F8BDF718}"/>
                </a:ext>
              </a:extLst>
            </p:cNvPr>
            <p:cNvSpPr/>
            <p:nvPr/>
          </p:nvSpPr>
          <p:spPr>
            <a:xfrm>
              <a:off x="2987071" y="6488331"/>
              <a:ext cx="117968" cy="113529"/>
            </a:xfrm>
            <a:prstGeom prst="rect">
              <a:avLst/>
            </a:prstGeom>
            <a:solidFill>
              <a:srgbClr val="F5762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7" name="Shape 186">
              <a:extLst>
                <a:ext uri="{FF2B5EF4-FFF2-40B4-BE49-F238E27FC236}">
                  <a16:creationId xmlns:a16="http://schemas.microsoft.com/office/drawing/2014/main" id="{F18B4FAC-DFC6-C563-03DA-A6C88A4FEF13}"/>
                </a:ext>
              </a:extLst>
            </p:cNvPr>
            <p:cNvSpPr/>
            <p:nvPr/>
          </p:nvSpPr>
          <p:spPr>
            <a:xfrm>
              <a:off x="3666612" y="6488331"/>
              <a:ext cx="117968" cy="113529"/>
            </a:xfrm>
            <a:prstGeom prst="rect">
              <a:avLst/>
            </a:prstGeom>
            <a:solidFill>
              <a:srgbClr val="21A3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8" name="Shape 188">
              <a:extLst>
                <a:ext uri="{FF2B5EF4-FFF2-40B4-BE49-F238E27FC236}">
                  <a16:creationId xmlns:a16="http://schemas.microsoft.com/office/drawing/2014/main" id="{AF99723D-08A8-01D8-9BB6-3B8F4BBA387C}"/>
                </a:ext>
              </a:extLst>
            </p:cNvPr>
            <p:cNvSpPr/>
            <p:nvPr/>
          </p:nvSpPr>
          <p:spPr>
            <a:xfrm>
              <a:off x="6360574" y="6489662"/>
              <a:ext cx="117968" cy="113529"/>
            </a:xfrm>
            <a:prstGeom prst="rect">
              <a:avLst/>
            </a:prstGeom>
            <a:solidFill>
              <a:srgbClr val="E377C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9" name="Shape 189">
              <a:extLst>
                <a:ext uri="{FF2B5EF4-FFF2-40B4-BE49-F238E27FC236}">
                  <a16:creationId xmlns:a16="http://schemas.microsoft.com/office/drawing/2014/main" id="{BFFA1D64-4914-72D0-AF84-D5EE42A4AC89}"/>
                </a:ext>
              </a:extLst>
            </p:cNvPr>
            <p:cNvSpPr/>
            <p:nvPr/>
          </p:nvSpPr>
          <p:spPr>
            <a:xfrm>
              <a:off x="7337678" y="6489662"/>
              <a:ext cx="117968" cy="113529"/>
            </a:xfrm>
            <a:prstGeom prst="rect">
              <a:avLst/>
            </a:prstGeom>
            <a:solidFill>
              <a:srgbClr val="17BEC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0" name="Shape 190">
              <a:extLst>
                <a:ext uri="{FF2B5EF4-FFF2-40B4-BE49-F238E27FC236}">
                  <a16:creationId xmlns:a16="http://schemas.microsoft.com/office/drawing/2014/main" id="{575EB103-A1DE-9198-3C43-09E716C943A0}"/>
                </a:ext>
              </a:extLst>
            </p:cNvPr>
            <p:cNvSpPr/>
            <p:nvPr/>
          </p:nvSpPr>
          <p:spPr>
            <a:xfrm>
              <a:off x="8142568" y="6489662"/>
              <a:ext cx="117968" cy="113529"/>
            </a:xfrm>
            <a:prstGeom prst="rect">
              <a:avLst/>
            </a:prstGeom>
            <a:solidFill>
              <a:srgbClr val="D6272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1" name="Shape 191">
              <a:extLst>
                <a:ext uri="{FF2B5EF4-FFF2-40B4-BE49-F238E27FC236}">
                  <a16:creationId xmlns:a16="http://schemas.microsoft.com/office/drawing/2014/main" id="{4C26594A-FB05-CC0E-6596-55E43E22D3BE}"/>
                </a:ext>
              </a:extLst>
            </p:cNvPr>
            <p:cNvSpPr/>
            <p:nvPr/>
          </p:nvSpPr>
          <p:spPr>
            <a:xfrm>
              <a:off x="8722229" y="6489662"/>
              <a:ext cx="117968" cy="113529"/>
            </a:xfrm>
            <a:prstGeom prst="rect">
              <a:avLst/>
            </a:prstGeom>
            <a:solidFill>
              <a:srgbClr val="BCBD2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2" name="Shape 104">
              <a:extLst>
                <a:ext uri="{FF2B5EF4-FFF2-40B4-BE49-F238E27FC236}">
                  <a16:creationId xmlns:a16="http://schemas.microsoft.com/office/drawing/2014/main" id="{420D989B-F87C-4229-27D2-77AC16DDD102}"/>
                </a:ext>
              </a:extLst>
            </p:cNvPr>
            <p:cNvSpPr/>
            <p:nvPr/>
          </p:nvSpPr>
          <p:spPr>
            <a:xfrm>
              <a:off x="5236378" y="6467012"/>
              <a:ext cx="145580" cy="132325"/>
            </a:xfrm>
            <a:prstGeom prst="ellipse">
              <a:avLst/>
            </a:prstGeom>
            <a:solidFill>
              <a:srgbClr val="800080"/>
            </a:solidFill>
            <a:ln w="317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3" name="Text 212">
              <a:extLst>
                <a:ext uri="{FF2B5EF4-FFF2-40B4-BE49-F238E27FC236}">
                  <a16:creationId xmlns:a16="http://schemas.microsoft.com/office/drawing/2014/main" id="{61C3E035-5BEB-B278-AE6E-F7731D0EDFC8}"/>
                </a:ext>
              </a:extLst>
            </p:cNvPr>
            <p:cNvSpPr/>
            <p:nvPr/>
          </p:nvSpPr>
          <p:spPr>
            <a:xfrm>
              <a:off x="5482194" y="6464705"/>
              <a:ext cx="1032878" cy="154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Other Activities</a:t>
              </a:r>
              <a:endParaRPr kumimoji="0" lang="en-US" altLang="zh-CN"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4" name="Text 178">
              <a:extLst>
                <a:ext uri="{FF2B5EF4-FFF2-40B4-BE49-F238E27FC236}">
                  <a16:creationId xmlns:a16="http://schemas.microsoft.com/office/drawing/2014/main" id="{2B64D5F2-22DB-CE6D-1C4B-E1C8DB438F04}"/>
                </a:ext>
              </a:extLst>
            </p:cNvPr>
            <p:cNvSpPr/>
            <p:nvPr/>
          </p:nvSpPr>
          <p:spPr>
            <a:xfrm>
              <a:off x="9487647" y="6484721"/>
              <a:ext cx="353657"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TLR</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5" name="Shape 186">
              <a:extLst>
                <a:ext uri="{FF2B5EF4-FFF2-40B4-BE49-F238E27FC236}">
                  <a16:creationId xmlns:a16="http://schemas.microsoft.com/office/drawing/2014/main" id="{6BEA1955-F848-DF1E-8CDF-318BF60A8328}"/>
                </a:ext>
              </a:extLst>
            </p:cNvPr>
            <p:cNvSpPr/>
            <p:nvPr/>
          </p:nvSpPr>
          <p:spPr>
            <a:xfrm>
              <a:off x="9310697" y="6489641"/>
              <a:ext cx="117968" cy="113529"/>
            </a:xfrm>
            <a:prstGeom prst="rect">
              <a:avLst/>
            </a:prstGeom>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6" name="Text 178">
              <a:extLst>
                <a:ext uri="{FF2B5EF4-FFF2-40B4-BE49-F238E27FC236}">
                  <a16:creationId xmlns:a16="http://schemas.microsoft.com/office/drawing/2014/main" id="{512F5AF8-D35B-F2A7-F7B0-40FE0C3E37E7}"/>
                </a:ext>
              </a:extLst>
            </p:cNvPr>
            <p:cNvSpPr/>
            <p:nvPr/>
          </p:nvSpPr>
          <p:spPr>
            <a:xfrm>
              <a:off x="10084858" y="6480384"/>
              <a:ext cx="353657"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HAI</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7" name="Shape 186">
              <a:extLst>
                <a:ext uri="{FF2B5EF4-FFF2-40B4-BE49-F238E27FC236}">
                  <a16:creationId xmlns:a16="http://schemas.microsoft.com/office/drawing/2014/main" id="{52E9FF76-B0F8-6B4A-3BDB-871235008C50}"/>
                </a:ext>
              </a:extLst>
            </p:cNvPr>
            <p:cNvSpPr/>
            <p:nvPr/>
          </p:nvSpPr>
          <p:spPr>
            <a:xfrm>
              <a:off x="9907908" y="6485304"/>
              <a:ext cx="117968" cy="113529"/>
            </a:xfrm>
            <a:prstGeom prst="rect">
              <a:avLst/>
            </a:prstGeom>
            <a:solidFill>
              <a:schemeClr val="accent4">
                <a:lumMod val="75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grpSp>
      <p:grpSp>
        <p:nvGrpSpPr>
          <p:cNvPr id="131" name="Group 130">
            <a:extLst>
              <a:ext uri="{FF2B5EF4-FFF2-40B4-BE49-F238E27FC236}">
                <a16:creationId xmlns:a16="http://schemas.microsoft.com/office/drawing/2014/main" id="{14026559-2F62-19CA-1CF7-C0A4351C68E3}"/>
              </a:ext>
            </a:extLst>
          </p:cNvPr>
          <p:cNvGrpSpPr/>
          <p:nvPr/>
        </p:nvGrpSpPr>
        <p:grpSpPr>
          <a:xfrm>
            <a:off x="8817" y="2527929"/>
            <a:ext cx="1663269" cy="875066"/>
            <a:chOff x="8817" y="2527929"/>
            <a:chExt cx="1663269" cy="875066"/>
          </a:xfrm>
        </p:grpSpPr>
        <p:grpSp>
          <p:nvGrpSpPr>
            <p:cNvPr id="271" name="Group 270">
              <a:extLst>
                <a:ext uri="{FF2B5EF4-FFF2-40B4-BE49-F238E27FC236}">
                  <a16:creationId xmlns:a16="http://schemas.microsoft.com/office/drawing/2014/main" id="{81EB8A69-2161-7C20-8D64-E80E159CBD2F}"/>
                </a:ext>
              </a:extLst>
            </p:cNvPr>
            <p:cNvGrpSpPr/>
            <p:nvPr/>
          </p:nvGrpSpPr>
          <p:grpSpPr>
            <a:xfrm>
              <a:off x="170817" y="2527929"/>
              <a:ext cx="1501269" cy="551066"/>
              <a:chOff x="3768261" y="1788884"/>
              <a:chExt cx="1501269" cy="551066"/>
            </a:xfrm>
          </p:grpSpPr>
          <p:sp>
            <p:nvSpPr>
              <p:cNvPr id="273" name="Rectangle 373">
                <a:extLst>
                  <a:ext uri="{FF2B5EF4-FFF2-40B4-BE49-F238E27FC236}">
                    <a16:creationId xmlns:a16="http://schemas.microsoft.com/office/drawing/2014/main" id="{5DC397EF-5DBF-3A3C-0532-97BB90419BD7}"/>
                  </a:ext>
                </a:extLst>
              </p:cNvPr>
              <p:cNvSpPr/>
              <p:nvPr/>
            </p:nvSpPr>
            <p:spPr>
              <a:xfrm flipH="1">
                <a:off x="3877833" y="1788884"/>
                <a:ext cx="1391697" cy="274320"/>
              </a:xfrm>
              <a:prstGeom prst="rect">
                <a:avLst/>
              </a:prstGeom>
              <a:solidFill>
                <a:srgbClr val="E5E3DE"/>
              </a:solid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ctr" latinLnBrk="0" hangingPunct="1">
                  <a:lnSpc>
                    <a:spcPct val="110000"/>
                  </a:lnSpc>
                  <a:spcBef>
                    <a:spcPts val="0"/>
                  </a:spcBef>
                  <a:spcAft>
                    <a:spcPts val="0"/>
                  </a:spcAft>
                  <a:buClrTx/>
                  <a:buSzTx/>
                  <a:buFontTx/>
                  <a:buNone/>
                  <a:tabLst/>
                  <a:defRPr/>
                </a:pPr>
                <a:r>
                  <a:rPr kumimoji="0" lang="en-US" altLang="zh-CN" sz="1000" b="0" i="0" u="none" strike="noStrike" kern="1200" cap="none" spc="0" normalizeH="0" baseline="0" noProof="0" err="1">
                    <a:ln>
                      <a:noFill/>
                    </a:ln>
                    <a:solidFill>
                      <a:srgbClr val="002060"/>
                    </a:solidFill>
                    <a:effectLst/>
                    <a:uLnTx/>
                    <a:uFillTx/>
                    <a:latin typeface="Boehringer Forward Text"/>
                    <a:ea typeface="+mn-ea"/>
                    <a:cs typeface="+mn-cs"/>
                  </a:rPr>
                  <a:t>COMTi</a:t>
                </a: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 – </a:t>
                </a:r>
                <a:r>
                  <a:rPr kumimoji="0" lang="en-US" altLang="zh-CN" sz="1000" b="0" i="0" u="none" strike="noStrike" kern="1200" cap="none" spc="0" normalizeH="0" baseline="0" noProof="0" err="1">
                    <a:ln>
                      <a:noFill/>
                    </a:ln>
                    <a:solidFill>
                      <a:srgbClr val="002060"/>
                    </a:solidFill>
                    <a:effectLst/>
                    <a:uLnTx/>
                    <a:uFillTx/>
                    <a:latin typeface="Boehringer Forward Text"/>
                    <a:ea typeface="+mn-ea"/>
                    <a:cs typeface="+mn-cs"/>
                  </a:rPr>
                  <a:t>Fx</a:t>
                </a: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 in SCZ</a:t>
                </a:r>
              </a:p>
              <a:p>
                <a:pPr marL="0" marR="0" lvl="0" indent="0" algn="l" defTabSz="914400" rtl="0" eaLnBrk="1" fontAlgn="ctr"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Termination</a:t>
                </a:r>
              </a:p>
            </p:txBody>
          </p:sp>
          <p:sp>
            <p:nvSpPr>
              <p:cNvPr id="274" name="Arrow: Right 53">
                <a:extLst>
                  <a:ext uri="{FF2B5EF4-FFF2-40B4-BE49-F238E27FC236}">
                    <a16:creationId xmlns:a16="http://schemas.microsoft.com/office/drawing/2014/main" id="{DC26EC5A-80C5-628E-35B9-37495F6AE2A7}"/>
                  </a:ext>
                </a:extLst>
              </p:cNvPr>
              <p:cNvSpPr/>
              <p:nvPr/>
            </p:nvSpPr>
            <p:spPr>
              <a:xfrm flipH="1">
                <a:off x="3768261" y="1822228"/>
                <a:ext cx="108000" cy="108000"/>
              </a:xfrm>
              <a:prstGeom prst="rect">
                <a:avLst/>
              </a:prstGeom>
              <a:solidFill>
                <a:srgbClr val="17BECF"/>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cxnSp>
            <p:nvCxnSpPr>
              <p:cNvPr id="275" name="Straight Connector 411">
                <a:extLst>
                  <a:ext uri="{FF2B5EF4-FFF2-40B4-BE49-F238E27FC236}">
                    <a16:creationId xmlns:a16="http://schemas.microsoft.com/office/drawing/2014/main" id="{4E6D1FC1-F28D-BE2D-2705-90CC1639C54D}"/>
                  </a:ext>
                </a:extLst>
              </p:cNvPr>
              <p:cNvCxnSpPr>
                <a:cxnSpLocks/>
                <a:stCxn id="274" idx="3"/>
                <a:endCxn id="108" idx="0"/>
              </p:cNvCxnSpPr>
              <p:nvPr/>
            </p:nvCxnSpPr>
            <p:spPr>
              <a:xfrm>
                <a:off x="3768261" y="1876228"/>
                <a:ext cx="0" cy="463722"/>
              </a:xfrm>
              <a:prstGeom prst="straightConnector1">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sp>
          <p:nvSpPr>
            <p:cNvPr id="108" name="Oval 107">
              <a:extLst>
                <a:ext uri="{FF2B5EF4-FFF2-40B4-BE49-F238E27FC236}">
                  <a16:creationId xmlns:a16="http://schemas.microsoft.com/office/drawing/2014/main" id="{0A23BB18-ABCB-75C2-AD50-2A82E22262C3}"/>
                </a:ext>
              </a:extLst>
            </p:cNvPr>
            <p:cNvSpPr/>
            <p:nvPr/>
          </p:nvSpPr>
          <p:spPr>
            <a:xfrm>
              <a:off x="8817" y="307899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09" name="Oval 108">
              <a:extLst>
                <a:ext uri="{FF2B5EF4-FFF2-40B4-BE49-F238E27FC236}">
                  <a16:creationId xmlns:a16="http://schemas.microsoft.com/office/drawing/2014/main" id="{19339BFC-751D-FCFD-0E7D-A6F1E711D65C}"/>
                </a:ext>
              </a:extLst>
            </p:cNvPr>
            <p:cNvSpPr/>
            <p:nvPr/>
          </p:nvSpPr>
          <p:spPr>
            <a:xfrm>
              <a:off x="71817" y="3141995"/>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110" name="Graphic 109" descr="Diamond with solid fill">
              <a:extLst>
                <a:ext uri="{FF2B5EF4-FFF2-40B4-BE49-F238E27FC236}">
                  <a16:creationId xmlns:a16="http://schemas.microsoft.com/office/drawing/2014/main" id="{A813C9BF-B6DF-7D96-8F56-F3CFB143E7C7}"/>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1660" y="3161838"/>
              <a:ext cx="158314" cy="158314"/>
            </a:xfrm>
            <a:prstGeom prst="rect">
              <a:avLst/>
            </a:prstGeom>
          </p:spPr>
        </p:pic>
      </p:grpSp>
      <p:grpSp>
        <p:nvGrpSpPr>
          <p:cNvPr id="148" name="Group 147">
            <a:extLst>
              <a:ext uri="{FF2B5EF4-FFF2-40B4-BE49-F238E27FC236}">
                <a16:creationId xmlns:a16="http://schemas.microsoft.com/office/drawing/2014/main" id="{3E94A734-F9B6-57EC-41B9-D0394575C6CB}"/>
              </a:ext>
            </a:extLst>
          </p:cNvPr>
          <p:cNvGrpSpPr/>
          <p:nvPr/>
        </p:nvGrpSpPr>
        <p:grpSpPr>
          <a:xfrm>
            <a:off x="10415097" y="2513340"/>
            <a:ext cx="1454306" cy="875784"/>
            <a:chOff x="10415097" y="2513340"/>
            <a:chExt cx="1454306" cy="875784"/>
          </a:xfrm>
        </p:grpSpPr>
        <p:grpSp>
          <p:nvGrpSpPr>
            <p:cNvPr id="112" name="Group 111">
              <a:extLst>
                <a:ext uri="{FF2B5EF4-FFF2-40B4-BE49-F238E27FC236}">
                  <a16:creationId xmlns:a16="http://schemas.microsoft.com/office/drawing/2014/main" id="{F60B1D33-CD14-6192-5529-29FD79015008}"/>
                </a:ext>
              </a:extLst>
            </p:cNvPr>
            <p:cNvGrpSpPr/>
            <p:nvPr/>
          </p:nvGrpSpPr>
          <p:grpSpPr>
            <a:xfrm>
              <a:off x="10415097" y="2513340"/>
              <a:ext cx="1304515" cy="551784"/>
              <a:chOff x="2475955" y="1788166"/>
              <a:chExt cx="1304515" cy="551784"/>
            </a:xfrm>
          </p:grpSpPr>
          <p:sp>
            <p:nvSpPr>
              <p:cNvPr id="117" name="Rectangle 373">
                <a:extLst>
                  <a:ext uri="{FF2B5EF4-FFF2-40B4-BE49-F238E27FC236}">
                    <a16:creationId xmlns:a16="http://schemas.microsoft.com/office/drawing/2014/main" id="{BC885BE7-72CC-F8FF-E86C-4C8B6599279C}"/>
                  </a:ext>
                </a:extLst>
              </p:cNvPr>
              <p:cNvSpPr/>
              <p:nvPr/>
            </p:nvSpPr>
            <p:spPr>
              <a:xfrm flipH="1">
                <a:off x="2475955" y="1788166"/>
                <a:ext cx="1213148" cy="274320"/>
              </a:xfrm>
              <a:prstGeom prst="rect">
                <a:avLst/>
              </a:prstGeom>
              <a:solidFill>
                <a:schemeClr val="bg1"/>
              </a:solid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r" defTabSz="914400" rtl="0" eaLnBrk="1" fontAlgn="ctr" latinLnBrk="0" hangingPunct="1">
                  <a:lnSpc>
                    <a:spcPct val="110000"/>
                  </a:lnSpc>
                  <a:spcBef>
                    <a:spcPts val="0"/>
                  </a:spcBef>
                  <a:spcAft>
                    <a:spcPts val="0"/>
                  </a:spcAft>
                  <a:buClrTx/>
                  <a:buSzTx/>
                  <a:buFontTx/>
                  <a:buNone/>
                  <a:tabLst/>
                  <a:defRPr/>
                </a:pPr>
                <a:r>
                  <a:rPr kumimoji="0" lang="en-US" altLang="zh-CN" sz="1000" b="0" i="0" u="none" strike="noStrike" kern="1200" cap="none" spc="0" normalizeH="0" baseline="0" noProof="0" err="1">
                    <a:ln>
                      <a:noFill/>
                    </a:ln>
                    <a:solidFill>
                      <a:srgbClr val="002060"/>
                    </a:solidFill>
                    <a:effectLst/>
                    <a:uLnTx/>
                    <a:uFillTx/>
                    <a:latin typeface="Boehringer Forward Text"/>
                    <a:ea typeface="+mn-ea"/>
                    <a:cs typeface="+mn-cs"/>
                  </a:rPr>
                  <a:t>COMTi</a:t>
                </a: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 – </a:t>
                </a:r>
                <a:r>
                  <a:rPr kumimoji="0" lang="en-US" altLang="zh-CN" sz="1000" b="0" i="0" u="none" strike="noStrike" kern="1200" cap="none" spc="0" normalizeH="0" baseline="0" noProof="0" err="1">
                    <a:ln>
                      <a:noFill/>
                    </a:ln>
                    <a:solidFill>
                      <a:srgbClr val="002060"/>
                    </a:solidFill>
                    <a:effectLst/>
                    <a:uLnTx/>
                    <a:uFillTx/>
                    <a:latin typeface="Boehringer Forward Text"/>
                    <a:ea typeface="+mn-ea"/>
                    <a:cs typeface="+mn-cs"/>
                  </a:rPr>
                  <a:t>Fx</a:t>
                </a: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 in SCZ </a:t>
                </a:r>
              </a:p>
              <a:p>
                <a:pPr marL="0" marR="0" lvl="0" indent="0" algn="r" defTabSz="914400" rtl="0" eaLnBrk="1" fontAlgn="ctr" latinLnBrk="0" hangingPunct="1">
                  <a:lnSpc>
                    <a:spcPct val="11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Back-up CS</a:t>
                </a:r>
              </a:p>
            </p:txBody>
          </p:sp>
          <p:sp>
            <p:nvSpPr>
              <p:cNvPr id="118" name="Arrow: Right 53">
                <a:extLst>
                  <a:ext uri="{FF2B5EF4-FFF2-40B4-BE49-F238E27FC236}">
                    <a16:creationId xmlns:a16="http://schemas.microsoft.com/office/drawing/2014/main" id="{D5BF9A98-2025-6480-FE1E-8F90E3C95406}"/>
                  </a:ext>
                </a:extLst>
              </p:cNvPr>
              <p:cNvSpPr/>
              <p:nvPr/>
            </p:nvSpPr>
            <p:spPr>
              <a:xfrm flipH="1">
                <a:off x="3672470" y="1812703"/>
                <a:ext cx="108000" cy="108000"/>
              </a:xfrm>
              <a:prstGeom prst="rect">
                <a:avLst/>
              </a:prstGeom>
              <a:solidFill>
                <a:srgbClr val="17BECF"/>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cxnSp>
            <p:nvCxnSpPr>
              <p:cNvPr id="124" name="Straight Connector 411">
                <a:extLst>
                  <a:ext uri="{FF2B5EF4-FFF2-40B4-BE49-F238E27FC236}">
                    <a16:creationId xmlns:a16="http://schemas.microsoft.com/office/drawing/2014/main" id="{17159596-6046-56FE-4C6E-4AE1E1ED88E5}"/>
                  </a:ext>
                </a:extLst>
              </p:cNvPr>
              <p:cNvCxnSpPr>
                <a:cxnSpLocks/>
                <a:stCxn id="118" idx="1"/>
                <a:endCxn id="125" idx="0"/>
              </p:cNvCxnSpPr>
              <p:nvPr/>
            </p:nvCxnSpPr>
            <p:spPr>
              <a:xfrm flipH="1">
                <a:off x="3768261" y="1866703"/>
                <a:ext cx="12209" cy="473247"/>
              </a:xfrm>
              <a:prstGeom prst="straightConnector1">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sp>
          <p:nvSpPr>
            <p:cNvPr id="125" name="Oval 124">
              <a:extLst>
                <a:ext uri="{FF2B5EF4-FFF2-40B4-BE49-F238E27FC236}">
                  <a16:creationId xmlns:a16="http://schemas.microsoft.com/office/drawing/2014/main" id="{C4826696-1347-B416-F5B0-863B86E8326F}"/>
                </a:ext>
              </a:extLst>
            </p:cNvPr>
            <p:cNvSpPr/>
            <p:nvPr/>
          </p:nvSpPr>
          <p:spPr>
            <a:xfrm>
              <a:off x="11545403" y="306512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26" name="Oval 125">
              <a:extLst>
                <a:ext uri="{FF2B5EF4-FFF2-40B4-BE49-F238E27FC236}">
                  <a16:creationId xmlns:a16="http://schemas.microsoft.com/office/drawing/2014/main" id="{0A3B775D-893C-60E2-7A09-A48570297DAC}"/>
                </a:ext>
              </a:extLst>
            </p:cNvPr>
            <p:cNvSpPr/>
            <p:nvPr/>
          </p:nvSpPr>
          <p:spPr>
            <a:xfrm>
              <a:off x="11608403" y="312812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127" name="Graphic 126" descr="Diamond with solid fill">
              <a:extLst>
                <a:ext uri="{FF2B5EF4-FFF2-40B4-BE49-F238E27FC236}">
                  <a16:creationId xmlns:a16="http://schemas.microsoft.com/office/drawing/2014/main" id="{992FFC4C-BD02-10EB-894E-6A1D528CCC4B}"/>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628246" y="3147967"/>
              <a:ext cx="158314" cy="158314"/>
            </a:xfrm>
            <a:prstGeom prst="rect">
              <a:avLst/>
            </a:prstGeom>
          </p:spPr>
        </p:pic>
      </p:grpSp>
      <p:sp>
        <p:nvSpPr>
          <p:cNvPr id="134" name="Oval 133">
            <a:extLst>
              <a:ext uri="{FF2B5EF4-FFF2-40B4-BE49-F238E27FC236}">
                <a16:creationId xmlns:a16="http://schemas.microsoft.com/office/drawing/2014/main" id="{B1FC70F7-1F5D-B367-3ACA-AE9F40B79B9A}"/>
              </a:ext>
            </a:extLst>
          </p:cNvPr>
          <p:cNvSpPr/>
          <p:nvPr/>
        </p:nvSpPr>
        <p:spPr>
          <a:xfrm>
            <a:off x="2987142" y="3073931"/>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35" name="Oval 134">
            <a:extLst>
              <a:ext uri="{FF2B5EF4-FFF2-40B4-BE49-F238E27FC236}">
                <a16:creationId xmlns:a16="http://schemas.microsoft.com/office/drawing/2014/main" id="{97D058D2-B8DE-5254-EFBA-D033FCB1DC75}"/>
              </a:ext>
            </a:extLst>
          </p:cNvPr>
          <p:cNvSpPr/>
          <p:nvPr/>
        </p:nvSpPr>
        <p:spPr>
          <a:xfrm>
            <a:off x="3050142" y="3136931"/>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136" name="Graphic 135" descr="Diamond with solid fill">
            <a:extLst>
              <a:ext uri="{FF2B5EF4-FFF2-40B4-BE49-F238E27FC236}">
                <a16:creationId xmlns:a16="http://schemas.microsoft.com/office/drawing/2014/main" id="{832F4059-40DD-2E5C-78BE-DBC2ACB3EFFC}"/>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069985" y="3156774"/>
            <a:ext cx="158314" cy="158314"/>
          </a:xfrm>
          <a:prstGeom prst="rect">
            <a:avLst/>
          </a:prstGeom>
        </p:spPr>
      </p:pic>
      <p:grpSp>
        <p:nvGrpSpPr>
          <p:cNvPr id="142" name="Group 141">
            <a:extLst>
              <a:ext uri="{FF2B5EF4-FFF2-40B4-BE49-F238E27FC236}">
                <a16:creationId xmlns:a16="http://schemas.microsoft.com/office/drawing/2014/main" id="{0F5D12BC-7187-2F92-7961-1734719E0B3C}"/>
              </a:ext>
            </a:extLst>
          </p:cNvPr>
          <p:cNvGrpSpPr/>
          <p:nvPr/>
        </p:nvGrpSpPr>
        <p:grpSpPr>
          <a:xfrm>
            <a:off x="6087229" y="1799114"/>
            <a:ext cx="1893632" cy="780155"/>
            <a:chOff x="5183985" y="1900502"/>
            <a:chExt cx="1893632" cy="780155"/>
          </a:xfrm>
        </p:grpSpPr>
        <p:cxnSp>
          <p:nvCxnSpPr>
            <p:cNvPr id="143" name="Straight Connector 142">
              <a:extLst>
                <a:ext uri="{FF2B5EF4-FFF2-40B4-BE49-F238E27FC236}">
                  <a16:creationId xmlns:a16="http://schemas.microsoft.com/office/drawing/2014/main" id="{02E54DA8-F42C-5F70-8CDC-B4556F7B9D49}"/>
                </a:ext>
              </a:extLst>
            </p:cNvPr>
            <p:cNvCxnSpPr>
              <a:cxnSpLocks/>
              <a:stCxn id="202" idx="3"/>
              <a:endCxn id="147" idx="3"/>
            </p:cNvCxnSpPr>
            <p:nvPr/>
          </p:nvCxnSpPr>
          <p:spPr>
            <a:xfrm flipV="1">
              <a:off x="5183985" y="2180152"/>
              <a:ext cx="2619" cy="500505"/>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44" name="Rectangle 373">
              <a:extLst>
                <a:ext uri="{FF2B5EF4-FFF2-40B4-BE49-F238E27FC236}">
                  <a16:creationId xmlns:a16="http://schemas.microsoft.com/office/drawing/2014/main" id="{29151D43-9932-EBD3-00ED-3DBDD0112F40}"/>
                </a:ext>
              </a:extLst>
            </p:cNvPr>
            <p:cNvSpPr/>
            <p:nvPr/>
          </p:nvSpPr>
          <p:spPr>
            <a:xfrm flipH="1">
              <a:off x="5296175" y="1900502"/>
              <a:ext cx="1781442" cy="56688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err="1">
                  <a:ln>
                    <a:noFill/>
                  </a:ln>
                  <a:solidFill>
                    <a:srgbClr val="002060"/>
                  </a:solidFill>
                  <a:effectLst/>
                  <a:uLnTx/>
                  <a:uFillTx/>
                  <a:latin typeface="Boehringer Forward Text"/>
                  <a:ea typeface="+mn-ea"/>
                  <a:cs typeface="+mn-cs"/>
                </a:rPr>
                <a:t>GOATi</a:t>
              </a: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 – O</a:t>
              </a:r>
              <a:r>
                <a:rPr kumimoji="0" lang="en-US" altLang="zh-CN" sz="1000" b="0" i="0" u="none" strike="noStrike" kern="1200" cap="none" spc="0" normalizeH="0" baseline="0" noProof="0" err="1">
                  <a:ln>
                    <a:noFill/>
                  </a:ln>
                  <a:solidFill>
                    <a:srgbClr val="002060"/>
                  </a:solidFill>
                  <a:effectLst/>
                  <a:uLnTx/>
                  <a:uFillTx/>
                  <a:latin typeface="Boehringer Forward Text"/>
                  <a:ea typeface="+mn-ea"/>
                  <a:cs typeface="+mn-cs"/>
                </a:rPr>
                <a:t>ther</a:t>
              </a: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 </a:t>
              </a:r>
              <a:r>
                <a:rPr kumimoji="0" lang="en-US" altLang="zh-CN" sz="1000" b="0" i="0" u="none" strike="noStrike" kern="1200" cap="none" spc="0" normalizeH="0" baseline="0" noProof="0" err="1">
                  <a:ln>
                    <a:noFill/>
                  </a:ln>
                  <a:solidFill>
                    <a:srgbClr val="002060"/>
                  </a:solidFill>
                  <a:effectLst/>
                  <a:uLnTx/>
                  <a:uFillTx/>
                  <a:latin typeface="Boehringer Forward Text"/>
                  <a:ea typeface="+mn-ea"/>
                  <a:cs typeface="+mn-cs"/>
                </a:rPr>
                <a:t>SuD</a:t>
              </a: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/Imp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Global AB</a:t>
              </a:r>
              <a:endParaRPr kumimoji="0" lang="en-US" sz="1000" b="0" i="0" u="none" strike="noStrike" kern="1200" cap="none" spc="0" normalizeH="0" baseline="0" noProof="0">
                <a:ln>
                  <a:noFill/>
                </a:ln>
                <a:solidFill>
                  <a:srgbClr val="002060"/>
                </a:solidFill>
                <a:effectLst/>
                <a:uLnTx/>
                <a:uFillTx/>
                <a:latin typeface="Boehringer Forward Text"/>
                <a:ea typeface="+mn-ea"/>
                <a:cs typeface="+mn-cs"/>
              </a:endParaRPr>
            </a:p>
          </p:txBody>
        </p:sp>
        <p:sp>
          <p:nvSpPr>
            <p:cNvPr id="147" name="Arrow: Right 53">
              <a:extLst>
                <a:ext uri="{FF2B5EF4-FFF2-40B4-BE49-F238E27FC236}">
                  <a16:creationId xmlns:a16="http://schemas.microsoft.com/office/drawing/2014/main" id="{38375293-919D-D761-8A67-F5CDFC19A9E4}"/>
                </a:ext>
              </a:extLst>
            </p:cNvPr>
            <p:cNvSpPr/>
            <p:nvPr/>
          </p:nvSpPr>
          <p:spPr>
            <a:xfrm flipH="1">
              <a:off x="5186604" y="2126152"/>
              <a:ext cx="108000" cy="108000"/>
            </a:xfrm>
            <a:prstGeom prst="rect">
              <a:avLst/>
            </a:prstGeom>
            <a:solidFill>
              <a:srgbClr val="80008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sp>
        <p:nvSpPr>
          <p:cNvPr id="151" name="Oval 150">
            <a:extLst>
              <a:ext uri="{FF2B5EF4-FFF2-40B4-BE49-F238E27FC236}">
                <a16:creationId xmlns:a16="http://schemas.microsoft.com/office/drawing/2014/main" id="{41E66EFA-772E-FBBA-056E-50359A365A1C}"/>
              </a:ext>
            </a:extLst>
          </p:cNvPr>
          <p:cNvSpPr/>
          <p:nvPr/>
        </p:nvSpPr>
        <p:spPr>
          <a:xfrm>
            <a:off x="7614894" y="3090660"/>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52" name="Oval 151">
            <a:extLst>
              <a:ext uri="{FF2B5EF4-FFF2-40B4-BE49-F238E27FC236}">
                <a16:creationId xmlns:a16="http://schemas.microsoft.com/office/drawing/2014/main" id="{740572CE-D48C-06B7-4A06-E688085A4CAE}"/>
              </a:ext>
            </a:extLst>
          </p:cNvPr>
          <p:cNvSpPr/>
          <p:nvPr/>
        </p:nvSpPr>
        <p:spPr>
          <a:xfrm>
            <a:off x="7677894" y="3153660"/>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153" name="Graphic 152" descr="Diamond with solid fill">
            <a:extLst>
              <a:ext uri="{FF2B5EF4-FFF2-40B4-BE49-F238E27FC236}">
                <a16:creationId xmlns:a16="http://schemas.microsoft.com/office/drawing/2014/main" id="{12B5CC3D-9C74-73A3-77B6-C12DB8C48ED8}"/>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697737" y="3173503"/>
            <a:ext cx="158314" cy="158314"/>
          </a:xfrm>
          <a:prstGeom prst="rect">
            <a:avLst/>
          </a:prstGeom>
        </p:spPr>
      </p:pic>
      <p:grpSp>
        <p:nvGrpSpPr>
          <p:cNvPr id="158" name="Group 157">
            <a:extLst>
              <a:ext uri="{FF2B5EF4-FFF2-40B4-BE49-F238E27FC236}">
                <a16:creationId xmlns:a16="http://schemas.microsoft.com/office/drawing/2014/main" id="{6210846C-9A1E-BAFC-B576-FB578109D10C}"/>
              </a:ext>
            </a:extLst>
          </p:cNvPr>
          <p:cNvGrpSpPr/>
          <p:nvPr/>
        </p:nvGrpSpPr>
        <p:grpSpPr>
          <a:xfrm>
            <a:off x="3149966" y="1330098"/>
            <a:ext cx="1881488" cy="566880"/>
            <a:chOff x="5196129" y="2306012"/>
            <a:chExt cx="1881488" cy="566880"/>
          </a:xfrm>
        </p:grpSpPr>
        <p:sp>
          <p:nvSpPr>
            <p:cNvPr id="160" name="Rectangle 373">
              <a:extLst>
                <a:ext uri="{FF2B5EF4-FFF2-40B4-BE49-F238E27FC236}">
                  <a16:creationId xmlns:a16="http://schemas.microsoft.com/office/drawing/2014/main" id="{BEFF1240-959C-C775-BDB5-4947EF6B8B4A}"/>
                </a:ext>
              </a:extLst>
            </p:cNvPr>
            <p:cNvSpPr/>
            <p:nvPr/>
          </p:nvSpPr>
          <p:spPr>
            <a:xfrm flipH="1">
              <a:off x="5296175" y="2306012"/>
              <a:ext cx="1781442" cy="56688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mGluR4 NAM – Imp in BPD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Global AB</a:t>
              </a:r>
            </a:p>
          </p:txBody>
        </p:sp>
        <p:sp>
          <p:nvSpPr>
            <p:cNvPr id="161" name="Arrow: Right 53">
              <a:extLst>
                <a:ext uri="{FF2B5EF4-FFF2-40B4-BE49-F238E27FC236}">
                  <a16:creationId xmlns:a16="http://schemas.microsoft.com/office/drawing/2014/main" id="{EEFAEB67-63CF-BEFE-6F9F-6F5E402B3979}"/>
                </a:ext>
              </a:extLst>
            </p:cNvPr>
            <p:cNvSpPr/>
            <p:nvPr/>
          </p:nvSpPr>
          <p:spPr>
            <a:xfrm flipH="1">
              <a:off x="5196129" y="2531662"/>
              <a:ext cx="108000" cy="108000"/>
            </a:xfrm>
            <a:prstGeom prst="rect">
              <a:avLst/>
            </a:prstGeom>
            <a:solidFill>
              <a:srgbClr val="80008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grpSp>
        <p:nvGrpSpPr>
          <p:cNvPr id="168" name="Group 167">
            <a:extLst>
              <a:ext uri="{FF2B5EF4-FFF2-40B4-BE49-F238E27FC236}">
                <a16:creationId xmlns:a16="http://schemas.microsoft.com/office/drawing/2014/main" id="{1BDB3254-575C-B474-EFEF-67696FFA4AA2}"/>
              </a:ext>
            </a:extLst>
          </p:cNvPr>
          <p:cNvGrpSpPr/>
          <p:nvPr/>
        </p:nvGrpSpPr>
        <p:grpSpPr>
          <a:xfrm>
            <a:off x="6089848" y="1331633"/>
            <a:ext cx="1891013" cy="747131"/>
            <a:chOff x="5186604" y="1900497"/>
            <a:chExt cx="1891013" cy="747131"/>
          </a:xfrm>
        </p:grpSpPr>
        <p:cxnSp>
          <p:nvCxnSpPr>
            <p:cNvPr id="169" name="Straight Connector 168">
              <a:extLst>
                <a:ext uri="{FF2B5EF4-FFF2-40B4-BE49-F238E27FC236}">
                  <a16:creationId xmlns:a16="http://schemas.microsoft.com/office/drawing/2014/main" id="{7D7AC640-B08D-F235-DFEF-59CB18BDB192}"/>
                </a:ext>
              </a:extLst>
            </p:cNvPr>
            <p:cNvCxnSpPr>
              <a:cxnSpLocks/>
              <a:stCxn id="147" idx="3"/>
              <a:endCxn id="171" idx="3"/>
            </p:cNvCxnSpPr>
            <p:nvPr/>
          </p:nvCxnSpPr>
          <p:spPr>
            <a:xfrm flipV="1">
              <a:off x="5186604" y="2180147"/>
              <a:ext cx="0" cy="467481"/>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70" name="Rectangle 373">
              <a:extLst>
                <a:ext uri="{FF2B5EF4-FFF2-40B4-BE49-F238E27FC236}">
                  <a16:creationId xmlns:a16="http://schemas.microsoft.com/office/drawing/2014/main" id="{61B3F309-5DC4-11D8-BC52-8C2F5F032411}"/>
                </a:ext>
              </a:extLst>
            </p:cNvPr>
            <p:cNvSpPr/>
            <p:nvPr/>
          </p:nvSpPr>
          <p:spPr>
            <a:xfrm flipH="1">
              <a:off x="5296175" y="1900497"/>
              <a:ext cx="1781442" cy="56688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mGluR4 NAM – Imp in BPD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CoA prototype (FDA)</a:t>
              </a:r>
            </a:p>
          </p:txBody>
        </p:sp>
        <p:sp>
          <p:nvSpPr>
            <p:cNvPr id="171" name="Arrow: Right 53">
              <a:extLst>
                <a:ext uri="{FF2B5EF4-FFF2-40B4-BE49-F238E27FC236}">
                  <a16:creationId xmlns:a16="http://schemas.microsoft.com/office/drawing/2014/main" id="{0BC8C79D-8989-C75D-327C-5F1964A944F7}"/>
                </a:ext>
              </a:extLst>
            </p:cNvPr>
            <p:cNvSpPr/>
            <p:nvPr/>
          </p:nvSpPr>
          <p:spPr>
            <a:xfrm flipH="1">
              <a:off x="5186604" y="2126147"/>
              <a:ext cx="108000" cy="108000"/>
            </a:xfrm>
            <a:prstGeom prst="rect">
              <a:avLst/>
            </a:prstGeom>
            <a:solidFill>
              <a:srgbClr val="80008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grpSp>
        <p:nvGrpSpPr>
          <p:cNvPr id="173" name="Group 172">
            <a:extLst>
              <a:ext uri="{FF2B5EF4-FFF2-40B4-BE49-F238E27FC236}">
                <a16:creationId xmlns:a16="http://schemas.microsoft.com/office/drawing/2014/main" id="{77971082-D497-DB59-93E7-F886A1CC4875}"/>
              </a:ext>
            </a:extLst>
          </p:cNvPr>
          <p:cNvGrpSpPr/>
          <p:nvPr/>
        </p:nvGrpSpPr>
        <p:grpSpPr>
          <a:xfrm>
            <a:off x="5268226" y="3429000"/>
            <a:ext cx="2507719" cy="981870"/>
            <a:chOff x="5186604" y="1644532"/>
            <a:chExt cx="2507719" cy="981870"/>
          </a:xfrm>
        </p:grpSpPr>
        <p:cxnSp>
          <p:nvCxnSpPr>
            <p:cNvPr id="174" name="Straight Connector 173">
              <a:extLst>
                <a:ext uri="{FF2B5EF4-FFF2-40B4-BE49-F238E27FC236}">
                  <a16:creationId xmlns:a16="http://schemas.microsoft.com/office/drawing/2014/main" id="{92B0D05A-2CFD-720F-78F0-CED6E8EE40A2}"/>
                </a:ext>
              </a:extLst>
            </p:cNvPr>
            <p:cNvCxnSpPr>
              <a:cxnSpLocks/>
              <a:endCxn id="179" idx="3"/>
            </p:cNvCxnSpPr>
            <p:nvPr/>
          </p:nvCxnSpPr>
          <p:spPr>
            <a:xfrm>
              <a:off x="5186604" y="1644532"/>
              <a:ext cx="0" cy="694640"/>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75" name="Rectangle 373">
              <a:extLst>
                <a:ext uri="{FF2B5EF4-FFF2-40B4-BE49-F238E27FC236}">
                  <a16:creationId xmlns:a16="http://schemas.microsoft.com/office/drawing/2014/main" id="{2CB46377-CCAA-F005-3F69-A9B77588CC00}"/>
                </a:ext>
              </a:extLst>
            </p:cNvPr>
            <p:cNvSpPr/>
            <p:nvPr/>
          </p:nvSpPr>
          <p:spPr>
            <a:xfrm flipH="1">
              <a:off x="5296175" y="2059522"/>
              <a:ext cx="2398148" cy="56688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mGluR4 NAM – Imp in BPD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Ph2a PoC China Integration Strategy</a:t>
              </a:r>
            </a:p>
          </p:txBody>
        </p:sp>
        <p:sp>
          <p:nvSpPr>
            <p:cNvPr id="179" name="Arrow: Right 53">
              <a:extLst>
                <a:ext uri="{FF2B5EF4-FFF2-40B4-BE49-F238E27FC236}">
                  <a16:creationId xmlns:a16="http://schemas.microsoft.com/office/drawing/2014/main" id="{ED623A58-72BC-5C14-3C07-292A521EB800}"/>
                </a:ext>
              </a:extLst>
            </p:cNvPr>
            <p:cNvSpPr/>
            <p:nvPr/>
          </p:nvSpPr>
          <p:spPr>
            <a:xfrm flipH="1">
              <a:off x="5186604" y="2285172"/>
              <a:ext cx="108000" cy="108000"/>
            </a:xfrm>
            <a:prstGeom prst="rect">
              <a:avLst/>
            </a:prstGeom>
            <a:solidFill>
              <a:srgbClr val="80008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grpSp>
        <p:nvGrpSpPr>
          <p:cNvPr id="181" name="Group 180">
            <a:extLst>
              <a:ext uri="{FF2B5EF4-FFF2-40B4-BE49-F238E27FC236}">
                <a16:creationId xmlns:a16="http://schemas.microsoft.com/office/drawing/2014/main" id="{7EAADDE7-82C7-180E-E6B7-F5CE50853F7B}"/>
              </a:ext>
            </a:extLst>
          </p:cNvPr>
          <p:cNvGrpSpPr/>
          <p:nvPr/>
        </p:nvGrpSpPr>
        <p:grpSpPr>
          <a:xfrm>
            <a:off x="6580343" y="3737564"/>
            <a:ext cx="1891013" cy="981870"/>
            <a:chOff x="5186604" y="1644532"/>
            <a:chExt cx="1891013" cy="981870"/>
          </a:xfrm>
        </p:grpSpPr>
        <p:cxnSp>
          <p:nvCxnSpPr>
            <p:cNvPr id="182" name="Straight Connector 181">
              <a:extLst>
                <a:ext uri="{FF2B5EF4-FFF2-40B4-BE49-F238E27FC236}">
                  <a16:creationId xmlns:a16="http://schemas.microsoft.com/office/drawing/2014/main" id="{132C819B-8C58-3DC3-0731-85A1F22403BC}"/>
                </a:ext>
              </a:extLst>
            </p:cNvPr>
            <p:cNvCxnSpPr>
              <a:cxnSpLocks/>
              <a:endCxn id="184" idx="3"/>
            </p:cNvCxnSpPr>
            <p:nvPr/>
          </p:nvCxnSpPr>
          <p:spPr>
            <a:xfrm>
              <a:off x="5186604" y="1644532"/>
              <a:ext cx="0" cy="694640"/>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83" name="Rectangle 373">
              <a:extLst>
                <a:ext uri="{FF2B5EF4-FFF2-40B4-BE49-F238E27FC236}">
                  <a16:creationId xmlns:a16="http://schemas.microsoft.com/office/drawing/2014/main" id="{5138C7C2-9F1D-C0B3-6D04-DE93B76AAFFD}"/>
                </a:ext>
              </a:extLst>
            </p:cNvPr>
            <p:cNvSpPr/>
            <p:nvPr/>
          </p:nvSpPr>
          <p:spPr>
            <a:xfrm flipH="1">
              <a:off x="5296175" y="2059522"/>
              <a:ext cx="1781442" cy="56688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mGluR4 NAM – Imp in BPD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CoA China Bridging Strategy</a:t>
              </a:r>
            </a:p>
          </p:txBody>
        </p:sp>
        <p:sp>
          <p:nvSpPr>
            <p:cNvPr id="184" name="Arrow: Right 53">
              <a:extLst>
                <a:ext uri="{FF2B5EF4-FFF2-40B4-BE49-F238E27FC236}">
                  <a16:creationId xmlns:a16="http://schemas.microsoft.com/office/drawing/2014/main" id="{725BE62B-EC35-E3C8-7F06-F9BF45AC8810}"/>
                </a:ext>
              </a:extLst>
            </p:cNvPr>
            <p:cNvSpPr/>
            <p:nvPr/>
          </p:nvSpPr>
          <p:spPr>
            <a:xfrm flipH="1">
              <a:off x="5186604" y="2285172"/>
              <a:ext cx="108000" cy="108000"/>
            </a:xfrm>
            <a:prstGeom prst="rect">
              <a:avLst/>
            </a:prstGeom>
            <a:solidFill>
              <a:srgbClr val="80008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grpSp>
        <p:nvGrpSpPr>
          <p:cNvPr id="196" name="Group 195">
            <a:extLst>
              <a:ext uri="{FF2B5EF4-FFF2-40B4-BE49-F238E27FC236}">
                <a16:creationId xmlns:a16="http://schemas.microsoft.com/office/drawing/2014/main" id="{EA9676D2-40F0-C51E-A80D-E2A5D60B5012}"/>
              </a:ext>
            </a:extLst>
          </p:cNvPr>
          <p:cNvGrpSpPr/>
          <p:nvPr/>
        </p:nvGrpSpPr>
        <p:grpSpPr>
          <a:xfrm>
            <a:off x="5935295" y="2444202"/>
            <a:ext cx="1437055" cy="989464"/>
            <a:chOff x="11545403" y="2399660"/>
            <a:chExt cx="1437055" cy="989464"/>
          </a:xfrm>
        </p:grpSpPr>
        <p:grpSp>
          <p:nvGrpSpPr>
            <p:cNvPr id="197" name="Group 196">
              <a:extLst>
                <a:ext uri="{FF2B5EF4-FFF2-40B4-BE49-F238E27FC236}">
                  <a16:creationId xmlns:a16="http://schemas.microsoft.com/office/drawing/2014/main" id="{B2DE1EA5-53B4-4864-1E60-8628A761A760}"/>
                </a:ext>
              </a:extLst>
            </p:cNvPr>
            <p:cNvGrpSpPr/>
            <p:nvPr/>
          </p:nvGrpSpPr>
          <p:grpSpPr>
            <a:xfrm>
              <a:off x="11697337" y="2399660"/>
              <a:ext cx="1285121" cy="665464"/>
              <a:chOff x="3758195" y="1674486"/>
              <a:chExt cx="1285121" cy="665464"/>
            </a:xfrm>
          </p:grpSpPr>
          <p:sp>
            <p:nvSpPr>
              <p:cNvPr id="201" name="Rectangle 373">
                <a:extLst>
                  <a:ext uri="{FF2B5EF4-FFF2-40B4-BE49-F238E27FC236}">
                    <a16:creationId xmlns:a16="http://schemas.microsoft.com/office/drawing/2014/main" id="{AD30C294-06E2-F08A-A82A-071136804D9B}"/>
                  </a:ext>
                </a:extLst>
              </p:cNvPr>
              <p:cNvSpPr/>
              <p:nvPr/>
            </p:nvSpPr>
            <p:spPr>
              <a:xfrm flipH="1">
                <a:off x="3850794" y="1674486"/>
                <a:ext cx="1192522" cy="274320"/>
              </a:xfrm>
              <a:prstGeom prst="rect">
                <a:avLst/>
              </a:prstGeom>
              <a:solidFill>
                <a:schemeClr val="bg1"/>
              </a:solid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ctr" latinLnBrk="0" hangingPunct="1">
                  <a:lnSpc>
                    <a:spcPct val="110000"/>
                  </a:lnSpc>
                  <a:spcBef>
                    <a:spcPts val="0"/>
                  </a:spcBef>
                  <a:spcAft>
                    <a:spcPts val="0"/>
                  </a:spcAft>
                  <a:buClrTx/>
                  <a:buSzTx/>
                  <a:buFontTx/>
                  <a:buNone/>
                  <a:tabLst/>
                  <a:defRPr/>
                </a:pPr>
                <a:r>
                  <a:rPr kumimoji="0" lang="en-US" altLang="zh-CN" sz="1000" b="0" i="0" u="none" strike="noStrike" kern="1200" cap="none" spc="0" normalizeH="0" baseline="0" noProof="0" err="1">
                    <a:ln>
                      <a:noFill/>
                    </a:ln>
                    <a:solidFill>
                      <a:prstClr val="white">
                        <a:lumMod val="50000"/>
                      </a:prstClr>
                    </a:solidFill>
                    <a:effectLst/>
                    <a:uLnTx/>
                    <a:uFillTx/>
                    <a:latin typeface="Boehringer Forward Text"/>
                    <a:ea typeface="+mn-ea"/>
                    <a:cs typeface="+mn-cs"/>
                  </a:rPr>
                  <a:t>Delicado</a:t>
                </a:r>
                <a:r>
                  <a:rPr kumimoji="0" lang="en-US" altLang="zh-CN" sz="1000" b="0" i="0" u="none" strike="noStrike" kern="1200" cap="none" spc="0" normalizeH="0" baseline="0" noProof="0">
                    <a:ln>
                      <a:noFill/>
                    </a:ln>
                    <a:solidFill>
                      <a:prstClr val="white">
                        <a:lumMod val="50000"/>
                      </a:prstClr>
                    </a:solidFill>
                    <a:effectLst/>
                    <a:uLnTx/>
                    <a:uFillTx/>
                    <a:latin typeface="Boehringer Forward Text"/>
                    <a:ea typeface="+mn-ea"/>
                    <a:cs typeface="+mn-cs"/>
                  </a:rPr>
                  <a:t> – SZ </a:t>
                </a:r>
                <a:r>
                  <a:rPr kumimoji="0" lang="en-US" altLang="zh-CN" sz="1000" b="0" i="0" u="none" strike="noStrike" kern="1200" cap="none" spc="0" normalizeH="0" baseline="0" noProof="0" err="1">
                    <a:ln>
                      <a:noFill/>
                    </a:ln>
                    <a:solidFill>
                      <a:prstClr val="white">
                        <a:lumMod val="50000"/>
                      </a:prstClr>
                    </a:solidFill>
                    <a:effectLst/>
                    <a:uLnTx/>
                    <a:uFillTx/>
                    <a:latin typeface="Boehringer Forward Text"/>
                    <a:ea typeface="+mn-ea"/>
                    <a:cs typeface="+mn-cs"/>
                  </a:rPr>
                  <a:t>SoD</a:t>
                </a:r>
                <a:endParaRPr kumimoji="0" lang="en-US" altLang="zh-CN" sz="1000" b="0" i="0" u="none" strike="noStrike" kern="1200" cap="none" spc="0" normalizeH="0" baseline="0" noProof="0">
                  <a:ln>
                    <a:noFill/>
                  </a:ln>
                  <a:solidFill>
                    <a:prstClr val="white">
                      <a:lumMod val="50000"/>
                    </a:prstClr>
                  </a:solidFill>
                  <a:effectLst/>
                  <a:uLnTx/>
                  <a:uFillTx/>
                  <a:latin typeface="Boehringer Forward Text"/>
                  <a:ea typeface="+mn-ea"/>
                  <a:cs typeface="+mn-cs"/>
                </a:endParaRPr>
              </a:p>
            </p:txBody>
          </p:sp>
          <p:sp>
            <p:nvSpPr>
              <p:cNvPr id="202" name="Arrow: Right 53">
                <a:extLst>
                  <a:ext uri="{FF2B5EF4-FFF2-40B4-BE49-F238E27FC236}">
                    <a16:creationId xmlns:a16="http://schemas.microsoft.com/office/drawing/2014/main" id="{8D05D377-2F30-F1E8-F8EC-69002BCC526B}"/>
                  </a:ext>
                </a:extLst>
              </p:cNvPr>
              <p:cNvSpPr/>
              <p:nvPr/>
            </p:nvSpPr>
            <p:spPr>
              <a:xfrm flipH="1">
                <a:off x="3758195" y="1755553"/>
                <a:ext cx="108000" cy="108000"/>
              </a:xfrm>
              <a:prstGeom prst="rect">
                <a:avLst/>
              </a:prstGeom>
              <a:solidFill>
                <a:schemeClr val="bg1">
                  <a:lumMod val="8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cxnSp>
            <p:nvCxnSpPr>
              <p:cNvPr id="203" name="Straight Connector 411">
                <a:extLst>
                  <a:ext uri="{FF2B5EF4-FFF2-40B4-BE49-F238E27FC236}">
                    <a16:creationId xmlns:a16="http://schemas.microsoft.com/office/drawing/2014/main" id="{010FFBB0-BA00-34BE-CAB6-1C75D70D6C13}"/>
                  </a:ext>
                </a:extLst>
              </p:cNvPr>
              <p:cNvCxnSpPr>
                <a:cxnSpLocks/>
                <a:stCxn id="202" idx="3"/>
                <a:endCxn id="198" idx="0"/>
              </p:cNvCxnSpPr>
              <p:nvPr/>
            </p:nvCxnSpPr>
            <p:spPr>
              <a:xfrm>
                <a:off x="3758195" y="1809553"/>
                <a:ext cx="10066" cy="530397"/>
              </a:xfrm>
              <a:prstGeom prst="straightConnector1">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sp>
          <p:nvSpPr>
            <p:cNvPr id="198" name="Oval 197">
              <a:extLst>
                <a:ext uri="{FF2B5EF4-FFF2-40B4-BE49-F238E27FC236}">
                  <a16:creationId xmlns:a16="http://schemas.microsoft.com/office/drawing/2014/main" id="{7775A02B-879B-F4B3-82E9-1B10D89E81C0}"/>
                </a:ext>
              </a:extLst>
            </p:cNvPr>
            <p:cNvSpPr/>
            <p:nvPr/>
          </p:nvSpPr>
          <p:spPr>
            <a:xfrm>
              <a:off x="11545403" y="306512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99" name="Oval 198">
              <a:extLst>
                <a:ext uri="{FF2B5EF4-FFF2-40B4-BE49-F238E27FC236}">
                  <a16:creationId xmlns:a16="http://schemas.microsoft.com/office/drawing/2014/main" id="{7FBB4557-8F20-5BDD-5F8F-A509CCF9CF27}"/>
                </a:ext>
              </a:extLst>
            </p:cNvPr>
            <p:cNvSpPr/>
            <p:nvPr/>
          </p:nvSpPr>
          <p:spPr>
            <a:xfrm>
              <a:off x="11608403" y="312812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200" name="Graphic 199" descr="Diamond with solid fill">
              <a:extLst>
                <a:ext uri="{FF2B5EF4-FFF2-40B4-BE49-F238E27FC236}">
                  <a16:creationId xmlns:a16="http://schemas.microsoft.com/office/drawing/2014/main" id="{1AF19FDB-9AEA-4E25-E3CB-A11FB0D1DB25}"/>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628246" y="3147967"/>
              <a:ext cx="158314" cy="158314"/>
            </a:xfrm>
            <a:prstGeom prst="rect">
              <a:avLst/>
            </a:prstGeom>
          </p:spPr>
        </p:pic>
      </p:grpSp>
      <p:grpSp>
        <p:nvGrpSpPr>
          <p:cNvPr id="204" name="Group 203">
            <a:extLst>
              <a:ext uri="{FF2B5EF4-FFF2-40B4-BE49-F238E27FC236}">
                <a16:creationId xmlns:a16="http://schemas.microsoft.com/office/drawing/2014/main" id="{0C9A0983-56A6-6960-4812-201E3C7579AB}"/>
              </a:ext>
            </a:extLst>
          </p:cNvPr>
          <p:cNvGrpSpPr/>
          <p:nvPr/>
        </p:nvGrpSpPr>
        <p:grpSpPr>
          <a:xfrm>
            <a:off x="9944099" y="3729901"/>
            <a:ext cx="1769566" cy="1444899"/>
            <a:chOff x="3410738" y="1667278"/>
            <a:chExt cx="1769566" cy="1444899"/>
          </a:xfrm>
        </p:grpSpPr>
        <p:cxnSp>
          <p:nvCxnSpPr>
            <p:cNvPr id="205" name="Straight Connector 204">
              <a:extLst>
                <a:ext uri="{FF2B5EF4-FFF2-40B4-BE49-F238E27FC236}">
                  <a16:creationId xmlns:a16="http://schemas.microsoft.com/office/drawing/2014/main" id="{7E885DD0-C620-FACA-B3DD-1B191C1A3B62}"/>
                </a:ext>
              </a:extLst>
            </p:cNvPr>
            <p:cNvCxnSpPr>
              <a:cxnSpLocks/>
              <a:endCxn id="207" idx="1"/>
            </p:cNvCxnSpPr>
            <p:nvPr/>
          </p:nvCxnSpPr>
          <p:spPr>
            <a:xfrm>
              <a:off x="5176671" y="1667278"/>
              <a:ext cx="3633" cy="1157669"/>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06" name="Rectangle 373">
              <a:extLst>
                <a:ext uri="{FF2B5EF4-FFF2-40B4-BE49-F238E27FC236}">
                  <a16:creationId xmlns:a16="http://schemas.microsoft.com/office/drawing/2014/main" id="{34B348BF-13E5-410C-6534-10C19425D8B4}"/>
                </a:ext>
              </a:extLst>
            </p:cNvPr>
            <p:cNvSpPr/>
            <p:nvPr/>
          </p:nvSpPr>
          <p:spPr>
            <a:xfrm flipH="1">
              <a:off x="3410738" y="2545297"/>
              <a:ext cx="1677535" cy="56688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mGluR4 NAM – Imp in BPD</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China NAB</a:t>
              </a:r>
            </a:p>
          </p:txBody>
        </p:sp>
        <p:sp>
          <p:nvSpPr>
            <p:cNvPr id="207" name="Arrow: Right 53">
              <a:extLst>
                <a:ext uri="{FF2B5EF4-FFF2-40B4-BE49-F238E27FC236}">
                  <a16:creationId xmlns:a16="http://schemas.microsoft.com/office/drawing/2014/main" id="{264ADF72-3D5C-7CD0-D66D-D1D0A3B3A4C0}"/>
                </a:ext>
              </a:extLst>
            </p:cNvPr>
            <p:cNvSpPr/>
            <p:nvPr/>
          </p:nvSpPr>
          <p:spPr>
            <a:xfrm flipH="1">
              <a:off x="5072304" y="2770947"/>
              <a:ext cx="108000" cy="108000"/>
            </a:xfrm>
            <a:prstGeom prst="rect">
              <a:avLst/>
            </a:prstGeom>
            <a:solidFill>
              <a:srgbClr val="80008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grpSp>
        <p:nvGrpSpPr>
          <p:cNvPr id="330" name="Group 329">
            <a:extLst>
              <a:ext uri="{FF2B5EF4-FFF2-40B4-BE49-F238E27FC236}">
                <a16:creationId xmlns:a16="http://schemas.microsoft.com/office/drawing/2014/main" id="{F1E0A65B-13B9-11A4-495D-AA13114EE073}"/>
              </a:ext>
            </a:extLst>
          </p:cNvPr>
          <p:cNvGrpSpPr/>
          <p:nvPr/>
        </p:nvGrpSpPr>
        <p:grpSpPr>
          <a:xfrm>
            <a:off x="4134675" y="2477412"/>
            <a:ext cx="1319066" cy="951588"/>
            <a:chOff x="4458770" y="2448668"/>
            <a:chExt cx="1319066" cy="951588"/>
          </a:xfrm>
        </p:grpSpPr>
        <p:grpSp>
          <p:nvGrpSpPr>
            <p:cNvPr id="331" name="Group 343">
              <a:extLst>
                <a:ext uri="{FF2B5EF4-FFF2-40B4-BE49-F238E27FC236}">
                  <a16:creationId xmlns:a16="http://schemas.microsoft.com/office/drawing/2014/main" id="{C2D22D7A-926D-F71B-CED6-3A632E50EF67}"/>
                </a:ext>
              </a:extLst>
            </p:cNvPr>
            <p:cNvGrpSpPr/>
            <p:nvPr/>
          </p:nvGrpSpPr>
          <p:grpSpPr>
            <a:xfrm>
              <a:off x="5453836" y="3076256"/>
              <a:ext cx="324000" cy="324000"/>
              <a:chOff x="5311199" y="2962865"/>
              <a:chExt cx="324000" cy="324000"/>
            </a:xfrm>
          </p:grpSpPr>
          <p:sp>
            <p:nvSpPr>
              <p:cNvPr id="335" name="Oval 344">
                <a:extLst>
                  <a:ext uri="{FF2B5EF4-FFF2-40B4-BE49-F238E27FC236}">
                    <a16:creationId xmlns:a16="http://schemas.microsoft.com/office/drawing/2014/main" id="{597832A3-FC84-ECD1-430F-B284F8FE014A}"/>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336" name="Group 348">
                <a:extLst>
                  <a:ext uri="{FF2B5EF4-FFF2-40B4-BE49-F238E27FC236}">
                    <a16:creationId xmlns:a16="http://schemas.microsoft.com/office/drawing/2014/main" id="{7D0F0A52-7786-C625-D6DE-9AA78D280DE1}"/>
                  </a:ext>
                </a:extLst>
              </p:cNvPr>
              <p:cNvGrpSpPr/>
              <p:nvPr/>
            </p:nvGrpSpPr>
            <p:grpSpPr>
              <a:xfrm>
                <a:off x="5373950" y="3024278"/>
                <a:ext cx="198000" cy="198000"/>
                <a:chOff x="5411047" y="3113464"/>
                <a:chExt cx="198000" cy="198000"/>
              </a:xfrm>
            </p:grpSpPr>
            <p:sp>
              <p:nvSpPr>
                <p:cNvPr id="337" name="Oval 349">
                  <a:extLst>
                    <a:ext uri="{FF2B5EF4-FFF2-40B4-BE49-F238E27FC236}">
                      <a16:creationId xmlns:a16="http://schemas.microsoft.com/office/drawing/2014/main" id="{2AA995D5-55AC-9B8F-AD4C-85895E3C0B4C}"/>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338" name="Graphic 350" descr="Play outline">
                  <a:extLst>
                    <a:ext uri="{FF2B5EF4-FFF2-40B4-BE49-F238E27FC236}">
                      <a16:creationId xmlns:a16="http://schemas.microsoft.com/office/drawing/2014/main" id="{C440ADCC-0B32-9C23-8F4F-773A3804A390}"/>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445462" y="3137223"/>
                  <a:ext cx="158314" cy="158314"/>
                </a:xfrm>
                <a:prstGeom prst="rect">
                  <a:avLst/>
                </a:prstGeom>
              </p:spPr>
            </p:pic>
          </p:grpSp>
        </p:grpSp>
        <p:cxnSp>
          <p:nvCxnSpPr>
            <p:cNvPr id="332" name="Straight Connector 331">
              <a:extLst>
                <a:ext uri="{FF2B5EF4-FFF2-40B4-BE49-F238E27FC236}">
                  <a16:creationId xmlns:a16="http://schemas.microsoft.com/office/drawing/2014/main" id="{AD00B259-5005-E937-C906-0F678FDE5D8A}"/>
                </a:ext>
              </a:extLst>
            </p:cNvPr>
            <p:cNvCxnSpPr>
              <a:cxnSpLocks/>
              <a:stCxn id="335" idx="0"/>
              <a:endCxn id="333" idx="1"/>
            </p:cNvCxnSpPr>
            <p:nvPr/>
          </p:nvCxnSpPr>
          <p:spPr>
            <a:xfrm flipH="1" flipV="1">
              <a:off x="5615518" y="2558300"/>
              <a:ext cx="318" cy="517956"/>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333" name="Arrow: Right 53">
              <a:extLst>
                <a:ext uri="{FF2B5EF4-FFF2-40B4-BE49-F238E27FC236}">
                  <a16:creationId xmlns:a16="http://schemas.microsoft.com/office/drawing/2014/main" id="{5AE1DB72-ADC3-F583-E80E-DE683A42539C}"/>
                </a:ext>
              </a:extLst>
            </p:cNvPr>
            <p:cNvSpPr/>
            <p:nvPr/>
          </p:nvSpPr>
          <p:spPr>
            <a:xfrm flipH="1">
              <a:off x="5507518" y="2504300"/>
              <a:ext cx="108000" cy="108000"/>
            </a:xfrm>
            <a:prstGeom prst="rect">
              <a:avLst/>
            </a:prstGeom>
            <a:solidFill>
              <a:srgbClr val="00519F"/>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334" name="Rectangle 373">
              <a:extLst>
                <a:ext uri="{FF2B5EF4-FFF2-40B4-BE49-F238E27FC236}">
                  <a16:creationId xmlns:a16="http://schemas.microsoft.com/office/drawing/2014/main" id="{5619CD59-9D1B-98A3-9147-C27CF3B03036}"/>
                </a:ext>
              </a:extLst>
            </p:cNvPr>
            <p:cNvSpPr/>
            <p:nvPr/>
          </p:nvSpPr>
          <p:spPr>
            <a:xfrm flipH="1">
              <a:off x="4458770" y="2448668"/>
              <a:ext cx="1015050" cy="365760"/>
            </a:xfrm>
            <a:prstGeom prst="rect">
              <a:avLst/>
            </a:prstGeom>
            <a:solidFill>
              <a:schemeClr val="bg1"/>
            </a:solid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mGluR4 NAM –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Imp in BPD</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CoA </a:t>
              </a:r>
              <a:r>
                <a:rPr kumimoji="0" lang="en-US" altLang="zh-CN" sz="1000" b="0" i="0" u="none" strike="noStrike" kern="1200" cap="none" spc="0" normalizeH="0" baseline="0" noProof="0" err="1">
                  <a:ln>
                    <a:noFill/>
                  </a:ln>
                  <a:solidFill>
                    <a:srgbClr val="002060"/>
                  </a:solidFill>
                  <a:effectLst/>
                  <a:uLnTx/>
                  <a:uFillTx/>
                  <a:latin typeface="Boehringer Forward Text"/>
                  <a:ea typeface="+mn-ea"/>
                  <a:cs typeface="+mn-cs"/>
                </a:rPr>
                <a:t>Obs</a:t>
              </a: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 FPI</a:t>
              </a:r>
            </a:p>
          </p:txBody>
        </p:sp>
      </p:grpSp>
      <p:grpSp>
        <p:nvGrpSpPr>
          <p:cNvPr id="4" name="Group 3">
            <a:extLst>
              <a:ext uri="{FF2B5EF4-FFF2-40B4-BE49-F238E27FC236}">
                <a16:creationId xmlns:a16="http://schemas.microsoft.com/office/drawing/2014/main" id="{07CC330F-D334-798A-9666-82F93FC18076}"/>
              </a:ext>
            </a:extLst>
          </p:cNvPr>
          <p:cNvGrpSpPr/>
          <p:nvPr/>
        </p:nvGrpSpPr>
        <p:grpSpPr>
          <a:xfrm>
            <a:off x="1647292" y="3625850"/>
            <a:ext cx="2594507" cy="1543756"/>
            <a:chOff x="5186604" y="1552546"/>
            <a:chExt cx="2594507" cy="1543756"/>
          </a:xfrm>
        </p:grpSpPr>
        <p:cxnSp>
          <p:nvCxnSpPr>
            <p:cNvPr id="5" name="Straight Connector 4">
              <a:extLst>
                <a:ext uri="{FF2B5EF4-FFF2-40B4-BE49-F238E27FC236}">
                  <a16:creationId xmlns:a16="http://schemas.microsoft.com/office/drawing/2014/main" id="{7ECE338E-C82B-1A36-7362-DE22F11860E3}"/>
                </a:ext>
              </a:extLst>
            </p:cNvPr>
            <p:cNvCxnSpPr>
              <a:cxnSpLocks/>
              <a:endCxn id="10" idx="3"/>
            </p:cNvCxnSpPr>
            <p:nvPr/>
          </p:nvCxnSpPr>
          <p:spPr>
            <a:xfrm>
              <a:off x="5186604" y="1552546"/>
              <a:ext cx="0" cy="1256526"/>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7" name="Rectangle 373">
              <a:extLst>
                <a:ext uri="{FF2B5EF4-FFF2-40B4-BE49-F238E27FC236}">
                  <a16:creationId xmlns:a16="http://schemas.microsoft.com/office/drawing/2014/main" id="{34DA43DD-8427-0AFE-A7ED-0E50A7BCE407}"/>
                </a:ext>
              </a:extLst>
            </p:cNvPr>
            <p:cNvSpPr/>
            <p:nvPr/>
          </p:nvSpPr>
          <p:spPr>
            <a:xfrm flipH="1">
              <a:off x="5296174" y="2529422"/>
              <a:ext cx="2484937" cy="566880"/>
            </a:xfrm>
            <a:prstGeom prst="rect">
              <a:avLst/>
            </a:prstGeom>
            <a:solidFill>
              <a:schemeClr val="tx2">
                <a:lumMod val="20000"/>
                <a:lumOff val="80000"/>
              </a:schemeClr>
            </a:solidFill>
            <a:ln w="12700">
              <a:solidFill>
                <a:schemeClr val="bg1"/>
              </a:solid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Introduction of China Overview in Global ExpMED N&amp;MH Community Forum </a:t>
              </a:r>
            </a:p>
          </p:txBody>
        </p:sp>
        <p:sp>
          <p:nvSpPr>
            <p:cNvPr id="10" name="Arrow: Right 53">
              <a:extLst>
                <a:ext uri="{FF2B5EF4-FFF2-40B4-BE49-F238E27FC236}">
                  <a16:creationId xmlns:a16="http://schemas.microsoft.com/office/drawing/2014/main" id="{3D8E3CE8-BD4B-6A2B-53C3-8812950B8D8A}"/>
                </a:ext>
              </a:extLst>
            </p:cNvPr>
            <p:cNvSpPr/>
            <p:nvPr/>
          </p:nvSpPr>
          <p:spPr>
            <a:xfrm flipH="1">
              <a:off x="5186604" y="2755072"/>
              <a:ext cx="108000" cy="108000"/>
            </a:xfrm>
            <a:prstGeom prst="rect">
              <a:avLst/>
            </a:prstGeom>
            <a:solidFill>
              <a:srgbClr val="80008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grpSp>
        <p:nvGrpSpPr>
          <p:cNvPr id="11" name="Group 10">
            <a:extLst>
              <a:ext uri="{FF2B5EF4-FFF2-40B4-BE49-F238E27FC236}">
                <a16:creationId xmlns:a16="http://schemas.microsoft.com/office/drawing/2014/main" id="{3A1251D7-9ECD-EC0C-0967-E0B38966E2F6}"/>
              </a:ext>
            </a:extLst>
          </p:cNvPr>
          <p:cNvGrpSpPr/>
          <p:nvPr/>
        </p:nvGrpSpPr>
        <p:grpSpPr>
          <a:xfrm>
            <a:off x="2284135" y="3306275"/>
            <a:ext cx="2527384" cy="978441"/>
            <a:chOff x="5186604" y="1418391"/>
            <a:chExt cx="2527384" cy="978441"/>
          </a:xfrm>
        </p:grpSpPr>
        <p:cxnSp>
          <p:nvCxnSpPr>
            <p:cNvPr id="12" name="Straight Connector 11">
              <a:extLst>
                <a:ext uri="{FF2B5EF4-FFF2-40B4-BE49-F238E27FC236}">
                  <a16:creationId xmlns:a16="http://schemas.microsoft.com/office/drawing/2014/main" id="{8B66757B-3E01-16CF-5E82-0321F1FC2FA1}"/>
                </a:ext>
              </a:extLst>
            </p:cNvPr>
            <p:cNvCxnSpPr>
              <a:cxnSpLocks/>
              <a:endCxn id="14" idx="3"/>
            </p:cNvCxnSpPr>
            <p:nvPr/>
          </p:nvCxnSpPr>
          <p:spPr>
            <a:xfrm>
              <a:off x="5186604" y="1418391"/>
              <a:ext cx="0" cy="694640"/>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3" name="Rectangle 373">
              <a:extLst>
                <a:ext uri="{FF2B5EF4-FFF2-40B4-BE49-F238E27FC236}">
                  <a16:creationId xmlns:a16="http://schemas.microsoft.com/office/drawing/2014/main" id="{D5445F83-5DF4-63B1-6293-CF10365F1BC5}"/>
                </a:ext>
              </a:extLst>
            </p:cNvPr>
            <p:cNvSpPr/>
            <p:nvPr/>
          </p:nvSpPr>
          <p:spPr>
            <a:xfrm flipH="1">
              <a:off x="5315840" y="1829952"/>
              <a:ext cx="2398148" cy="56688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err="1">
                  <a:ln>
                    <a:noFill/>
                  </a:ln>
                  <a:solidFill>
                    <a:srgbClr val="002060"/>
                  </a:solidFill>
                  <a:effectLst/>
                  <a:uLnTx/>
                  <a:uFillTx/>
                  <a:latin typeface="Boehringer Forward Text"/>
                  <a:ea typeface="+mn-ea"/>
                  <a:cs typeface="+mn-cs"/>
                </a:rPr>
                <a:t>GOATi</a:t>
              </a: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–OUD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Ph2a PoC China Integration discussion</a:t>
              </a:r>
            </a:p>
          </p:txBody>
        </p:sp>
        <p:sp>
          <p:nvSpPr>
            <p:cNvPr id="14" name="Arrow: Right 53">
              <a:extLst>
                <a:ext uri="{FF2B5EF4-FFF2-40B4-BE49-F238E27FC236}">
                  <a16:creationId xmlns:a16="http://schemas.microsoft.com/office/drawing/2014/main" id="{7E4CC626-C265-6E0D-B56C-7CB9BD304798}"/>
                </a:ext>
              </a:extLst>
            </p:cNvPr>
            <p:cNvSpPr/>
            <p:nvPr/>
          </p:nvSpPr>
          <p:spPr>
            <a:xfrm flipH="1">
              <a:off x="5186604" y="2059031"/>
              <a:ext cx="108000" cy="108000"/>
            </a:xfrm>
            <a:prstGeom prst="rect">
              <a:avLst/>
            </a:prstGeom>
            <a:solidFill>
              <a:srgbClr val="80008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spTree>
    <p:extLst>
      <p:ext uri="{BB962C8B-B14F-4D97-AF65-F5344CB8AC3E}">
        <p14:creationId xmlns:p14="http://schemas.microsoft.com/office/powerpoint/2010/main" val="1389461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6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7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8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0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134" grpId="0" animBg="1"/>
      <p:bldP spid="13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2FD98-E30B-A6DD-91A9-BD0954705977}"/>
            </a:ext>
          </a:extLst>
        </p:cNvPr>
        <p:cNvGrpSpPr/>
        <p:nvPr/>
      </p:nvGrpSpPr>
      <p:grpSpPr>
        <a:xfrm>
          <a:off x="0" y="0"/>
          <a:ext cx="0" cy="0"/>
          <a:chOff x="0" y="0"/>
          <a:chExt cx="0" cy="0"/>
        </a:xfrm>
      </p:grpSpPr>
      <p:sp>
        <p:nvSpPr>
          <p:cNvPr id="4" name="Title" hidden="1">
            <a:extLst>
              <a:ext uri="{FF2B5EF4-FFF2-40B4-BE49-F238E27FC236}">
                <a16:creationId xmlns:a16="http://schemas.microsoft.com/office/drawing/2014/main" id="{F10A9E00-49E4-0C06-2081-F90FED32BC96}"/>
              </a:ext>
            </a:extLst>
          </p:cNvPr>
          <p:cNvSpPr>
            <a:spLocks noGrp="1"/>
          </p:cNvSpPr>
          <p:nvPr>
            <p:ph type="title"/>
          </p:nvPr>
        </p:nvSpPr>
        <p:spPr/>
        <p:txBody>
          <a:bodyPr/>
          <a:lstStyle/>
          <a:p>
            <a:r>
              <a:t>Study Status</a:t>
            </a:r>
          </a:p>
        </p:txBody>
      </p:sp>
      <p:sp>
        <p:nvSpPr>
          <p:cNvPr id="6" name="Title 1">
            <a:extLst>
              <a:ext uri="{FF2B5EF4-FFF2-40B4-BE49-F238E27FC236}">
                <a16:creationId xmlns:a16="http://schemas.microsoft.com/office/drawing/2014/main" id="{EB08455F-302B-C7F5-55FE-6FAAFD02416A}"/>
              </a:ext>
            </a:extLst>
          </p:cNvPr>
          <p:cNvSpPr txBox="1">
            <a:spLocks/>
          </p:cNvSpPr>
          <p:nvPr/>
        </p:nvSpPr>
        <p:spPr bwMode="gray">
          <a:xfrm>
            <a:off x="479425" y="216380"/>
            <a:ext cx="11233150" cy="720725"/>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377" rtl="0" eaLnBrk="1" fontAlgn="auto" latinLnBrk="0" hangingPunct="1">
              <a:lnSpc>
                <a:spcPct val="100000"/>
              </a:lnSpc>
              <a:spcBef>
                <a:spcPct val="0"/>
              </a:spcBef>
              <a:spcAft>
                <a:spcPts val="0"/>
              </a:spcAft>
              <a:buClrTx/>
              <a:buSzTx/>
              <a:buFontTx/>
              <a:buNone/>
              <a:tabLst/>
              <a:defRPr/>
            </a:pPr>
            <a:r>
              <a:rPr kumimoji="0" lang="en-US" altLang="zh-CN" sz="2500" b="1" i="0" u="none" strike="noStrike" kern="1200" cap="none" spc="0" normalizeH="0" baseline="0" noProof="0">
                <a:ln>
                  <a:noFill/>
                </a:ln>
                <a:solidFill>
                  <a:srgbClr val="08312A"/>
                </a:solidFill>
                <a:effectLst/>
                <a:uLnTx/>
                <a:uFillTx/>
                <a:latin typeface="Boehringer Forward Head"/>
                <a:ea typeface="等线 Light" panose="02010600030101010101" pitchFamily="2" charset="-122"/>
                <a:cs typeface="+mj-cs"/>
              </a:rPr>
              <a:t>TA MH&amp;EH Portfolio Summary - </a:t>
            </a:r>
            <a:r>
              <a:rPr kumimoji="0" lang="en-US" altLang="zh-CN" sz="2500" b="1" i="0" u="none" strike="noStrike" kern="1200" cap="none" spc="0" normalizeH="0" baseline="0" noProof="0">
                <a:ln>
                  <a:noFill/>
                </a:ln>
                <a:solidFill>
                  <a:schemeClr val="tx1"/>
                </a:solidFill>
                <a:effectLst/>
                <a:uLnTx/>
                <a:uFillTx/>
                <a:latin typeface="Boehringer Forward Head"/>
                <a:ea typeface="等线 Light" panose="02010600030101010101" pitchFamily="2" charset="-122"/>
                <a:cs typeface="+mj-cs"/>
              </a:rPr>
              <a:t>PMS Studies</a:t>
            </a:r>
            <a:endParaRPr kumimoji="0" lang="zh-CN" altLang="en-US" sz="2500" b="1" i="0" u="none" strike="noStrike" kern="1200" cap="none" spc="0" normalizeH="0" baseline="0" noProof="0">
              <a:ln>
                <a:noFill/>
              </a:ln>
              <a:solidFill>
                <a:schemeClr val="tx1"/>
              </a:solidFill>
              <a:effectLst/>
              <a:uLnTx/>
              <a:uFillTx/>
              <a:latin typeface="Boehringer Forward Head"/>
              <a:ea typeface="等线 Light" panose="02010600030101010101" pitchFamily="2" charset="-122"/>
              <a:cs typeface="+mj-cs"/>
            </a:endParaRPr>
          </a:p>
        </p:txBody>
      </p:sp>
      <p:sp>
        <p:nvSpPr>
          <p:cNvPr id="24" name="矩形 23">
            <a:extLst>
              <a:ext uri="{FF2B5EF4-FFF2-40B4-BE49-F238E27FC236}">
                <a16:creationId xmlns:a16="http://schemas.microsoft.com/office/drawing/2014/main" id="{E9905D13-BD93-7A4E-1CC4-93C8C2802A58}"/>
              </a:ext>
            </a:extLst>
          </p:cNvPr>
          <p:cNvSpPr/>
          <p:nvPr/>
        </p:nvSpPr>
        <p:spPr>
          <a:xfrm>
            <a:off x="10410444" y="6135624"/>
            <a:ext cx="1781556" cy="685038"/>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1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rPr>
              <a:t>1346- GlyT1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rPr>
              <a:t>1484-</a:t>
            </a:r>
            <a:r>
              <a:rPr kumimoji="0" lang="en-US" altLang="zh-CN" sz="11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Calibri"/>
              </a:rPr>
              <a:t> </a:t>
            </a:r>
            <a:r>
              <a:rPr kumimoji="0" lang="en-US" altLang="zh-CN" sz="11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rPr>
              <a:t>PAFR and anti-C3</a:t>
            </a:r>
            <a:endParaRPr kumimoji="0" lang="en-US" altLang="zh-CN" sz="11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rPr>
              <a:t>1485- Anti sema3A and </a:t>
            </a:r>
            <a:r>
              <a:rPr kumimoji="0" lang="en-US" altLang="zh-CN" sz="1100" b="0" i="0" u="none" strike="noStrike" kern="1200" cap="none" spc="0" normalizeH="0" baseline="0" noProof="0" err="1">
                <a:ln>
                  <a:noFill/>
                </a:ln>
                <a:solidFill>
                  <a:prstClr val="black"/>
                </a:solidFill>
                <a:effectLst/>
                <a:uLnTx/>
                <a:uFillTx/>
                <a:latin typeface="Calibri" panose="020F0502020204030204"/>
                <a:ea typeface="等线" panose="02010600030101010101" pitchFamily="2" charset="-122"/>
                <a:cs typeface="+mn-cs"/>
              </a:rPr>
              <a:t>Pkki</a:t>
            </a:r>
            <a:endParaRPr kumimoji="0" lang="en-US" altLang="zh-CN" sz="11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1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Calibri"/>
            </a:endParaRPr>
          </a:p>
        </p:txBody>
      </p:sp>
      <p:pic>
        <p:nvPicPr>
          <p:cNvPr id="21" name="Picture" title="This slide contains the following visuals: ECR ,pivotTable ,image ,textbox ,textbox ,card ,IIS ,slicer ,slicer ,slicer ,slicer ,BI-ONISed ,BI-ONISnd ,EAP ,BI-Clinical trial ,image. Please refer to the notes on this slide for details">
            <a:hlinkClick r:id="rId3"/>
            <a:extLst>
              <a:ext uri="{FF2B5EF4-FFF2-40B4-BE49-F238E27FC236}">
                <a16:creationId xmlns:a16="http://schemas.microsoft.com/office/drawing/2014/main" id="{0DCD8908-A0F3-8FD2-15DF-51E12F273891}"/>
              </a:ext>
            </a:extLst>
          </p:cNvPr>
          <p:cNvPicPr>
            <a:picLocks noChangeAspect="1"/>
          </p:cNvPicPr>
          <p:nvPr/>
        </p:nvPicPr>
        <p:blipFill>
          <a:blip r:embed="rId4"/>
          <a:stretch>
            <a:fillRect/>
          </a:stretch>
        </p:blipFill>
        <p:spPr>
          <a:xfrm>
            <a:off x="479425" y="576743"/>
            <a:ext cx="9569450" cy="5993547"/>
          </a:xfrm>
          <a:prstGeom prst="rect">
            <a:avLst/>
          </a:prstGeom>
          <a:noFill/>
        </p:spPr>
      </p:pic>
      <p:sp>
        <p:nvSpPr>
          <p:cNvPr id="22" name="Oval 21">
            <a:extLst>
              <a:ext uri="{FF2B5EF4-FFF2-40B4-BE49-F238E27FC236}">
                <a16:creationId xmlns:a16="http://schemas.microsoft.com/office/drawing/2014/main" id="{30CCCD9E-6885-47D6-4F09-192D67968E40}"/>
              </a:ext>
            </a:extLst>
          </p:cNvPr>
          <p:cNvSpPr/>
          <p:nvPr/>
        </p:nvSpPr>
        <p:spPr bwMode="gray">
          <a:xfrm>
            <a:off x="3373812" y="2710048"/>
            <a:ext cx="134830" cy="141308"/>
          </a:xfrm>
          <a:prstGeom prst="ellipse">
            <a:avLst/>
          </a:prstGeom>
          <a:solidFill>
            <a:srgbClr val="00E47C"/>
          </a:solidFill>
          <a:ln w="6350" cap="flat" cmpd="sng" algn="ctr">
            <a:solidFill>
              <a:sysClr val="windowText" lastClr="00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ysClr val="window" lastClr="FFFFFF"/>
                </a:solidFill>
                <a:latin typeface="Boehringer Forward Text"/>
              </a:defRPr>
            </a:lvl1pPr>
            <a:lvl2pPr marL="457200" algn="l" defTabSz="914400" rtl="0" eaLnBrk="1" latinLnBrk="0" hangingPunct="1">
              <a:defRPr sz="1800" kern="1200">
                <a:solidFill>
                  <a:sysClr val="window" lastClr="FFFFFF"/>
                </a:solidFill>
                <a:latin typeface="Boehringer Forward Text"/>
              </a:defRPr>
            </a:lvl2pPr>
            <a:lvl3pPr marL="914400" algn="l" defTabSz="914400" rtl="0" eaLnBrk="1" latinLnBrk="0" hangingPunct="1">
              <a:defRPr sz="1800" kern="1200">
                <a:solidFill>
                  <a:sysClr val="window" lastClr="FFFFFF"/>
                </a:solidFill>
                <a:latin typeface="Boehringer Forward Text"/>
              </a:defRPr>
            </a:lvl3pPr>
            <a:lvl4pPr marL="1371600" algn="l" defTabSz="914400" rtl="0" eaLnBrk="1" latinLnBrk="0" hangingPunct="1">
              <a:defRPr sz="1800" kern="1200">
                <a:solidFill>
                  <a:sysClr val="window" lastClr="FFFFFF"/>
                </a:solidFill>
                <a:latin typeface="Boehringer Forward Text"/>
              </a:defRPr>
            </a:lvl4pPr>
            <a:lvl5pPr marL="1828800" algn="l" defTabSz="914400" rtl="0" eaLnBrk="1" latinLnBrk="0" hangingPunct="1">
              <a:defRPr sz="1800" kern="1200">
                <a:solidFill>
                  <a:sysClr val="window" lastClr="FFFFFF"/>
                </a:solidFill>
                <a:latin typeface="Boehringer Forward Text"/>
              </a:defRPr>
            </a:lvl5pPr>
            <a:lvl6pPr marL="2286000" algn="l" defTabSz="914400" rtl="0" eaLnBrk="1" latinLnBrk="0" hangingPunct="1">
              <a:defRPr sz="1800" kern="1200">
                <a:solidFill>
                  <a:sysClr val="window" lastClr="FFFFFF"/>
                </a:solidFill>
                <a:latin typeface="Boehringer Forward Text"/>
              </a:defRPr>
            </a:lvl6pPr>
            <a:lvl7pPr marL="2743200" algn="l" defTabSz="914400" rtl="0" eaLnBrk="1" latinLnBrk="0" hangingPunct="1">
              <a:defRPr sz="1800" kern="1200">
                <a:solidFill>
                  <a:sysClr val="window" lastClr="FFFFFF"/>
                </a:solidFill>
                <a:latin typeface="Boehringer Forward Text"/>
              </a:defRPr>
            </a:lvl7pPr>
            <a:lvl8pPr marL="3200400" algn="l" defTabSz="914400" rtl="0" eaLnBrk="1" latinLnBrk="0" hangingPunct="1">
              <a:defRPr sz="1800" kern="1200">
                <a:solidFill>
                  <a:sysClr val="window" lastClr="FFFFFF"/>
                </a:solidFill>
                <a:latin typeface="Boehringer Forward Text"/>
              </a:defRPr>
            </a:lvl8pPr>
            <a:lvl9pPr marL="3657600" algn="l" defTabSz="914400" rtl="0" eaLnBrk="1" latinLnBrk="0" hangingPunct="1">
              <a:defRPr sz="1800" kern="1200">
                <a:solidFill>
                  <a:sysClr val="window" lastClr="FFFFFF"/>
                </a:solidFill>
                <a:latin typeface="Boehringer Forward Text"/>
              </a:defRPr>
            </a:lvl9pP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mn-cs"/>
            </a:endParaRPr>
          </a:p>
        </p:txBody>
      </p:sp>
      <p:sp>
        <p:nvSpPr>
          <p:cNvPr id="2" name="Rectangle 1">
            <a:extLst>
              <a:ext uri="{FF2B5EF4-FFF2-40B4-BE49-F238E27FC236}">
                <a16:creationId xmlns:a16="http://schemas.microsoft.com/office/drawing/2014/main" id="{41F8CCE5-17D4-16D0-C9DE-DFC6F2C97703}"/>
              </a:ext>
            </a:extLst>
          </p:cNvPr>
          <p:cNvSpPr/>
          <p:nvPr/>
        </p:nvSpPr>
        <p:spPr bwMode="gray">
          <a:xfrm>
            <a:off x="2036623" y="4182520"/>
            <a:ext cx="7294187" cy="1555339"/>
          </a:xfrm>
          <a:prstGeom prst="rect">
            <a:avLst/>
          </a:prstGeom>
          <a:solidFill>
            <a:schemeClr val="bg1"/>
          </a:solidFill>
          <a:ln w="1905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285750" indent="-285750" defTabSz="914377">
              <a:lnSpc>
                <a:spcPct val="110000"/>
              </a:lnSpc>
              <a:buFont typeface="Arial" panose="020B0604020202020204" pitchFamily="34" charset="0"/>
              <a:buChar char="•"/>
              <a:defRPr/>
            </a:pPr>
            <a:r>
              <a:rPr kumimoji="0" lang="en-US" altLang="zh-CN" sz="1200" b="0" u="none" strike="noStrike" kern="1200" cap="none" spc="0" normalizeH="0" baseline="0" noProof="0">
                <a:ln>
                  <a:noFill/>
                </a:ln>
                <a:solidFill>
                  <a:prstClr val="white">
                    <a:lumMod val="50000"/>
                  </a:prstClr>
                </a:solidFill>
                <a:effectLst/>
                <a:uLnTx/>
                <a:uFillTx/>
                <a:latin typeface="Boehringer Forward Text"/>
                <a:ea typeface="+mn-ea"/>
                <a:cs typeface="+mn-cs"/>
              </a:rPr>
              <a:t>1346-0089, (</a:t>
            </a:r>
            <a:r>
              <a:rPr lang="en-US" altLang="zh-CN" sz="1200">
                <a:solidFill>
                  <a:prstClr val="white">
                    <a:lumMod val="50000"/>
                  </a:prstClr>
                </a:solidFill>
                <a:latin typeface="Boehringer Forward Text"/>
              </a:rPr>
              <a:t>BJ Perfect</a:t>
            </a:r>
            <a:r>
              <a:rPr kumimoji="0" lang="en-US" altLang="zh-CN" sz="1200" b="0" u="none" strike="noStrike" kern="1200" cap="none" spc="0" normalizeH="0" baseline="0" noProof="0">
                <a:ln>
                  <a:noFill/>
                </a:ln>
                <a:solidFill>
                  <a:prstClr val="white">
                    <a:lumMod val="50000"/>
                  </a:prstClr>
                </a:solidFill>
                <a:effectLst/>
                <a:uLnTx/>
                <a:uFillTx/>
                <a:latin typeface="Boehringer Forward Text"/>
                <a:ea typeface="+mn-ea"/>
                <a:cs typeface="+mn-cs"/>
              </a:rPr>
              <a:t>)</a:t>
            </a:r>
            <a:r>
              <a:rPr kumimoji="0" lang="en-US" altLang="zh-CN" sz="1200" b="0" u="none" strike="noStrike" kern="1200" cap="none" spc="0" normalizeH="0" baseline="0" noProof="0">
                <a:ln>
                  <a:noFill/>
                </a:ln>
                <a:solidFill>
                  <a:prstClr val="white">
                    <a:lumMod val="50000"/>
                  </a:prstClr>
                </a:solidFill>
                <a:effectLst/>
                <a:uLnTx/>
                <a:uFillTx/>
                <a:latin typeface="Arial"/>
                <a:cs typeface="Arial"/>
              </a:rPr>
              <a:t>→</a:t>
            </a:r>
            <a:r>
              <a:rPr kumimoji="0" lang="en-US" altLang="zh-CN" sz="1200" b="0" u="none" strike="noStrike" kern="1200" cap="none" spc="0" normalizeH="0" baseline="0" noProof="0">
                <a:ln>
                  <a:noFill/>
                </a:ln>
                <a:solidFill>
                  <a:schemeClr val="tx2"/>
                </a:solidFill>
                <a:effectLst/>
                <a:uLnTx/>
                <a:uFillTx/>
                <a:latin typeface="Boehringer Forward Text"/>
                <a:ea typeface="+mn-ea"/>
                <a:cs typeface="+mn-cs"/>
              </a:rPr>
              <a:t>ongoing</a:t>
            </a:r>
          </a:p>
          <a:p>
            <a:pPr defTabSz="914377">
              <a:lnSpc>
                <a:spcPct val="110000"/>
              </a:lnSpc>
              <a:defRPr/>
            </a:pPr>
            <a:r>
              <a:rPr kumimoji="0" lang="en-US" altLang="zh-CN" sz="1200" b="0" u="none" strike="noStrike" kern="1200" cap="none" spc="0" normalizeH="0" baseline="0" noProof="0">
                <a:ln>
                  <a:noFill/>
                </a:ln>
                <a:solidFill>
                  <a:schemeClr val="tx2"/>
                </a:solidFill>
                <a:effectLst/>
                <a:uLnTx/>
                <a:uFillTx/>
                <a:latin typeface="Boehringer Forward Text"/>
                <a:ea typeface="+mn-ea"/>
                <a:cs typeface="+mn-cs"/>
              </a:rPr>
              <a:t>          </a:t>
            </a:r>
            <a:r>
              <a:rPr kumimoji="0" lang="en-US" altLang="zh-CN" sz="1200" b="0" u="none" strike="noStrike" kern="1200" cap="none" spc="0" normalizeH="0" baseline="0" noProof="0">
                <a:ln>
                  <a:noFill/>
                </a:ln>
                <a:solidFill>
                  <a:prstClr val="white">
                    <a:lumMod val="50000"/>
                  </a:prstClr>
                </a:solidFill>
                <a:effectLst/>
                <a:uLnTx/>
                <a:uFillTx/>
                <a:latin typeface="Boehringer Forward Text"/>
                <a:ea typeface="+mn-ea"/>
                <a:cs typeface="+mn-cs"/>
              </a:rPr>
              <a:t>S</a:t>
            </a:r>
            <a:r>
              <a:rPr lang="en-US" altLang="zh-CN" sz="1200" err="1">
                <a:solidFill>
                  <a:prstClr val="white">
                    <a:lumMod val="50000"/>
                  </a:prstClr>
                </a:solidFill>
                <a:latin typeface="Boehringer Forward Text"/>
              </a:rPr>
              <a:t>tudy</a:t>
            </a:r>
            <a:r>
              <a:rPr lang="en-US" altLang="zh-CN" sz="1200">
                <a:solidFill>
                  <a:prstClr val="white">
                    <a:lumMod val="50000"/>
                  </a:prstClr>
                </a:solidFill>
                <a:latin typeface="Boehringer Forward Text"/>
              </a:rPr>
              <a:t> data analysis will be completed in Jun 2026</a:t>
            </a:r>
            <a:r>
              <a:rPr kumimoji="0" lang="en-US" altLang="zh-CN" sz="1200" b="0" u="none" strike="noStrike" kern="1200" cap="none" spc="0" normalizeH="0" baseline="0" noProof="0">
                <a:ln>
                  <a:noFill/>
                </a:ln>
                <a:solidFill>
                  <a:prstClr val="white">
                    <a:lumMod val="50000"/>
                  </a:prstClr>
                </a:solidFill>
                <a:effectLst/>
                <a:uLnTx/>
                <a:uFillTx/>
                <a:latin typeface="Boehringer Forward Text"/>
                <a:ea typeface="+mn-ea"/>
                <a:cs typeface="+mn-cs"/>
              </a:rPr>
              <a:t>.</a:t>
            </a:r>
            <a:endParaRPr lang="en-US" altLang="zh-CN" sz="1200" b="0" u="none" strike="noStrike" kern="1200" cap="none" spc="0" normalizeH="0" baseline="0" noProof="0">
              <a:ln>
                <a:noFill/>
              </a:ln>
              <a:solidFill>
                <a:prstClr val="white">
                  <a:lumMod val="50000"/>
                </a:prstClr>
              </a:solidFill>
              <a:effectLst/>
              <a:uLnTx/>
              <a:uFillTx/>
              <a:latin typeface="Boehringer Forward Text"/>
            </a:endParaRPr>
          </a:p>
          <a:p>
            <a:pPr marL="285750" indent="-285750" defTabSz="914377">
              <a:lnSpc>
                <a:spcPct val="110000"/>
              </a:lnSpc>
              <a:buFont typeface="Arial" panose="020B0604020202020204" pitchFamily="34" charset="0"/>
              <a:buChar char="•"/>
              <a:defRPr/>
            </a:pPr>
            <a:r>
              <a:rPr lang="en-US" altLang="zh-CN" sz="1200">
                <a:solidFill>
                  <a:prstClr val="white">
                    <a:lumMod val="50000"/>
                  </a:prstClr>
                </a:solidFill>
                <a:latin typeface="Boehringer Forward Text"/>
              </a:rPr>
              <a:t>1484-0020, (COMPASS)</a:t>
            </a:r>
            <a:r>
              <a:rPr lang="en-US" altLang="zh-CN" sz="1200">
                <a:solidFill>
                  <a:prstClr val="white">
                    <a:lumMod val="50000"/>
                  </a:prstClr>
                </a:solidFill>
                <a:latin typeface="Arial" panose="020B0604020202020204" pitchFamily="34" charset="0"/>
                <a:cs typeface="Arial" panose="020B0604020202020204" pitchFamily="34" charset="0"/>
              </a:rPr>
              <a:t>→</a:t>
            </a:r>
            <a:r>
              <a:rPr lang="en-US" altLang="zh-CN" sz="1200">
                <a:solidFill>
                  <a:schemeClr val="tx2"/>
                </a:solidFill>
              </a:rPr>
              <a:t>ongoing</a:t>
            </a:r>
            <a:endParaRPr lang="en-US" altLang="zh-CN" sz="1200">
              <a:solidFill>
                <a:prstClr val="white">
                  <a:lumMod val="50000"/>
                </a:prstClr>
              </a:solidFill>
            </a:endParaRPr>
          </a:p>
          <a:p>
            <a:pPr defTabSz="914377">
              <a:lnSpc>
                <a:spcPct val="110000"/>
              </a:lnSpc>
              <a:defRPr/>
            </a:pPr>
            <a:r>
              <a:rPr lang="en-US" altLang="zh-CN" sz="1200">
                <a:solidFill>
                  <a:prstClr val="white">
                    <a:lumMod val="50000"/>
                  </a:prstClr>
                </a:solidFill>
              </a:rPr>
              <a:t>         Study is in the enrollment stage.</a:t>
            </a:r>
          </a:p>
          <a:p>
            <a:pPr marL="285750" indent="-285750" defTabSz="914377">
              <a:lnSpc>
                <a:spcPct val="110000"/>
              </a:lnSpc>
              <a:buFont typeface="Arial" panose="020B0604020202020204" pitchFamily="34" charset="0"/>
              <a:buChar char="•"/>
              <a:defRPr/>
            </a:pPr>
            <a:r>
              <a:rPr lang="en-US" altLang="zh-CN" sz="1200">
                <a:solidFill>
                  <a:prstClr val="white">
                    <a:lumMod val="50000"/>
                  </a:prstClr>
                </a:solidFill>
              </a:rPr>
              <a:t>1485-0034, (DR and DME)</a:t>
            </a:r>
            <a:r>
              <a:rPr lang="en-US" altLang="zh-CN" sz="1200">
                <a:solidFill>
                  <a:prstClr val="white">
                    <a:lumMod val="50000"/>
                  </a:prstClr>
                </a:solidFill>
                <a:latin typeface="Arial" panose="020B0604020202020204" pitchFamily="34" charset="0"/>
                <a:cs typeface="Arial" panose="020B0604020202020204" pitchFamily="34" charset="0"/>
              </a:rPr>
              <a:t>→</a:t>
            </a:r>
            <a:r>
              <a:rPr lang="en-US" altLang="zh-CN" sz="1200">
                <a:solidFill>
                  <a:schemeClr val="tx2"/>
                </a:solidFill>
              </a:rPr>
              <a:t>plan </a:t>
            </a:r>
          </a:p>
          <a:p>
            <a:pPr defTabSz="914377">
              <a:lnSpc>
                <a:spcPct val="110000"/>
              </a:lnSpc>
              <a:defRPr/>
            </a:pPr>
            <a:r>
              <a:rPr lang="en-US" altLang="zh-CN" sz="1200">
                <a:solidFill>
                  <a:schemeClr val="tx2"/>
                </a:solidFill>
              </a:rPr>
              <a:t>          </a:t>
            </a:r>
            <a:r>
              <a:rPr lang="en-US" altLang="zh-CN" sz="1200">
                <a:solidFill>
                  <a:prstClr val="white">
                    <a:lumMod val="50000"/>
                  </a:prstClr>
                </a:solidFill>
              </a:rPr>
              <a:t>Study proposal released on Apr 9</a:t>
            </a:r>
            <a:r>
              <a:rPr lang="en-US" altLang="zh-CN" sz="1200" baseline="30000">
                <a:solidFill>
                  <a:prstClr val="white">
                    <a:lumMod val="50000"/>
                  </a:prstClr>
                </a:solidFill>
              </a:rPr>
              <a:t>th</a:t>
            </a:r>
            <a:r>
              <a:rPr lang="en-US" altLang="zh-CN" sz="1200">
                <a:solidFill>
                  <a:prstClr val="white">
                    <a:lumMod val="50000"/>
                  </a:prstClr>
                </a:solidFill>
              </a:rPr>
              <a:t>  (later than endorsed timeline)</a:t>
            </a:r>
          </a:p>
          <a:p>
            <a:pPr defTabSz="914377">
              <a:lnSpc>
                <a:spcPct val="110000"/>
              </a:lnSpc>
              <a:defRPr/>
            </a:pPr>
            <a:r>
              <a:rPr lang="en-US" altLang="zh-CN" sz="1200">
                <a:solidFill>
                  <a:prstClr val="white">
                    <a:lumMod val="50000"/>
                  </a:prstClr>
                </a:solidFill>
              </a:rPr>
              <a:t>          Potential delay in protocol approval</a:t>
            </a:r>
          </a:p>
          <a:p>
            <a:pPr marL="742950" lvl="1" indent="-285750" defTabSz="914377">
              <a:lnSpc>
                <a:spcPct val="110000"/>
              </a:lnSpc>
              <a:buFont typeface="Arial" panose="020B0604020202020204" pitchFamily="34" charset="0"/>
              <a:buChar char="•"/>
              <a:defRPr/>
            </a:pPr>
            <a:endParaRPr kumimoji="0" lang="en-US" altLang="zh-CN" sz="1400" b="0" u="none" strike="noStrike" kern="1200" cap="none" spc="0" normalizeH="0" baseline="0" noProof="0">
              <a:ln>
                <a:noFill/>
              </a:ln>
              <a:solidFill>
                <a:prstClr val="white">
                  <a:lumMod val="50000"/>
                </a:prstClr>
              </a:solidFill>
              <a:effectLst/>
              <a:uLnTx/>
              <a:uFillTx/>
              <a:latin typeface="Boehringer Forward Text"/>
              <a:ea typeface="+mn-ea"/>
              <a:cs typeface="+mn-cs"/>
            </a:endParaRPr>
          </a:p>
        </p:txBody>
      </p:sp>
      <p:pic>
        <p:nvPicPr>
          <p:cNvPr id="3" name="Graphic 2" descr="Eye with solid fill">
            <a:extLst>
              <a:ext uri="{FF2B5EF4-FFF2-40B4-BE49-F238E27FC236}">
                <a16:creationId xmlns:a16="http://schemas.microsoft.com/office/drawing/2014/main" id="{2DB3E538-D766-E222-9E7E-C6FE56AE70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778099" y="5048724"/>
            <a:ext cx="182880" cy="182880"/>
          </a:xfrm>
          <a:prstGeom prst="rect">
            <a:avLst/>
          </a:prstGeom>
        </p:spPr>
      </p:pic>
      <p:sp>
        <p:nvSpPr>
          <p:cNvPr id="5" name="Flowchart: Connector 8">
            <a:extLst>
              <a:ext uri="{FF2B5EF4-FFF2-40B4-BE49-F238E27FC236}">
                <a16:creationId xmlns:a16="http://schemas.microsoft.com/office/drawing/2014/main" id="{85E0E547-4868-F9D5-AFD7-EB16D2D14095}"/>
              </a:ext>
            </a:extLst>
          </p:cNvPr>
          <p:cNvSpPr/>
          <p:nvPr/>
        </p:nvSpPr>
        <p:spPr bwMode="gray">
          <a:xfrm>
            <a:off x="3387227" y="3245677"/>
            <a:ext cx="108000" cy="115477"/>
          </a:xfrm>
          <a:prstGeom prst="flowChartConnector">
            <a:avLst/>
          </a:prstGeom>
          <a:solidFill>
            <a:schemeClr val="bg1"/>
          </a:solid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 name="Oval 6">
            <a:extLst>
              <a:ext uri="{FF2B5EF4-FFF2-40B4-BE49-F238E27FC236}">
                <a16:creationId xmlns:a16="http://schemas.microsoft.com/office/drawing/2014/main" id="{8E1C0BF3-C15F-3E98-D1D6-2DA782FA6884}"/>
              </a:ext>
            </a:extLst>
          </p:cNvPr>
          <p:cNvSpPr/>
          <p:nvPr/>
        </p:nvSpPr>
        <p:spPr bwMode="gray">
          <a:xfrm>
            <a:off x="3373812" y="3039430"/>
            <a:ext cx="134830" cy="141308"/>
          </a:xfrm>
          <a:prstGeom prst="ellipse">
            <a:avLst/>
          </a:prstGeom>
          <a:solidFill>
            <a:srgbClr val="00E47C"/>
          </a:solidFill>
          <a:ln w="6350" cap="flat" cmpd="sng" algn="ctr">
            <a:solidFill>
              <a:sysClr val="windowText" lastClr="00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ysClr val="window" lastClr="FFFFFF"/>
                </a:solidFill>
                <a:latin typeface="Boehringer Forward Text"/>
              </a:defRPr>
            </a:lvl1pPr>
            <a:lvl2pPr marL="457200" algn="l" defTabSz="914400" rtl="0" eaLnBrk="1" latinLnBrk="0" hangingPunct="1">
              <a:defRPr sz="1800" kern="1200">
                <a:solidFill>
                  <a:sysClr val="window" lastClr="FFFFFF"/>
                </a:solidFill>
                <a:latin typeface="Boehringer Forward Text"/>
              </a:defRPr>
            </a:lvl2pPr>
            <a:lvl3pPr marL="914400" algn="l" defTabSz="914400" rtl="0" eaLnBrk="1" latinLnBrk="0" hangingPunct="1">
              <a:defRPr sz="1800" kern="1200">
                <a:solidFill>
                  <a:sysClr val="window" lastClr="FFFFFF"/>
                </a:solidFill>
                <a:latin typeface="Boehringer Forward Text"/>
              </a:defRPr>
            </a:lvl3pPr>
            <a:lvl4pPr marL="1371600" algn="l" defTabSz="914400" rtl="0" eaLnBrk="1" latinLnBrk="0" hangingPunct="1">
              <a:defRPr sz="1800" kern="1200">
                <a:solidFill>
                  <a:sysClr val="window" lastClr="FFFFFF"/>
                </a:solidFill>
                <a:latin typeface="Boehringer Forward Text"/>
              </a:defRPr>
            </a:lvl4pPr>
            <a:lvl5pPr marL="1828800" algn="l" defTabSz="914400" rtl="0" eaLnBrk="1" latinLnBrk="0" hangingPunct="1">
              <a:defRPr sz="1800" kern="1200">
                <a:solidFill>
                  <a:sysClr val="window" lastClr="FFFFFF"/>
                </a:solidFill>
                <a:latin typeface="Boehringer Forward Text"/>
              </a:defRPr>
            </a:lvl5pPr>
            <a:lvl6pPr marL="2286000" algn="l" defTabSz="914400" rtl="0" eaLnBrk="1" latinLnBrk="0" hangingPunct="1">
              <a:defRPr sz="1800" kern="1200">
                <a:solidFill>
                  <a:sysClr val="window" lastClr="FFFFFF"/>
                </a:solidFill>
                <a:latin typeface="Boehringer Forward Text"/>
              </a:defRPr>
            </a:lvl6pPr>
            <a:lvl7pPr marL="2743200" algn="l" defTabSz="914400" rtl="0" eaLnBrk="1" latinLnBrk="0" hangingPunct="1">
              <a:defRPr sz="1800" kern="1200">
                <a:solidFill>
                  <a:sysClr val="window" lastClr="FFFFFF"/>
                </a:solidFill>
                <a:latin typeface="Boehringer Forward Text"/>
              </a:defRPr>
            </a:lvl7pPr>
            <a:lvl8pPr marL="3200400" algn="l" defTabSz="914400" rtl="0" eaLnBrk="1" latinLnBrk="0" hangingPunct="1">
              <a:defRPr sz="1800" kern="1200">
                <a:solidFill>
                  <a:sysClr val="window" lastClr="FFFFFF"/>
                </a:solidFill>
                <a:latin typeface="Boehringer Forward Text"/>
              </a:defRPr>
            </a:lvl8pPr>
            <a:lvl9pPr marL="3657600" algn="l" defTabSz="914400" rtl="0" eaLnBrk="1" latinLnBrk="0" hangingPunct="1">
              <a:defRPr sz="1800" kern="1200">
                <a:solidFill>
                  <a:sysClr val="window" lastClr="FFFFFF"/>
                </a:solidFill>
                <a:latin typeface="Boehringer Forward Text"/>
              </a:defRPr>
            </a:lvl9pP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mn-cs"/>
            </a:endParaRPr>
          </a:p>
        </p:txBody>
      </p:sp>
      <p:pic>
        <p:nvPicPr>
          <p:cNvPr id="8" name="Graphic 7" descr="Eye with solid fill">
            <a:extLst>
              <a:ext uri="{FF2B5EF4-FFF2-40B4-BE49-F238E27FC236}">
                <a16:creationId xmlns:a16="http://schemas.microsoft.com/office/drawing/2014/main" id="{94E4DD94-AD9B-BDB9-C1C7-11350E4BC42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32176" y="3221740"/>
            <a:ext cx="182880" cy="182880"/>
          </a:xfrm>
          <a:prstGeom prst="rect">
            <a:avLst/>
          </a:prstGeom>
        </p:spPr>
      </p:pic>
    </p:spTree>
    <p:extLst>
      <p:ext uri="{BB962C8B-B14F-4D97-AF65-F5344CB8AC3E}">
        <p14:creationId xmlns:p14="http://schemas.microsoft.com/office/powerpoint/2010/main" val="2930190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BE7079-A0B0-48C3-BD10-83602507C888}"/>
              </a:ext>
            </a:extLst>
          </p:cNvPr>
          <p:cNvSpPr>
            <a:spLocks noGrp="1"/>
          </p:cNvSpPr>
          <p:nvPr>
            <p:ph type="title"/>
          </p:nvPr>
        </p:nvSpPr>
        <p:spPr>
          <a:xfrm>
            <a:off x="246223" y="323164"/>
            <a:ext cx="11233151" cy="431720"/>
          </a:xfrm>
        </p:spPr>
        <p:txBody>
          <a:bodyPr/>
          <a:lstStyle/>
          <a:p>
            <a:r>
              <a:rPr lang="en-US" altLang="zh-CN"/>
              <a:t>Mature Product/PMS Overview - MH&amp;EH</a:t>
            </a:r>
            <a:br>
              <a:rPr lang="zh-CN" altLang="en-US"/>
            </a:br>
            <a:endParaRPr lang="zh-CN" altLang="en-US"/>
          </a:p>
        </p:txBody>
      </p:sp>
      <p:sp>
        <p:nvSpPr>
          <p:cNvPr id="3" name="文本占位符 2">
            <a:extLst>
              <a:ext uri="{FF2B5EF4-FFF2-40B4-BE49-F238E27FC236}">
                <a16:creationId xmlns:a16="http://schemas.microsoft.com/office/drawing/2014/main" id="{C8CAF283-62C8-6120-3A62-24A27A804B9D}"/>
              </a:ext>
            </a:extLst>
          </p:cNvPr>
          <p:cNvSpPr>
            <a:spLocks noGrp="1"/>
          </p:cNvSpPr>
          <p:nvPr>
            <p:ph type="body" sz="quarter" idx="13"/>
          </p:nvPr>
        </p:nvSpPr>
        <p:spPr/>
        <p:txBody>
          <a:bodyPr/>
          <a:lstStyle/>
          <a:p>
            <a:endParaRPr lang="zh-CN" altLang="en-US"/>
          </a:p>
        </p:txBody>
      </p:sp>
      <p:sp>
        <p:nvSpPr>
          <p:cNvPr id="4" name="灯片编号占位符 3"/>
          <p:cNvSpPr>
            <a:spLocks noGrp="1"/>
          </p:cNvSpPr>
          <p:nvPr>
            <p:ph type="sldNum" sz="quarter" idx="11"/>
          </p:nvPr>
        </p:nvSpPr>
        <p:spPr/>
        <p:txBody>
          <a:bodyPr/>
          <a:lstStyle/>
          <a:p>
            <a:pPr marL="0" marR="0" lvl="0" indent="0" algn="r" defTabSz="914309" rtl="0" eaLnBrk="1" fontAlgn="auto" latinLnBrk="0" hangingPunct="1">
              <a:lnSpc>
                <a:spcPct val="100000"/>
              </a:lnSpc>
              <a:spcBef>
                <a:spcPts val="0"/>
              </a:spcBef>
              <a:spcAft>
                <a:spcPts val="0"/>
              </a:spcAft>
              <a:buClrTx/>
              <a:buSzTx/>
              <a:buFontTx/>
              <a:buNone/>
              <a:tabLst/>
              <a:defRPr/>
            </a:pPr>
            <a:fld id="{143B55C4-4F5A-416B-997D-6CE47EB0A945}" type="slidenum">
              <a:rPr kumimoji="0" lang="en-GB" sz="1333" b="0" i="0" u="none" strike="noStrike" kern="1200" cap="none" spc="0" normalizeH="0" baseline="0" noProof="0">
                <a:ln>
                  <a:noFill/>
                </a:ln>
                <a:solidFill>
                  <a:srgbClr val="FFFFFF">
                    <a:lumMod val="50000"/>
                  </a:srgbClr>
                </a:solidFill>
                <a:effectLst/>
                <a:uLnTx/>
                <a:uFillTx/>
                <a:latin typeface="BISansOptiCond"/>
                <a:ea typeface="+mn-ea"/>
                <a:cs typeface="+mn-cs"/>
              </a:rPr>
              <a:pPr marL="0" marR="0" lvl="0" indent="0" algn="r" defTabSz="914309" rtl="0" eaLnBrk="1" fontAlgn="auto" latinLnBrk="0" hangingPunct="1">
                <a:lnSpc>
                  <a:spcPct val="100000"/>
                </a:lnSpc>
                <a:spcBef>
                  <a:spcPts val="0"/>
                </a:spcBef>
                <a:spcAft>
                  <a:spcPts val="0"/>
                </a:spcAft>
                <a:buClrTx/>
                <a:buSzTx/>
                <a:buFontTx/>
                <a:buNone/>
                <a:tabLst/>
                <a:defRPr/>
              </a:pPr>
              <a:t>9</a:t>
            </a:fld>
            <a:endParaRPr kumimoji="0" lang="en-GB" sz="1333" b="0" i="0" u="none" strike="noStrike" kern="1200" cap="none" spc="0" normalizeH="0" baseline="0" noProof="0">
              <a:ln>
                <a:noFill/>
              </a:ln>
              <a:solidFill>
                <a:srgbClr val="FFFFFF">
                  <a:lumMod val="50000"/>
                </a:srgbClr>
              </a:solidFill>
              <a:effectLst/>
              <a:uLnTx/>
              <a:uFillTx/>
              <a:latin typeface="BISansOptiCond"/>
              <a:ea typeface="+mn-ea"/>
              <a:cs typeface="+mn-cs"/>
            </a:endParaRPr>
          </a:p>
        </p:txBody>
      </p:sp>
      <p:graphicFrame>
        <p:nvGraphicFramePr>
          <p:cNvPr id="6" name="表格 5">
            <a:extLst>
              <a:ext uri="{FF2B5EF4-FFF2-40B4-BE49-F238E27FC236}">
                <a16:creationId xmlns:a16="http://schemas.microsoft.com/office/drawing/2014/main" id="{166F9F0F-6E3C-4D77-AA2D-00C247CDF4CE}"/>
              </a:ext>
            </a:extLst>
          </p:cNvPr>
          <p:cNvGraphicFramePr>
            <a:graphicFrameLocks noGrp="1"/>
          </p:cNvGraphicFramePr>
          <p:nvPr/>
        </p:nvGraphicFramePr>
        <p:xfrm>
          <a:off x="246223" y="1008171"/>
          <a:ext cx="11699550" cy="3543351"/>
        </p:xfrm>
        <a:graphic>
          <a:graphicData uri="http://schemas.openxmlformats.org/drawingml/2006/table">
            <a:tbl>
              <a:tblPr firstRow="1" bandRow="1">
                <a:tableStyleId>{21E4AEA4-8DFA-4A89-87EB-49C32662AFE0}</a:tableStyleId>
              </a:tblPr>
              <a:tblGrid>
                <a:gridCol w="1940745">
                  <a:extLst>
                    <a:ext uri="{9D8B030D-6E8A-4147-A177-3AD203B41FA5}">
                      <a16:colId xmlns:a16="http://schemas.microsoft.com/office/drawing/2014/main" val="899480204"/>
                    </a:ext>
                  </a:extLst>
                </a:gridCol>
                <a:gridCol w="1344168">
                  <a:extLst>
                    <a:ext uri="{9D8B030D-6E8A-4147-A177-3AD203B41FA5}">
                      <a16:colId xmlns:a16="http://schemas.microsoft.com/office/drawing/2014/main" val="241393685"/>
                    </a:ext>
                  </a:extLst>
                </a:gridCol>
                <a:gridCol w="1874520">
                  <a:extLst>
                    <a:ext uri="{9D8B030D-6E8A-4147-A177-3AD203B41FA5}">
                      <a16:colId xmlns:a16="http://schemas.microsoft.com/office/drawing/2014/main" val="3682590430"/>
                    </a:ext>
                  </a:extLst>
                </a:gridCol>
                <a:gridCol w="1371600">
                  <a:extLst>
                    <a:ext uri="{9D8B030D-6E8A-4147-A177-3AD203B41FA5}">
                      <a16:colId xmlns:a16="http://schemas.microsoft.com/office/drawing/2014/main" val="2116402459"/>
                    </a:ext>
                  </a:extLst>
                </a:gridCol>
                <a:gridCol w="1389888">
                  <a:extLst>
                    <a:ext uri="{9D8B030D-6E8A-4147-A177-3AD203B41FA5}">
                      <a16:colId xmlns:a16="http://schemas.microsoft.com/office/drawing/2014/main" val="291965189"/>
                    </a:ext>
                  </a:extLst>
                </a:gridCol>
                <a:gridCol w="3428466">
                  <a:extLst>
                    <a:ext uri="{9D8B030D-6E8A-4147-A177-3AD203B41FA5}">
                      <a16:colId xmlns:a16="http://schemas.microsoft.com/office/drawing/2014/main" val="1461099264"/>
                    </a:ext>
                  </a:extLst>
                </a:gridCol>
                <a:gridCol w="350163">
                  <a:extLst>
                    <a:ext uri="{9D8B030D-6E8A-4147-A177-3AD203B41FA5}">
                      <a16:colId xmlns:a16="http://schemas.microsoft.com/office/drawing/2014/main" val="1837298209"/>
                    </a:ext>
                  </a:extLst>
                </a:gridCol>
              </a:tblGrid>
              <a:tr h="41691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kern="1200">
                          <a:solidFill>
                            <a:schemeClr val="lt1"/>
                          </a:solidFill>
                          <a:effectLst/>
                          <a:latin typeface="+mn-lt"/>
                          <a:ea typeface="+mn-ea"/>
                          <a:cs typeface="+mn-cs"/>
                        </a:rPr>
                        <a:t>Product/Study</a:t>
                      </a:r>
                    </a:p>
                    <a:p>
                      <a:pPr marL="0" marR="0" indent="0" algn="ctr" defTabSz="914400" rtl="0" eaLnBrk="1" fontAlgn="auto" latinLnBrk="0" hangingPunct="1">
                        <a:spcBef>
                          <a:spcPts val="0"/>
                        </a:spcBef>
                        <a:spcAft>
                          <a:spcPts val="0"/>
                        </a:spcAft>
                      </a:pPr>
                      <a:endParaRPr lang="en-US" altLang="zh-CN" sz="1200" b="1" kern="1200">
                        <a:solidFill>
                          <a:schemeClr val="lt1"/>
                        </a:solidFill>
                        <a:effectLst/>
                        <a:latin typeface="+mn-lt"/>
                        <a:ea typeface="+mn-ea"/>
                        <a:cs typeface="+mn-cs"/>
                      </a:endParaRPr>
                    </a:p>
                  </a:txBody>
                  <a:tcPr marL="0" marR="0" marT="0" marB="0" anchor="ctr">
                    <a:solidFill>
                      <a:schemeClr val="bg2">
                        <a:lumMod val="75000"/>
                        <a:lumOff val="25000"/>
                      </a:schemeClr>
                    </a:solidFill>
                  </a:tcPr>
                </a:tc>
                <a:tc>
                  <a:txBody>
                    <a:bodyPr/>
                    <a:lstStyle/>
                    <a:p>
                      <a:pPr marL="0" marR="0" indent="0" algn="ctr" defTabSz="914400" rtl="0" eaLnBrk="1" fontAlgn="auto" latinLnBrk="0" hangingPunct="1">
                        <a:spcBef>
                          <a:spcPts val="0"/>
                        </a:spcBef>
                        <a:spcAft>
                          <a:spcPts val="0"/>
                        </a:spcAft>
                      </a:pPr>
                      <a:r>
                        <a:rPr lang="en-US" sz="1200" b="1" kern="1200">
                          <a:solidFill>
                            <a:schemeClr val="lt1"/>
                          </a:solidFill>
                          <a:effectLst/>
                          <a:latin typeface="+mn-lt"/>
                          <a:ea typeface="+mn-ea"/>
                          <a:cs typeface="+mn-cs"/>
                        </a:rPr>
                        <a:t>Indication</a:t>
                      </a:r>
                      <a:endParaRPr lang="en-US" altLang="zh-CN" sz="1200" b="1" kern="1200">
                        <a:solidFill>
                          <a:schemeClr val="lt1"/>
                        </a:solidFill>
                        <a:effectLst/>
                        <a:latin typeface="+mn-lt"/>
                        <a:ea typeface="+mn-ea"/>
                        <a:cs typeface="+mn-cs"/>
                      </a:endParaRPr>
                    </a:p>
                  </a:txBody>
                  <a:tcPr marL="0" marR="0" marT="0" marB="0" anchor="ctr">
                    <a:solidFill>
                      <a:schemeClr val="bg2">
                        <a:lumMod val="75000"/>
                        <a:lumOff val="25000"/>
                      </a:schemeClr>
                    </a:solidFill>
                  </a:tcPr>
                </a:tc>
                <a:tc>
                  <a:txBody>
                    <a:bodyPr/>
                    <a:lstStyle/>
                    <a:p>
                      <a:pPr marL="0" marR="0" lvl="0" indent="0" algn="ctr" defTabSz="914400" rtl="0" eaLnBrk="1" fontAlgn="auto" latinLnBrk="0" hangingPunct="1">
                        <a:lnSpc>
                          <a:spcPct val="100000"/>
                        </a:lnSpc>
                        <a:spcBef>
                          <a:spcPts val="0"/>
                        </a:spcBef>
                        <a:spcAft>
                          <a:spcPts val="0"/>
                        </a:spcAft>
                        <a:buNone/>
                      </a:pPr>
                      <a:r>
                        <a:rPr lang="en-US" sz="1200" b="1" kern="1200" noProof="0">
                          <a:solidFill>
                            <a:schemeClr val="lt1"/>
                          </a:solidFill>
                          <a:effectLst/>
                          <a:latin typeface="+mn-lt"/>
                          <a:ea typeface="+mn-ea"/>
                          <a:cs typeface="+mn-cs"/>
                        </a:rPr>
                        <a:t>Study type</a:t>
                      </a:r>
                    </a:p>
                    <a:p>
                      <a:pPr marL="0" marR="0" lvl="0" indent="0" algn="ctr" defTabSz="914400" rtl="0" eaLnBrk="1" fontAlgn="auto" latinLnBrk="0" hangingPunct="1">
                        <a:lnSpc>
                          <a:spcPct val="100000"/>
                        </a:lnSpc>
                        <a:spcBef>
                          <a:spcPts val="0"/>
                        </a:spcBef>
                        <a:spcAft>
                          <a:spcPts val="0"/>
                        </a:spcAft>
                        <a:buNone/>
                      </a:pPr>
                      <a:r>
                        <a:rPr lang="en-US" sz="1200" b="1" kern="1200" noProof="0">
                          <a:solidFill>
                            <a:schemeClr val="lt1"/>
                          </a:solidFill>
                          <a:effectLst/>
                          <a:latin typeface="+mn-lt"/>
                          <a:ea typeface="+mn-ea"/>
                          <a:cs typeface="+mn-cs"/>
                        </a:rPr>
                        <a:t>(Study no.: FPI-LPO, CTR)</a:t>
                      </a:r>
                    </a:p>
                  </a:txBody>
                  <a:tcPr marL="0" marR="0" marT="0" marB="0" anchor="ctr">
                    <a:solidFill>
                      <a:schemeClr val="bg2">
                        <a:lumMod val="75000"/>
                        <a:lumOff val="25000"/>
                      </a:schemeClr>
                    </a:solidFill>
                  </a:tcPr>
                </a:tc>
                <a:tc>
                  <a:txBody>
                    <a:bodyPr/>
                    <a:lstStyle/>
                    <a:p>
                      <a:pPr marL="0" marR="0" lvl="0" indent="0" algn="ctr" defTabSz="914400" rtl="0" eaLnBrk="1" fontAlgn="auto" latinLnBrk="0" hangingPunct="1">
                        <a:spcBef>
                          <a:spcPts val="0"/>
                        </a:spcBef>
                        <a:spcAft>
                          <a:spcPts val="0"/>
                        </a:spcAft>
                        <a:buNone/>
                      </a:pPr>
                      <a:r>
                        <a:rPr lang="en-US" sz="1200" b="1" kern="1200">
                          <a:solidFill>
                            <a:schemeClr val="lt1"/>
                          </a:solidFill>
                          <a:effectLst/>
                          <a:latin typeface="+mn-lt"/>
                          <a:ea typeface="+mn-ea"/>
                          <a:cs typeface="+mn-cs"/>
                        </a:rPr>
                        <a:t>Current status</a:t>
                      </a:r>
                      <a:endParaRPr lang="zh-CN" altLang="en-US" sz="1200" b="1" kern="1200">
                        <a:solidFill>
                          <a:schemeClr val="lt1"/>
                        </a:solidFill>
                        <a:effectLst/>
                        <a:latin typeface="+mn-lt"/>
                        <a:ea typeface="+mn-ea"/>
                        <a:cs typeface="+mn-cs"/>
                      </a:endParaRPr>
                    </a:p>
                  </a:txBody>
                  <a:tcPr marL="0" marR="0" marT="0" marB="0" anchor="ctr">
                    <a:solidFill>
                      <a:schemeClr val="bg2">
                        <a:lumMod val="75000"/>
                        <a:lumOff val="25000"/>
                      </a:schemeClr>
                    </a:solidFill>
                  </a:tcPr>
                </a:tc>
                <a:tc>
                  <a:txBody>
                    <a:bodyPr/>
                    <a:lstStyle/>
                    <a:p>
                      <a:pPr marL="0" marR="0" lvl="0" indent="0" algn="ctr" defTabSz="914400" rtl="0" eaLnBrk="1" fontAlgn="auto" latinLnBrk="0" hangingPunct="1">
                        <a:spcBef>
                          <a:spcPts val="0"/>
                        </a:spcBef>
                        <a:spcAft>
                          <a:spcPts val="0"/>
                        </a:spcAft>
                        <a:buNone/>
                      </a:pPr>
                      <a:r>
                        <a:rPr lang="en-US" sz="1200" b="1" kern="1200">
                          <a:solidFill>
                            <a:schemeClr val="lt1"/>
                          </a:solidFill>
                          <a:effectLst/>
                          <a:latin typeface="+mn-lt"/>
                          <a:ea typeface="+mn-ea"/>
                          <a:cs typeface="+mn-cs"/>
                        </a:rPr>
                        <a:t> Next </a:t>
                      </a:r>
                      <a:endParaRPr lang="en-US" altLang="zh-CN" sz="1200" b="1" kern="1200">
                        <a:solidFill>
                          <a:schemeClr val="lt1"/>
                        </a:solidFill>
                        <a:effectLst/>
                        <a:latin typeface="+mn-lt"/>
                        <a:ea typeface="+mn-ea"/>
                        <a:cs typeface="+mn-cs"/>
                      </a:endParaRPr>
                    </a:p>
                    <a:p>
                      <a:pPr marL="0" marR="0" lvl="0" indent="0" algn="ctr" defTabSz="914400" rtl="0" eaLnBrk="1" fontAlgn="auto" latinLnBrk="0" hangingPunct="1">
                        <a:spcBef>
                          <a:spcPts val="0"/>
                        </a:spcBef>
                        <a:spcAft>
                          <a:spcPts val="0"/>
                        </a:spcAft>
                        <a:buNone/>
                      </a:pPr>
                      <a:r>
                        <a:rPr lang="en-US" sz="1200" b="1" kern="1200">
                          <a:solidFill>
                            <a:schemeClr val="lt1"/>
                          </a:solidFill>
                          <a:effectLst/>
                          <a:latin typeface="+mn-lt"/>
                          <a:ea typeface="+mn-ea"/>
                          <a:cs typeface="+mn-cs"/>
                        </a:rPr>
                        <a:t>Milestone</a:t>
                      </a:r>
                      <a:endParaRPr lang="en-US" altLang="zh-CN" sz="1200" b="1" kern="1200">
                        <a:solidFill>
                          <a:schemeClr val="lt1"/>
                        </a:solidFill>
                        <a:effectLst/>
                        <a:latin typeface="+mn-lt"/>
                        <a:ea typeface="+mn-ea"/>
                        <a:cs typeface="+mn-cs"/>
                      </a:endParaRPr>
                    </a:p>
                  </a:txBody>
                  <a:tcPr marL="0" marR="0" marT="0" marB="0" anchor="ctr">
                    <a:solidFill>
                      <a:schemeClr val="bg2">
                        <a:lumMod val="75000"/>
                        <a:lumOff val="25000"/>
                      </a:schemeClr>
                    </a:solidFill>
                  </a:tcPr>
                </a:tc>
                <a:tc>
                  <a:txBody>
                    <a:bodyPr/>
                    <a:lstStyle/>
                    <a:p>
                      <a:pPr marL="0" marR="0" indent="0" algn="ctr" defTabSz="914400" rtl="0" eaLnBrk="1" fontAlgn="auto" latinLnBrk="0" hangingPunct="1">
                        <a:spcBef>
                          <a:spcPts val="0"/>
                        </a:spcBef>
                        <a:spcAft>
                          <a:spcPts val="0"/>
                        </a:spcAft>
                      </a:pPr>
                      <a:r>
                        <a:rPr lang="en-US" sz="1200" b="1" kern="1200">
                          <a:solidFill>
                            <a:schemeClr val="lt1"/>
                          </a:solidFill>
                          <a:effectLst/>
                          <a:latin typeface="+mn-lt"/>
                          <a:ea typeface="+mn-ea"/>
                          <a:cs typeface="+mn-cs"/>
                        </a:rPr>
                        <a:t>Key Updates</a:t>
                      </a:r>
                      <a:endParaRPr lang="en-US" altLang="zh-CN" sz="1200" b="1" kern="1200">
                        <a:solidFill>
                          <a:schemeClr val="lt1"/>
                        </a:solidFill>
                        <a:effectLst/>
                        <a:latin typeface="+mn-lt"/>
                        <a:ea typeface="+mn-ea"/>
                        <a:cs typeface="+mn-cs"/>
                      </a:endParaRPr>
                    </a:p>
                  </a:txBody>
                  <a:tcPr marL="0" marR="0" marT="0" marB="0" anchor="ctr">
                    <a:solidFill>
                      <a:schemeClr val="bg2">
                        <a:lumMod val="75000"/>
                        <a:lumOff val="25000"/>
                      </a:schemeClr>
                    </a:solidFill>
                  </a:tcPr>
                </a:tc>
                <a:tc>
                  <a:txBody>
                    <a:bodyPr/>
                    <a:lstStyle/>
                    <a:p>
                      <a:pPr marL="0" marR="0" indent="0" algn="ctr" rtl="0" eaLnBrk="1" fontAlgn="auto" latinLnBrk="0" hangingPunct="1">
                        <a:spcBef>
                          <a:spcPts val="0"/>
                        </a:spcBef>
                        <a:spcAft>
                          <a:spcPts val="0"/>
                        </a:spcAft>
                      </a:pPr>
                      <a:endParaRPr lang="zh-CN" altLang="en-US" sz="3200">
                        <a:effectLst/>
                      </a:endParaRPr>
                    </a:p>
                  </a:txBody>
                  <a:tcPr marL="0" marR="0" marT="0" marB="0" anchor="ctr">
                    <a:solidFill>
                      <a:schemeClr val="bg2">
                        <a:lumMod val="75000"/>
                        <a:lumOff val="25000"/>
                      </a:schemeClr>
                    </a:solidFill>
                  </a:tcPr>
                </a:tc>
                <a:extLst>
                  <a:ext uri="{0D108BD9-81ED-4DB2-BD59-A6C34878D82A}">
                    <a16:rowId xmlns:a16="http://schemas.microsoft.com/office/drawing/2014/main" val="4244060689"/>
                  </a:ext>
                </a:extLst>
              </a:tr>
              <a:tr h="694857">
                <a:tc>
                  <a:txBody>
                    <a:bodyPr/>
                    <a:lstStyle/>
                    <a:p>
                      <a:pPr marL="0" marR="0" indent="0" algn="ctr" rtl="0" eaLnBrk="1" fontAlgn="auto" latinLnBrk="0" hangingPunct="1">
                        <a:spcBef>
                          <a:spcPts val="0"/>
                        </a:spcBef>
                        <a:spcAft>
                          <a:spcPts val="0"/>
                        </a:spcAft>
                      </a:pPr>
                      <a:r>
                        <a:rPr lang="en-US" altLang="zh-CN" sz="800" kern="1200" normalizeH="0" baseline="0">
                          <a:solidFill>
                            <a:schemeClr val="dk1"/>
                          </a:solidFill>
                          <a:effectLst/>
                          <a:latin typeface="+mn-lt"/>
                          <a:ea typeface="+mn-ea"/>
                          <a:cs typeface="+mn-cs"/>
                        </a:rPr>
                        <a:t>GlyT1</a:t>
                      </a:r>
                    </a:p>
                    <a:p>
                      <a:pPr marL="0" marR="0" indent="0" algn="ctr" rtl="0" eaLnBrk="1" fontAlgn="auto" latinLnBrk="0" hangingPunct="1">
                        <a:spcBef>
                          <a:spcPts val="0"/>
                        </a:spcBef>
                        <a:spcAft>
                          <a:spcPts val="0"/>
                        </a:spcAft>
                      </a:pPr>
                      <a:r>
                        <a:rPr lang="en-US" altLang="zh-CN" sz="800" kern="1200" normalizeH="0" baseline="0">
                          <a:solidFill>
                            <a:schemeClr val="dk1"/>
                          </a:solidFill>
                          <a:latin typeface="+mn-lt"/>
                          <a:ea typeface="+mn-ea"/>
                          <a:cs typeface="+mn-cs"/>
                        </a:rPr>
                        <a:t>(BJ-PERFECT VR Version Validation) </a:t>
                      </a:r>
                    </a:p>
                    <a:p>
                      <a:pPr marL="0" marR="0" indent="0" algn="ctr" rtl="0" eaLnBrk="1" fontAlgn="auto" latinLnBrk="0" hangingPunct="1">
                        <a:spcBef>
                          <a:spcPts val="0"/>
                        </a:spcBef>
                        <a:spcAft>
                          <a:spcPts val="0"/>
                        </a:spcAft>
                      </a:pPr>
                      <a:r>
                        <a:rPr lang="zh-CN" altLang="en-US" sz="800" b="1" kern="1200" normalizeH="0" baseline="0">
                          <a:solidFill>
                            <a:schemeClr val="dk1"/>
                          </a:solidFill>
                          <a:effectLst/>
                          <a:latin typeface="+mn-lt"/>
                          <a:ea typeface="+mn-ea"/>
                          <a:cs typeface="+mn-cs"/>
                        </a:rPr>
                        <a:t>（</a:t>
                      </a:r>
                      <a:r>
                        <a:rPr lang="en-US" altLang="zh-CN" sz="800" b="1" kern="1200" normalizeH="0" baseline="0">
                          <a:solidFill>
                            <a:schemeClr val="dk1"/>
                          </a:solidFill>
                          <a:effectLst/>
                          <a:latin typeface="+mn-lt"/>
                          <a:ea typeface="+mn-ea"/>
                          <a:cs typeface="+mn-cs"/>
                        </a:rPr>
                        <a:t>Peking University Sixth Hospital</a:t>
                      </a:r>
                      <a:r>
                        <a:rPr lang="zh-CN" altLang="en-US" sz="800" b="1" kern="1200" normalizeH="0" baseline="0">
                          <a:solidFill>
                            <a:schemeClr val="dk1"/>
                          </a:solidFill>
                          <a:effectLst/>
                          <a:latin typeface="+mn-lt"/>
                          <a:ea typeface="+mn-ea"/>
                          <a:cs typeface="+mn-cs"/>
                        </a:rPr>
                        <a:t>， </a:t>
                      </a:r>
                      <a:r>
                        <a:rPr lang="en-US" altLang="zh-CN" sz="800" b="1" kern="1200" normalizeH="0" baseline="0">
                          <a:solidFill>
                            <a:schemeClr val="dk1"/>
                          </a:solidFill>
                          <a:effectLst/>
                          <a:latin typeface="+mn-lt"/>
                          <a:ea typeface="+mn-ea"/>
                          <a:cs typeface="+mn-cs"/>
                        </a:rPr>
                        <a:t>Prof. Shi</a:t>
                      </a:r>
                      <a:r>
                        <a:rPr lang="zh-CN" altLang="en-US" sz="800" kern="1200" normalizeH="0" baseline="0">
                          <a:solidFill>
                            <a:schemeClr val="dk1"/>
                          </a:solidFill>
                          <a:effectLst/>
                          <a:latin typeface="+mn-lt"/>
                          <a:ea typeface="+mn-ea"/>
                          <a:cs typeface="+mn-cs"/>
                        </a:rPr>
                        <a:t>）</a:t>
                      </a:r>
                      <a:endParaRPr lang="en-US" altLang="zh-CN" sz="800" kern="1200" normalizeH="0" baseline="0">
                        <a:solidFill>
                          <a:schemeClr val="dk1"/>
                        </a:solidFill>
                        <a:effectLst/>
                        <a:latin typeface="+mn-lt"/>
                        <a:ea typeface="+mn-ea"/>
                        <a:cs typeface="+mn-cs"/>
                      </a:endParaRPr>
                    </a:p>
                  </a:txBody>
                  <a:tcPr marL="0" marR="0" marT="0" marB="0" anchor="ctr">
                    <a:solidFill>
                      <a:schemeClr val="bg1">
                        <a:lumMod val="85000"/>
                      </a:schemeClr>
                    </a:solidFill>
                  </a:tcPr>
                </a:tc>
                <a:tc>
                  <a:txBody>
                    <a:bodyPr/>
                    <a:lstStyle/>
                    <a:p>
                      <a:pPr marL="0" marR="0" indent="0" algn="ctr" rtl="0" eaLnBrk="1" fontAlgn="auto" latinLnBrk="0" hangingPunct="1">
                        <a:spcBef>
                          <a:spcPts val="0"/>
                        </a:spcBef>
                        <a:spcAft>
                          <a:spcPts val="0"/>
                        </a:spcAft>
                      </a:pPr>
                      <a:r>
                        <a:rPr lang="en-US" altLang="zh-CN" sz="800" kern="1200" normalizeH="0" baseline="0">
                          <a:solidFill>
                            <a:schemeClr val="dk1"/>
                          </a:solidFill>
                          <a:effectLst/>
                          <a:latin typeface="+mn-lt"/>
                          <a:ea typeface="+mn-ea"/>
                          <a:cs typeface="+mn-cs"/>
                        </a:rPr>
                        <a:t>BJ-PERFECT VR Validation and norm</a:t>
                      </a:r>
                    </a:p>
                  </a:txBody>
                  <a:tcPr marL="0" marR="0" marT="0" marB="0" anchor="ctr">
                    <a:solidFill>
                      <a:schemeClr val="bg1">
                        <a:lumMod val="85000"/>
                      </a:schemeClr>
                    </a:solidFill>
                  </a:tcPr>
                </a:tc>
                <a:tc>
                  <a:txBody>
                    <a:bodyPr/>
                    <a:lstStyle/>
                    <a:p>
                      <a:pPr marL="0" marR="0" lvl="0" indent="0" algn="ctr">
                        <a:spcBef>
                          <a:spcPts val="0"/>
                        </a:spcBef>
                        <a:spcAft>
                          <a:spcPts val="0"/>
                        </a:spcAft>
                        <a:buNone/>
                      </a:pPr>
                      <a:r>
                        <a:rPr lang="en-US" altLang="zh-CN" sz="800" kern="1200" normalizeH="0" baseline="0">
                          <a:solidFill>
                            <a:schemeClr val="dk1"/>
                          </a:solidFill>
                          <a:effectLst/>
                          <a:latin typeface="+mn-lt"/>
                          <a:ea typeface="+mn-ea"/>
                          <a:cs typeface="+mn-cs"/>
                        </a:rPr>
                        <a:t>ECR</a:t>
                      </a:r>
                    </a:p>
                    <a:p>
                      <a:pPr marL="0" marR="0" lvl="0" indent="0" algn="ctr">
                        <a:spcBef>
                          <a:spcPts val="0"/>
                        </a:spcBef>
                        <a:spcAft>
                          <a:spcPts val="0"/>
                        </a:spcAft>
                        <a:buNone/>
                      </a:pPr>
                      <a:r>
                        <a:rPr lang="en-US" altLang="zh-CN" sz="800" kern="1200" normalizeH="0" baseline="0">
                          <a:solidFill>
                            <a:schemeClr val="dk1"/>
                          </a:solidFill>
                          <a:effectLst/>
                          <a:latin typeface="+mn-lt"/>
                          <a:ea typeface="+mn-ea"/>
                          <a:cs typeface="+mn-cs"/>
                        </a:rPr>
                        <a:t>(1346-0089; Sep 2024-</a:t>
                      </a:r>
                    </a:p>
                    <a:p>
                      <a:pPr marL="0" marR="0" lvl="0" indent="0" algn="ctr">
                        <a:spcBef>
                          <a:spcPts val="0"/>
                        </a:spcBef>
                        <a:spcAft>
                          <a:spcPts val="0"/>
                        </a:spcAft>
                        <a:buNone/>
                      </a:pPr>
                      <a:r>
                        <a:rPr lang="en-US" altLang="zh-CN" sz="800" kern="1200" normalizeH="0" baseline="0">
                          <a:solidFill>
                            <a:schemeClr val="dk1"/>
                          </a:solidFill>
                          <a:effectLst/>
                          <a:latin typeface="+mn-lt"/>
                          <a:ea typeface="+mn-ea"/>
                          <a:cs typeface="+mn-cs"/>
                        </a:rPr>
                        <a:t>Dec 2025, Dec 2026)</a:t>
                      </a:r>
                    </a:p>
                  </a:txBody>
                  <a:tcPr marL="0" marR="0" marT="0" marB="0" anchor="ctr">
                    <a:solidFill>
                      <a:schemeClr val="bg1">
                        <a:lumMod val="85000"/>
                      </a:schemeClr>
                    </a:solidFill>
                  </a:tcPr>
                </a:tc>
                <a:tc>
                  <a:txBody>
                    <a:bodyPr/>
                    <a:lstStyle/>
                    <a:p>
                      <a:pPr marL="0" marR="0" lvl="0" indent="0" algn="ctr">
                        <a:spcBef>
                          <a:spcPts val="0"/>
                        </a:spcBef>
                        <a:spcAft>
                          <a:spcPts val="0"/>
                        </a:spcAft>
                        <a:buNone/>
                      </a:pPr>
                      <a:r>
                        <a:rPr lang="en-US" altLang="zh-CN" sz="800" kern="1200" normalizeH="0" baseline="0" noProof="0">
                          <a:solidFill>
                            <a:schemeClr val="dk1"/>
                          </a:solidFill>
                          <a:effectLst/>
                          <a:latin typeface="+mn-lt"/>
                          <a:ea typeface="+mn-ea"/>
                          <a:cs typeface="+mn-cs"/>
                        </a:rPr>
                        <a:t>Data analysis completion </a:t>
                      </a:r>
                    </a:p>
                    <a:p>
                      <a:pPr marL="0" marR="0" lvl="0" indent="0" algn="ctr">
                        <a:spcBef>
                          <a:spcPts val="0"/>
                        </a:spcBef>
                        <a:spcAft>
                          <a:spcPts val="0"/>
                        </a:spcAft>
                        <a:buNone/>
                      </a:pPr>
                      <a:r>
                        <a:rPr lang="en-US" altLang="zh-CN" sz="800" kern="1200" normalizeH="0" baseline="0" noProof="0">
                          <a:solidFill>
                            <a:schemeClr val="dk1"/>
                          </a:solidFill>
                          <a:effectLst/>
                          <a:latin typeface="+mn-lt"/>
                          <a:ea typeface="+mn-ea"/>
                          <a:cs typeface="+mn-cs"/>
                        </a:rPr>
                        <a:t>  (Mar 2026)</a:t>
                      </a:r>
                    </a:p>
                  </a:txBody>
                  <a:tcPr marL="0" marR="0" marT="0" marB="0" anchor="ctr">
                    <a:solidFill>
                      <a:schemeClr val="bg1">
                        <a:lumMod val="85000"/>
                      </a:schemeClr>
                    </a:solidFill>
                  </a:tcPr>
                </a:tc>
                <a:tc>
                  <a:txBody>
                    <a:bodyPr/>
                    <a:lstStyle/>
                    <a:p>
                      <a:pPr marL="0" marR="0" lvl="0" indent="0" algn="ctr">
                        <a:spcBef>
                          <a:spcPts val="0"/>
                        </a:spcBef>
                        <a:spcAft>
                          <a:spcPts val="0"/>
                        </a:spcAft>
                        <a:buNone/>
                      </a:pPr>
                      <a:r>
                        <a:rPr lang="en-US" altLang="zh-CN" sz="800" kern="1200" normalizeH="0" baseline="0" noProof="0">
                          <a:solidFill>
                            <a:schemeClr val="dk1"/>
                          </a:solidFill>
                          <a:effectLst/>
                          <a:latin typeface="+mn-lt"/>
                          <a:ea typeface="+mn-ea"/>
                          <a:cs typeface="+mn-cs"/>
                        </a:rPr>
                        <a:t>Data analysis completion </a:t>
                      </a:r>
                    </a:p>
                    <a:p>
                      <a:pPr marL="0" marR="0" lvl="0" indent="0" algn="ctr">
                        <a:spcBef>
                          <a:spcPts val="0"/>
                        </a:spcBef>
                        <a:spcAft>
                          <a:spcPts val="0"/>
                        </a:spcAft>
                        <a:buNone/>
                      </a:pPr>
                      <a:r>
                        <a:rPr lang="en-US" altLang="zh-CN" sz="800" kern="1200" normalizeH="0" baseline="0" noProof="0">
                          <a:solidFill>
                            <a:schemeClr val="dk1"/>
                          </a:solidFill>
                          <a:effectLst/>
                          <a:latin typeface="+mn-lt"/>
                          <a:ea typeface="+mn-ea"/>
                          <a:cs typeface="+mn-cs"/>
                        </a:rPr>
                        <a:t>  (Jun 2026)</a:t>
                      </a:r>
                    </a:p>
                  </a:txBody>
                  <a:tcPr marL="0" marR="0" marT="0" marB="0" anchor="ctr">
                    <a:solidFill>
                      <a:schemeClr val="bg1">
                        <a:lumMod val="85000"/>
                      </a:schemeClr>
                    </a:solidFill>
                  </a:tcPr>
                </a:tc>
                <a:tc>
                  <a:txBody>
                    <a:bodyPr/>
                    <a:lstStyle/>
                    <a:p>
                      <a:pPr marL="180975" marR="0" lvl="1" indent="-179070" algn="l" defTabSz="8439150" rtl="0" eaLnBrk="1" fontAlgn="base" latinLnBrk="0" hangingPunct="1">
                        <a:lnSpc>
                          <a:spcPct val="100000"/>
                        </a:lnSpc>
                        <a:spcBef>
                          <a:spcPts val="200"/>
                        </a:spcBef>
                        <a:spcAft>
                          <a:spcPct val="0"/>
                        </a:spcAft>
                        <a:buClr>
                          <a:srgbClr val="53575E"/>
                        </a:buClr>
                        <a:buSzTx/>
                        <a:buFont typeface="Arial" pitchFamily="34" charset="0"/>
                        <a:buChar char="•"/>
                        <a:tabLst/>
                        <a:defRPr/>
                      </a:pPr>
                      <a:endParaRPr kumimoji="0" lang="en-US" altLang="zh-CN" sz="800" b="1" i="0" u="none" strike="noStrike" kern="1200" cap="none" spc="0" normalizeH="0" baseline="0" noProof="0">
                        <a:ln>
                          <a:noFill/>
                        </a:ln>
                        <a:solidFill>
                          <a:srgbClr val="003366"/>
                        </a:solidFill>
                        <a:effectLst/>
                        <a:uLnTx/>
                        <a:uFillTx/>
                        <a:latin typeface="+mn-lt"/>
                        <a:ea typeface="+mn-ea"/>
                        <a:cs typeface="Arial"/>
                      </a:endParaRPr>
                    </a:p>
                    <a:p>
                      <a:pPr marL="359410" marR="0" lvl="1" indent="-219075" algn="l" defTabSz="914400" rtl="0" eaLnBrk="1" fontAlgn="auto" latinLnBrk="0" hangingPunct="1">
                        <a:lnSpc>
                          <a:spcPct val="100000"/>
                        </a:lnSpc>
                        <a:spcBef>
                          <a:spcPts val="0"/>
                        </a:spcBef>
                        <a:spcAft>
                          <a:spcPts val="0"/>
                        </a:spcAft>
                        <a:buClrTx/>
                        <a:buSzPts val="900"/>
                        <a:buFont typeface="Arial" panose="020B0604020202020204" pitchFamily="34" charset="0"/>
                        <a:buChar char="•"/>
                        <a:tabLst/>
                        <a:defRPr/>
                      </a:pPr>
                      <a:r>
                        <a:rPr kumimoji="0" lang="en-US" altLang="zh-CN" sz="800" b="0" i="0" u="none" strike="noStrike" kern="1200" cap="none" spc="0" normalizeH="0" baseline="0" noProof="0">
                          <a:ln>
                            <a:noFill/>
                          </a:ln>
                          <a:solidFill>
                            <a:prstClr val="black"/>
                          </a:solidFill>
                          <a:effectLst/>
                          <a:uLnTx/>
                          <a:uFillTx/>
                          <a:latin typeface="+mn-lt"/>
                          <a:ea typeface="+mn-ea"/>
                          <a:cs typeface="+mn-cs"/>
                        </a:rPr>
                        <a:t>Data analysis has been conducting</a:t>
                      </a:r>
                    </a:p>
                    <a:p>
                      <a:pPr marL="359410" marR="0" lvl="1" indent="-219075" algn="l" defTabSz="914400" rtl="0" eaLnBrk="1" fontAlgn="auto" latinLnBrk="0" hangingPunct="1">
                        <a:lnSpc>
                          <a:spcPct val="100000"/>
                        </a:lnSpc>
                        <a:spcBef>
                          <a:spcPts val="0"/>
                        </a:spcBef>
                        <a:spcAft>
                          <a:spcPts val="0"/>
                        </a:spcAft>
                        <a:buClrTx/>
                        <a:buSzPts val="900"/>
                        <a:buFont typeface="Arial" panose="020B0604020202020204" pitchFamily="34" charset="0"/>
                        <a:buChar char="•"/>
                        <a:tabLst/>
                        <a:defRPr/>
                      </a:pPr>
                      <a:r>
                        <a:rPr kumimoji="0" lang="en-US" altLang="zh-CN" sz="800" b="0" i="0" u="none" strike="noStrike" kern="1200" cap="none" spc="0" normalizeH="0" baseline="0" noProof="0">
                          <a:ln>
                            <a:noFill/>
                          </a:ln>
                          <a:solidFill>
                            <a:prstClr val="black"/>
                          </a:solidFill>
                          <a:effectLst/>
                          <a:uLnTx/>
                          <a:uFillTx/>
                          <a:latin typeface="+mn-lt"/>
                          <a:ea typeface="+mn-ea"/>
                          <a:cs typeface="+mn-cs"/>
                        </a:rPr>
                        <a:t>Sponsor-investigator is preparing study report</a:t>
                      </a:r>
                    </a:p>
                  </a:txBody>
                  <a:tcPr marL="0" marR="0" marT="0" marB="0" anchor="ctr">
                    <a:solidFill>
                      <a:schemeClr val="bg1">
                        <a:lumMod val="85000"/>
                      </a:schemeClr>
                    </a:solidFill>
                  </a:tcPr>
                </a:tc>
                <a:tc>
                  <a:txBody>
                    <a:bodyPr/>
                    <a:lstStyle/>
                    <a:p>
                      <a:pPr marL="0" marR="0" indent="0" algn="ctr" rtl="0" eaLnBrk="1" fontAlgn="auto" latinLnBrk="0" hangingPunct="1">
                        <a:spcBef>
                          <a:spcPts val="0"/>
                        </a:spcBef>
                        <a:spcAft>
                          <a:spcPts val="0"/>
                        </a:spcAft>
                      </a:pPr>
                      <a:endParaRPr lang="en-US" altLang="zh-CN" sz="900">
                        <a:effectLst/>
                      </a:endParaRPr>
                    </a:p>
                  </a:txBody>
                  <a:tcPr marL="0" marR="0" marT="0" marB="0" anchor="ctr">
                    <a:solidFill>
                      <a:schemeClr val="bg1">
                        <a:lumMod val="85000"/>
                      </a:schemeClr>
                    </a:solidFill>
                  </a:tcPr>
                </a:tc>
                <a:extLst>
                  <a:ext uri="{0D108BD9-81ED-4DB2-BD59-A6C34878D82A}">
                    <a16:rowId xmlns:a16="http://schemas.microsoft.com/office/drawing/2014/main" val="146589310"/>
                  </a:ext>
                </a:extLst>
              </a:tr>
              <a:tr h="910140">
                <a:tc>
                  <a:txBody>
                    <a:bodyPr/>
                    <a:lstStyle/>
                    <a:p>
                      <a:pPr marL="0" marR="0" indent="0" algn="ctr" rtl="0" eaLnBrk="1" fontAlgn="auto" latinLnBrk="0" hangingPunct="1">
                        <a:spcBef>
                          <a:spcPts val="0"/>
                        </a:spcBef>
                        <a:spcAft>
                          <a:spcPts val="0"/>
                        </a:spcAft>
                      </a:pPr>
                      <a:r>
                        <a:rPr lang="en-US" altLang="zh-CN" sz="800" kern="1200" normalizeH="0" baseline="0">
                          <a:solidFill>
                            <a:schemeClr val="dk1"/>
                          </a:solidFill>
                          <a:effectLst/>
                          <a:latin typeface="+mn-lt"/>
                          <a:ea typeface="+mn-ea"/>
                          <a:cs typeface="+mn-cs"/>
                        </a:rPr>
                        <a:t>PAFR and anti-C3</a:t>
                      </a:r>
                    </a:p>
                    <a:p>
                      <a:pPr marL="0" marR="0" indent="0" algn="ctr" rtl="0" eaLnBrk="1" fontAlgn="auto" latinLnBrk="0" hangingPunct="1">
                        <a:spcBef>
                          <a:spcPts val="0"/>
                        </a:spcBef>
                        <a:spcAft>
                          <a:spcPts val="0"/>
                        </a:spcAft>
                      </a:pPr>
                      <a:r>
                        <a:rPr lang="en-US" altLang="zh-CN" sz="800" kern="1200" normalizeH="0" baseline="0">
                          <a:solidFill>
                            <a:schemeClr val="dk1"/>
                          </a:solidFill>
                          <a:effectLst/>
                          <a:latin typeface="+mn-lt"/>
                          <a:ea typeface="+mn-ea"/>
                          <a:cs typeface="+mn-cs"/>
                        </a:rPr>
                        <a:t>(COMPASS)</a:t>
                      </a:r>
                    </a:p>
                    <a:p>
                      <a:pPr marL="0" marR="0" indent="0" algn="ctr" rtl="0" eaLnBrk="1" fontAlgn="auto" latinLnBrk="0" hangingPunct="1">
                        <a:spcBef>
                          <a:spcPts val="0"/>
                        </a:spcBef>
                        <a:spcAft>
                          <a:spcPts val="0"/>
                        </a:spcAft>
                      </a:pPr>
                      <a:r>
                        <a:rPr lang="zh-CN" altLang="en-US" sz="800" b="1" kern="1200" normalizeH="0" baseline="0">
                          <a:solidFill>
                            <a:schemeClr val="dk1"/>
                          </a:solidFill>
                          <a:effectLst/>
                          <a:latin typeface="+mn-lt"/>
                          <a:ea typeface="+mn-ea"/>
                          <a:cs typeface="+mn-cs"/>
                        </a:rPr>
                        <a:t>（</a:t>
                      </a:r>
                      <a:r>
                        <a:rPr lang="en-US" altLang="zh-CN" sz="800" b="1" kern="1200" normalizeH="0" baseline="0">
                          <a:solidFill>
                            <a:schemeClr val="dk1"/>
                          </a:solidFill>
                          <a:effectLst/>
                          <a:latin typeface="+mn-lt"/>
                          <a:ea typeface="+mn-ea"/>
                          <a:cs typeface="+mn-cs"/>
                        </a:rPr>
                        <a:t>Chinese Academy of Medical Sciences &amp; Peking Union Medical College, Prof. Chen</a:t>
                      </a:r>
                      <a:r>
                        <a:rPr lang="zh-CN" altLang="en-US" sz="800" b="1" kern="1200" normalizeH="0" baseline="0">
                          <a:solidFill>
                            <a:schemeClr val="dk1"/>
                          </a:solidFill>
                          <a:effectLst/>
                          <a:latin typeface="+mn-lt"/>
                          <a:ea typeface="+mn-ea"/>
                          <a:cs typeface="+mn-cs"/>
                        </a:rPr>
                        <a:t>）</a:t>
                      </a:r>
                      <a:endParaRPr lang="en-US" altLang="zh-CN" sz="800" b="1" kern="1200" normalizeH="0" baseline="0">
                        <a:solidFill>
                          <a:schemeClr val="dk1"/>
                        </a:solidFill>
                        <a:effectLst/>
                        <a:latin typeface="+mn-lt"/>
                        <a:ea typeface="+mn-ea"/>
                        <a:cs typeface="+mn-cs"/>
                      </a:endParaRPr>
                    </a:p>
                  </a:txBody>
                  <a:tcPr marL="0" marR="0" marT="0" marB="0" anchor="ctr">
                    <a:solidFill>
                      <a:schemeClr val="bg1">
                        <a:lumMod val="85000"/>
                      </a:schemeClr>
                    </a:solidFill>
                  </a:tcPr>
                </a:tc>
                <a:tc>
                  <a:txBody>
                    <a:bodyPr/>
                    <a:lstStyle/>
                    <a:p>
                      <a:pPr marL="0" marR="0" indent="0" algn="ctr" rtl="0" eaLnBrk="1" fontAlgn="auto" latinLnBrk="0" hangingPunct="1">
                        <a:spcBef>
                          <a:spcPts val="0"/>
                        </a:spcBef>
                        <a:spcAft>
                          <a:spcPts val="0"/>
                        </a:spcAft>
                      </a:pPr>
                      <a:r>
                        <a:rPr lang="en-US" altLang="zh-CN" sz="800" kern="1200" normalizeH="0" baseline="0">
                          <a:solidFill>
                            <a:schemeClr val="dk1"/>
                          </a:solidFill>
                          <a:effectLst/>
                          <a:latin typeface="+mn-lt"/>
                          <a:ea typeface="+mn-ea"/>
                          <a:cs typeface="+mn-cs"/>
                        </a:rPr>
                        <a:t>GA</a:t>
                      </a:r>
                    </a:p>
                  </a:txBody>
                  <a:tcPr marL="0" marR="0" marT="0" marB="0" anchor="ctr">
                    <a:solidFill>
                      <a:schemeClr val="bg1">
                        <a:lumMod val="85000"/>
                      </a:schemeClr>
                    </a:solidFill>
                  </a:tcPr>
                </a:tc>
                <a:tc>
                  <a:txBody>
                    <a:bodyPr/>
                    <a:lstStyle/>
                    <a:p>
                      <a:pPr marL="0" marR="0" lvl="0" indent="0" algn="ctr">
                        <a:spcBef>
                          <a:spcPts val="0"/>
                        </a:spcBef>
                        <a:spcAft>
                          <a:spcPts val="0"/>
                        </a:spcAft>
                        <a:buNone/>
                      </a:pPr>
                      <a:r>
                        <a:rPr lang="en-US" altLang="zh-CN" sz="800" kern="1200" normalizeH="0" baseline="0">
                          <a:solidFill>
                            <a:schemeClr val="dk1"/>
                          </a:solidFill>
                          <a:effectLst/>
                          <a:latin typeface="+mn-lt"/>
                          <a:ea typeface="+mn-ea"/>
                          <a:cs typeface="+mn-cs"/>
                        </a:rPr>
                        <a:t>ECR</a:t>
                      </a:r>
                    </a:p>
                    <a:p>
                      <a:pPr marL="0" marR="0" lvl="0" indent="0" algn="ctr">
                        <a:spcBef>
                          <a:spcPts val="0"/>
                        </a:spcBef>
                        <a:spcAft>
                          <a:spcPts val="0"/>
                        </a:spcAft>
                        <a:buNone/>
                      </a:pPr>
                      <a:r>
                        <a:rPr lang="en-US" altLang="zh-CN" sz="800" kern="1200" normalizeH="0" baseline="0">
                          <a:solidFill>
                            <a:schemeClr val="dk1"/>
                          </a:solidFill>
                          <a:effectLst/>
                          <a:latin typeface="+mn-lt"/>
                          <a:ea typeface="+mn-ea"/>
                          <a:cs typeface="+mn-cs"/>
                        </a:rPr>
                        <a:t>1484-0020 (Jun2025-Oct 2027, May 2030)</a:t>
                      </a:r>
                    </a:p>
                  </a:txBody>
                  <a:tcPr marL="0" marR="0" marT="0" marB="0" anchor="ctr">
                    <a:solidFill>
                      <a:schemeClr val="bg1">
                        <a:lumMod val="85000"/>
                      </a:schemeClr>
                    </a:solidFill>
                  </a:tcPr>
                </a:tc>
                <a:tc>
                  <a:txBody>
                    <a:bodyPr/>
                    <a:lstStyle/>
                    <a:p>
                      <a:pPr marL="0" marR="0" lvl="0" indent="0" algn="ctr">
                        <a:spcBef>
                          <a:spcPts val="0"/>
                        </a:spcBef>
                        <a:spcAft>
                          <a:spcPts val="0"/>
                        </a:spcAft>
                        <a:buNone/>
                      </a:pPr>
                      <a:r>
                        <a:rPr lang="en-US" altLang="zh-CN" sz="800" kern="1200" normalizeH="0" baseline="0" noProof="0">
                          <a:solidFill>
                            <a:schemeClr val="dk1"/>
                          </a:solidFill>
                          <a:effectLst/>
                          <a:latin typeface="+mn-lt"/>
                          <a:ea typeface="+mn-ea"/>
                          <a:cs typeface="+mn-cs"/>
                        </a:rPr>
                        <a:t>FPI</a:t>
                      </a:r>
                    </a:p>
                    <a:p>
                      <a:pPr marL="0" marR="0" lvl="0" indent="0" algn="ctr">
                        <a:spcBef>
                          <a:spcPts val="0"/>
                        </a:spcBef>
                        <a:spcAft>
                          <a:spcPts val="0"/>
                        </a:spcAft>
                        <a:buNone/>
                      </a:pPr>
                      <a:r>
                        <a:rPr lang="en-US" altLang="zh-CN" sz="800" kern="1200" normalizeH="0" baseline="0" noProof="0">
                          <a:solidFill>
                            <a:schemeClr val="dk1"/>
                          </a:solidFill>
                          <a:effectLst/>
                          <a:latin typeface="+mn-lt"/>
                          <a:ea typeface="+mn-ea"/>
                          <a:cs typeface="+mn-cs"/>
                        </a:rPr>
                        <a:t>（Jun 2025</a:t>
                      </a:r>
                      <a:r>
                        <a:rPr lang="zh-CN" altLang="en-US" sz="800" kern="1200" normalizeH="0" baseline="0" noProof="0">
                          <a:solidFill>
                            <a:schemeClr val="dk1"/>
                          </a:solidFill>
                          <a:effectLst/>
                          <a:latin typeface="+mn-lt"/>
                          <a:ea typeface="+mn-ea"/>
                          <a:cs typeface="+mn-cs"/>
                        </a:rPr>
                        <a:t>）</a:t>
                      </a:r>
                      <a:endParaRPr lang="en-US" altLang="zh-CN" sz="800" kern="1200" normalizeH="0" baseline="0" noProof="0">
                        <a:solidFill>
                          <a:schemeClr val="dk1"/>
                        </a:solidFill>
                        <a:effectLst/>
                        <a:latin typeface="+mn-lt"/>
                        <a:ea typeface="+mn-ea"/>
                        <a:cs typeface="+mn-cs"/>
                      </a:endParaRPr>
                    </a:p>
                  </a:txBody>
                  <a:tcPr marL="0" marR="0" marT="0" marB="0" anchor="ctr">
                    <a:solidFill>
                      <a:schemeClr val="bg1">
                        <a:lumMod val="85000"/>
                      </a:schemeClr>
                    </a:solidFill>
                  </a:tcPr>
                </a:tc>
                <a:tc>
                  <a:txBody>
                    <a:bodyPr/>
                    <a:lstStyle/>
                    <a:p>
                      <a:pPr marL="0" marR="0" lvl="0" indent="0" algn="ctr">
                        <a:spcBef>
                          <a:spcPts val="0"/>
                        </a:spcBef>
                        <a:spcAft>
                          <a:spcPts val="0"/>
                        </a:spcAft>
                        <a:buNone/>
                      </a:pPr>
                      <a:r>
                        <a:rPr lang="en-US" altLang="zh-CN" sz="800" kern="1200" normalizeH="0" baseline="0" noProof="0">
                          <a:solidFill>
                            <a:schemeClr val="dk1"/>
                          </a:solidFill>
                          <a:effectLst/>
                          <a:latin typeface="+mn-lt"/>
                          <a:ea typeface="+mn-ea"/>
                          <a:cs typeface="+mn-cs"/>
                        </a:rPr>
                        <a:t>1st  interim analysis </a:t>
                      </a:r>
                    </a:p>
                    <a:p>
                      <a:pPr marL="0" marR="0" lvl="0" indent="0" algn="ctr">
                        <a:spcBef>
                          <a:spcPts val="0"/>
                        </a:spcBef>
                        <a:spcAft>
                          <a:spcPts val="0"/>
                        </a:spcAft>
                        <a:buNone/>
                      </a:pPr>
                      <a:r>
                        <a:rPr lang="zh-CN" altLang="en-US" sz="800" kern="1200" normalizeH="0" baseline="0" noProof="0">
                          <a:solidFill>
                            <a:schemeClr val="dk1"/>
                          </a:solidFill>
                          <a:effectLst/>
                          <a:latin typeface="+mn-lt"/>
                          <a:ea typeface="+mn-ea"/>
                          <a:cs typeface="+mn-cs"/>
                        </a:rPr>
                        <a:t>（</a:t>
                      </a:r>
                      <a:r>
                        <a:rPr lang="en-US" altLang="zh-CN" sz="800" kern="1200" normalizeH="0" baseline="0" noProof="0">
                          <a:solidFill>
                            <a:schemeClr val="dk1"/>
                          </a:solidFill>
                          <a:effectLst/>
                          <a:latin typeface="+mn-lt"/>
                          <a:ea typeface="+mn-ea"/>
                          <a:cs typeface="+mn-cs"/>
                        </a:rPr>
                        <a:t>Mar 2026</a:t>
                      </a:r>
                      <a:r>
                        <a:rPr lang="zh-CN" altLang="en-US" sz="800" kern="1200" normalizeH="0" baseline="0" noProof="0">
                          <a:solidFill>
                            <a:schemeClr val="dk1"/>
                          </a:solidFill>
                          <a:effectLst/>
                          <a:latin typeface="+mn-lt"/>
                          <a:ea typeface="+mn-ea"/>
                          <a:cs typeface="+mn-cs"/>
                        </a:rPr>
                        <a:t>）</a:t>
                      </a:r>
                      <a:endParaRPr lang="en-US" altLang="zh-CN" sz="800" kern="1200" normalizeH="0" baseline="0" noProof="0">
                        <a:solidFill>
                          <a:schemeClr val="dk1"/>
                        </a:solidFill>
                        <a:effectLst/>
                        <a:latin typeface="+mn-lt"/>
                        <a:ea typeface="+mn-ea"/>
                        <a:cs typeface="+mn-cs"/>
                      </a:endParaRPr>
                    </a:p>
                  </a:txBody>
                  <a:tcPr marL="0" marR="0" marT="0" marB="0" anchor="ctr">
                    <a:solidFill>
                      <a:schemeClr val="bg1">
                        <a:lumMod val="85000"/>
                      </a:schemeClr>
                    </a:solidFill>
                  </a:tcPr>
                </a:tc>
                <a:tc>
                  <a:txBody>
                    <a:bodyPr/>
                    <a:lstStyle/>
                    <a:p>
                      <a:pPr marL="359410" marR="0" lvl="1" indent="-219075" algn="l">
                        <a:lnSpc>
                          <a:spcPct val="100000"/>
                        </a:lnSpc>
                        <a:spcBef>
                          <a:spcPts val="0"/>
                        </a:spcBef>
                        <a:spcAft>
                          <a:spcPts val="0"/>
                        </a:spcAft>
                        <a:buClrTx/>
                        <a:buSzPts val="900"/>
                        <a:buFont typeface="Arial" panose="020B0604020202020204" pitchFamily="34" charset="0"/>
                        <a:buChar char="•"/>
                      </a:pPr>
                      <a:r>
                        <a:rPr lang="en-US" altLang="zh-CN" sz="800" kern="1200" normalizeH="0" baseline="0">
                          <a:solidFill>
                            <a:schemeClr val="bg1">
                              <a:lumMod val="50000"/>
                            </a:schemeClr>
                          </a:solidFill>
                          <a:effectLst/>
                          <a:latin typeface="+mn-lt"/>
                          <a:ea typeface="+mn-ea"/>
                          <a:cs typeface="+mn-cs"/>
                        </a:rPr>
                        <a:t>Contract was signed on 12 May 2025.</a:t>
                      </a:r>
                    </a:p>
                    <a:p>
                      <a:pPr marL="359410" marR="0" lvl="1" indent="-219075" algn="l">
                        <a:lnSpc>
                          <a:spcPct val="100000"/>
                        </a:lnSpc>
                        <a:spcBef>
                          <a:spcPts val="0"/>
                        </a:spcBef>
                        <a:spcAft>
                          <a:spcPts val="0"/>
                        </a:spcAft>
                        <a:buClrTx/>
                        <a:buSzPts val="900"/>
                        <a:buFont typeface="Arial" panose="020B0604020202020204" pitchFamily="34" charset="0"/>
                        <a:buChar char="•"/>
                      </a:pPr>
                      <a:r>
                        <a:rPr lang="en-US" altLang="zh-CN" sz="800" kern="1200" normalizeH="0" baseline="0">
                          <a:solidFill>
                            <a:schemeClr val="tx1"/>
                          </a:solidFill>
                          <a:effectLst/>
                          <a:latin typeface="+mn-lt"/>
                          <a:ea typeface="+mn-ea"/>
                          <a:cs typeface="+mn-cs"/>
                        </a:rPr>
                        <a:t>The 1st interim analysis completed on 27 Feb 2026</a:t>
                      </a:r>
                    </a:p>
                    <a:p>
                      <a:pPr marL="359410" marR="0" lvl="1" indent="-219075" algn="l">
                        <a:lnSpc>
                          <a:spcPct val="100000"/>
                        </a:lnSpc>
                        <a:spcBef>
                          <a:spcPts val="0"/>
                        </a:spcBef>
                        <a:spcAft>
                          <a:spcPts val="0"/>
                        </a:spcAft>
                        <a:buClrTx/>
                        <a:buSzPts val="900"/>
                        <a:buFont typeface="Arial" panose="020B0604020202020204" pitchFamily="34" charset="0"/>
                        <a:buChar char="•"/>
                      </a:pPr>
                      <a:r>
                        <a:rPr lang="en-US" altLang="zh-CN" sz="800" kern="1200" normalizeH="0" baseline="0">
                          <a:solidFill>
                            <a:schemeClr val="dk1"/>
                          </a:solidFill>
                          <a:effectLst/>
                          <a:latin typeface="+mn-lt"/>
                          <a:ea typeface="+mn-ea"/>
                          <a:cs typeface="+mn-cs"/>
                        </a:rPr>
                        <a:t>Study recruitment progress:</a:t>
                      </a:r>
                    </a:p>
                    <a:p>
                      <a:pPr marL="359410" marR="0" lvl="1" indent="-219075" algn="l" defTabSz="914400" rtl="0" eaLnBrk="1" fontAlgn="auto" latinLnBrk="0" hangingPunct="1">
                        <a:lnSpc>
                          <a:spcPct val="100000"/>
                        </a:lnSpc>
                        <a:spcBef>
                          <a:spcPts val="0"/>
                        </a:spcBef>
                        <a:spcAft>
                          <a:spcPts val="0"/>
                        </a:spcAft>
                        <a:buClrTx/>
                        <a:buSzTx/>
                        <a:buFont typeface="Arial,Sans-Serif" pitchFamily="34" charset="0"/>
                        <a:buChar char="•"/>
                        <a:tabLst/>
                        <a:defRPr/>
                      </a:pPr>
                      <a:r>
                        <a:rPr kumimoji="0" lang="en-US" altLang="zh-CN" sz="800" b="0" i="0" u="none" strike="noStrike" kern="1200" cap="none" spc="0" normalizeH="0" baseline="0" noProof="0">
                          <a:ln>
                            <a:noFill/>
                          </a:ln>
                          <a:solidFill>
                            <a:srgbClr val="000000"/>
                          </a:solidFill>
                          <a:effectLst/>
                          <a:uLnTx/>
                          <a:uFillTx/>
                          <a:latin typeface="+mn-lt"/>
                          <a:ea typeface="+mn-ea"/>
                          <a:cs typeface="+mn-cs"/>
                        </a:rPr>
                        <a:t>Study recruitment progress:  Retrospective part:  120/63 (+1  than last month);  Prospective part: 70/14(+3 than last month);</a:t>
                      </a:r>
                    </a:p>
                    <a:p>
                      <a:pPr marL="359410" marR="0" lvl="1" indent="-219075" algn="l" defTabSz="914400" rtl="0" eaLnBrk="1" fontAlgn="auto" latinLnBrk="0" hangingPunct="1">
                        <a:lnSpc>
                          <a:spcPct val="100000"/>
                        </a:lnSpc>
                        <a:spcBef>
                          <a:spcPts val="0"/>
                        </a:spcBef>
                        <a:spcAft>
                          <a:spcPts val="0"/>
                        </a:spcAft>
                        <a:buClrTx/>
                        <a:buSzTx/>
                        <a:buFont typeface="Arial,Sans-Serif" pitchFamily="34" charset="0"/>
                        <a:buChar char="•"/>
                        <a:tabLst/>
                        <a:defRPr/>
                      </a:pPr>
                      <a:r>
                        <a:rPr kumimoji="0" lang="en-US" altLang="zh-CN" sz="800" b="0" i="0" u="none" strike="noStrike" kern="1200" cap="none" spc="0" normalizeH="0" baseline="0" noProof="0">
                          <a:ln>
                            <a:noFill/>
                          </a:ln>
                          <a:solidFill>
                            <a:srgbClr val="000000"/>
                          </a:solidFill>
                          <a:effectLst/>
                          <a:uLnTx/>
                          <a:uFillTx/>
                          <a:latin typeface="+mn-lt"/>
                          <a:ea typeface="+mn-ea"/>
                          <a:cs typeface="+mn-cs"/>
                        </a:rPr>
                        <a:t>Site initiation progress: 16/10(+0 than last month)</a:t>
                      </a:r>
                    </a:p>
                    <a:p>
                      <a:pPr marL="140335" marR="0" lvl="1" indent="0" algn="l">
                        <a:lnSpc>
                          <a:spcPct val="100000"/>
                        </a:lnSpc>
                        <a:spcBef>
                          <a:spcPts val="0"/>
                        </a:spcBef>
                        <a:spcAft>
                          <a:spcPts val="0"/>
                        </a:spcAft>
                        <a:buClrTx/>
                        <a:buSzPts val="900"/>
                        <a:buNone/>
                      </a:pPr>
                      <a:r>
                        <a:rPr lang="en-US" altLang="zh-CN" sz="800" kern="1200" normalizeH="0" baseline="0">
                          <a:solidFill>
                            <a:schemeClr val="dk1"/>
                          </a:solidFill>
                          <a:effectLst/>
                          <a:latin typeface="+mn-lt"/>
                          <a:ea typeface="+mn-ea"/>
                          <a:cs typeface="+mn-cs"/>
                        </a:rPr>
                        <a:t>  </a:t>
                      </a:r>
                    </a:p>
                  </a:txBody>
                  <a:tcPr marL="0" marR="0" marT="0" marB="0" anchor="ctr">
                    <a:solidFill>
                      <a:schemeClr val="bg1">
                        <a:lumMod val="85000"/>
                      </a:schemeClr>
                    </a:solidFill>
                  </a:tcPr>
                </a:tc>
                <a:tc>
                  <a:txBody>
                    <a:bodyPr/>
                    <a:lstStyle/>
                    <a:p>
                      <a:pPr marL="0" marR="0" indent="0" algn="ctr" rtl="0" eaLnBrk="1" fontAlgn="auto" latinLnBrk="0" hangingPunct="1">
                        <a:spcBef>
                          <a:spcPts val="0"/>
                        </a:spcBef>
                        <a:spcAft>
                          <a:spcPts val="0"/>
                        </a:spcAft>
                      </a:pPr>
                      <a:endParaRPr lang="en-US" altLang="zh-CN" sz="900">
                        <a:effectLst/>
                      </a:endParaRPr>
                    </a:p>
                  </a:txBody>
                  <a:tcPr marL="0" marR="0" marT="0" marB="0" anchor="ctr">
                    <a:solidFill>
                      <a:schemeClr val="bg1">
                        <a:lumMod val="85000"/>
                      </a:schemeClr>
                    </a:solidFill>
                  </a:tcPr>
                </a:tc>
                <a:extLst>
                  <a:ext uri="{0D108BD9-81ED-4DB2-BD59-A6C34878D82A}">
                    <a16:rowId xmlns:a16="http://schemas.microsoft.com/office/drawing/2014/main" val="3318909972"/>
                  </a:ext>
                </a:extLst>
              </a:tr>
              <a:tr h="1389714">
                <a:tc>
                  <a:txBody>
                    <a:bodyPr/>
                    <a:lstStyle/>
                    <a:p>
                      <a:pPr marL="0" marR="0" indent="0" algn="ctr" rtl="0" eaLnBrk="1" fontAlgn="auto" latinLnBrk="0" hangingPunct="1">
                        <a:spcBef>
                          <a:spcPts val="0"/>
                        </a:spcBef>
                        <a:spcAft>
                          <a:spcPts val="0"/>
                        </a:spcAft>
                      </a:pPr>
                      <a:r>
                        <a:rPr lang="en-US" altLang="zh-CN" sz="800" kern="1200" normalizeH="0" baseline="0">
                          <a:solidFill>
                            <a:schemeClr val="dk1"/>
                          </a:solidFill>
                          <a:effectLst/>
                          <a:latin typeface="+mn-lt"/>
                          <a:ea typeface="+mn-ea"/>
                          <a:cs typeface="+mn-cs"/>
                        </a:rPr>
                        <a:t>anti sema3A and Pkki</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normalizeH="0" baseline="0">
                          <a:solidFill>
                            <a:schemeClr val="dk1"/>
                          </a:solidFill>
                          <a:latin typeface="+mn-lt"/>
                          <a:ea typeface="+mn-ea"/>
                          <a:cs typeface="+mn-cs"/>
                        </a:rPr>
                        <a:t>(Patient journey and treatment pattern and of DR and DME in China</a:t>
                      </a:r>
                    </a:p>
                    <a:p>
                      <a:pPr marL="0" marR="0" indent="0" algn="ctr" rtl="0" eaLnBrk="1" fontAlgn="auto" latinLnBrk="0" hangingPunct="1">
                        <a:spcBef>
                          <a:spcPts val="0"/>
                        </a:spcBef>
                        <a:spcAft>
                          <a:spcPts val="0"/>
                        </a:spcAft>
                      </a:pPr>
                      <a:r>
                        <a:rPr lang="en-US" altLang="zh-CN" sz="800" b="1" kern="1200" normalizeH="0" baseline="0">
                          <a:solidFill>
                            <a:schemeClr val="dk1"/>
                          </a:solidFill>
                          <a:effectLst/>
                          <a:latin typeface="+mn-lt"/>
                          <a:ea typeface="+mn-ea"/>
                          <a:cs typeface="+mn-cs"/>
                        </a:rPr>
                        <a:t>(Peking University Third Hospital, Zhuolin)</a:t>
                      </a:r>
                    </a:p>
                    <a:p>
                      <a:pPr marL="0" marR="0" indent="0" algn="ctr" rtl="0" eaLnBrk="1" fontAlgn="auto" latinLnBrk="0" hangingPunct="1">
                        <a:spcBef>
                          <a:spcPts val="0"/>
                        </a:spcBef>
                        <a:spcAft>
                          <a:spcPts val="0"/>
                        </a:spcAft>
                      </a:pPr>
                      <a:endParaRPr lang="en-US" altLang="zh-CN" sz="800" kern="1200" normalizeH="0" baseline="0">
                        <a:solidFill>
                          <a:schemeClr val="dk1"/>
                        </a:solidFill>
                        <a:effectLst/>
                        <a:latin typeface="+mn-lt"/>
                        <a:ea typeface="+mn-ea"/>
                        <a:cs typeface="+mn-cs"/>
                      </a:endParaRPr>
                    </a:p>
                    <a:p>
                      <a:pPr marL="0" marR="0" indent="0" algn="ctr" rtl="0" eaLnBrk="1" fontAlgn="auto" latinLnBrk="0" hangingPunct="1">
                        <a:spcBef>
                          <a:spcPts val="0"/>
                        </a:spcBef>
                        <a:spcAft>
                          <a:spcPts val="0"/>
                        </a:spcAft>
                      </a:pPr>
                      <a:endParaRPr lang="en-US" altLang="zh-CN" sz="800" kern="1200" normalizeH="0" baseline="0">
                        <a:solidFill>
                          <a:schemeClr val="dk1"/>
                        </a:solidFill>
                        <a:effectLst/>
                        <a:latin typeface="+mn-lt"/>
                        <a:ea typeface="+mn-ea"/>
                        <a:cs typeface="+mn-cs"/>
                      </a:endParaRPr>
                    </a:p>
                  </a:txBody>
                  <a:tcPr marL="0" marR="0" marT="0" marB="0" anchor="ctr">
                    <a:solidFill>
                      <a:schemeClr val="bg1">
                        <a:lumMod val="85000"/>
                      </a:schemeClr>
                    </a:solidFill>
                  </a:tcPr>
                </a:tc>
                <a:tc>
                  <a:txBody>
                    <a:bodyPr/>
                    <a:lstStyle/>
                    <a:p>
                      <a:pPr marL="0" marR="0" indent="0" algn="ctr" rtl="0" eaLnBrk="1" fontAlgn="auto" latinLnBrk="0" hangingPunct="1">
                        <a:spcBef>
                          <a:spcPts val="0"/>
                        </a:spcBef>
                        <a:spcAft>
                          <a:spcPts val="0"/>
                        </a:spcAft>
                      </a:pPr>
                      <a:r>
                        <a:rPr lang="en-US" altLang="zh-CN" sz="800" kern="1200" normalizeH="0" baseline="0">
                          <a:solidFill>
                            <a:schemeClr val="dk1"/>
                          </a:solidFill>
                          <a:effectLst/>
                          <a:latin typeface="+mn-lt"/>
                          <a:ea typeface="+mn-ea"/>
                          <a:cs typeface="+mn-cs"/>
                        </a:rPr>
                        <a:t>DR and DME</a:t>
                      </a:r>
                    </a:p>
                  </a:txBody>
                  <a:tcPr marL="0" marR="0" marT="0" marB="0" anchor="ctr">
                    <a:solidFill>
                      <a:schemeClr val="bg1">
                        <a:lumMod val="85000"/>
                      </a:schemeClr>
                    </a:solidFill>
                  </a:tcPr>
                </a:tc>
                <a:tc>
                  <a:txBody>
                    <a:bodyPr/>
                    <a:lstStyle/>
                    <a:p>
                      <a:pPr marL="0" marR="0" lvl="0" indent="0" algn="ctr">
                        <a:spcBef>
                          <a:spcPts val="0"/>
                        </a:spcBef>
                        <a:spcAft>
                          <a:spcPts val="0"/>
                        </a:spcAft>
                        <a:buNone/>
                      </a:pPr>
                      <a:r>
                        <a:rPr lang="en-US" altLang="zh-CN" sz="800" kern="1200" normalizeH="0" baseline="0">
                          <a:solidFill>
                            <a:schemeClr val="dk1"/>
                          </a:solidFill>
                          <a:effectLst/>
                          <a:latin typeface="+mn-lt"/>
                          <a:ea typeface="+mn-ea"/>
                          <a:cs typeface="+mn-cs"/>
                        </a:rPr>
                        <a:t>ECR</a:t>
                      </a:r>
                    </a:p>
                    <a:p>
                      <a:pPr marL="0" marR="0" lvl="0" indent="0" algn="ctr">
                        <a:spcBef>
                          <a:spcPts val="0"/>
                        </a:spcBef>
                        <a:spcAft>
                          <a:spcPts val="0"/>
                        </a:spcAft>
                        <a:buNone/>
                      </a:pPr>
                      <a:r>
                        <a:rPr lang="en-US" altLang="zh-CN" sz="800" kern="1200" normalizeH="0" baseline="0">
                          <a:solidFill>
                            <a:schemeClr val="dk1"/>
                          </a:solidFill>
                          <a:effectLst/>
                          <a:latin typeface="+mn-lt"/>
                          <a:ea typeface="+mn-ea"/>
                          <a:cs typeface="+mn-cs"/>
                        </a:rPr>
                        <a:t>1485-0034(Jan 2026-Dec 2026</a:t>
                      </a:r>
                      <a:r>
                        <a:rPr lang="zh-CN" altLang="en-US" sz="800" kern="1200" normalizeH="0" baseline="0">
                          <a:solidFill>
                            <a:schemeClr val="dk1"/>
                          </a:solidFill>
                          <a:effectLst/>
                          <a:latin typeface="+mn-lt"/>
                          <a:ea typeface="+mn-ea"/>
                          <a:cs typeface="+mn-cs"/>
                        </a:rPr>
                        <a:t>，</a:t>
                      </a:r>
                      <a:r>
                        <a:rPr lang="en-US" altLang="zh-CN" sz="800" kern="1200" normalizeH="0" baseline="0">
                          <a:solidFill>
                            <a:schemeClr val="dk1"/>
                          </a:solidFill>
                          <a:effectLst/>
                          <a:latin typeface="+mn-lt"/>
                          <a:ea typeface="+mn-ea"/>
                          <a:cs typeface="+mn-cs"/>
                        </a:rPr>
                        <a:t>Jun 2027)</a:t>
                      </a:r>
                    </a:p>
                  </a:txBody>
                  <a:tcPr marL="0" marR="0" marT="0" marB="0" anchor="ctr">
                    <a:solidFill>
                      <a:schemeClr val="bg1">
                        <a:lumMod val="85000"/>
                      </a:schemeClr>
                    </a:solidFill>
                  </a:tcPr>
                </a:tc>
                <a:tc>
                  <a:txBody>
                    <a:bodyPr/>
                    <a:lstStyle/>
                    <a:p>
                      <a:pPr marL="0" marR="0" lvl="0" indent="0" algn="ctr">
                        <a:spcBef>
                          <a:spcPts val="0"/>
                        </a:spcBef>
                        <a:spcAft>
                          <a:spcPts val="0"/>
                        </a:spcAft>
                        <a:buNone/>
                      </a:pPr>
                      <a:r>
                        <a:rPr lang="en-US" altLang="zh-CN" sz="800" kern="1200" normalizeH="0" baseline="0" noProof="0">
                          <a:solidFill>
                            <a:schemeClr val="dk1"/>
                          </a:solidFill>
                          <a:effectLst/>
                          <a:latin typeface="+mn-lt"/>
                          <a:ea typeface="+mn-ea"/>
                          <a:cs typeface="+mn-cs"/>
                        </a:rPr>
                        <a:t>Proposal release</a:t>
                      </a:r>
                    </a:p>
                    <a:p>
                      <a:pPr marL="0" marR="0" lvl="0" indent="0" algn="ctr">
                        <a:spcBef>
                          <a:spcPts val="0"/>
                        </a:spcBef>
                        <a:spcAft>
                          <a:spcPts val="0"/>
                        </a:spcAft>
                        <a:buNone/>
                      </a:pPr>
                      <a:r>
                        <a:rPr lang="en-US" altLang="zh-CN" sz="800" kern="1200" normalizeH="0" baseline="0" noProof="0">
                          <a:solidFill>
                            <a:schemeClr val="dk1"/>
                          </a:solidFill>
                          <a:effectLst/>
                          <a:latin typeface="+mn-lt"/>
                          <a:ea typeface="+mn-ea"/>
                          <a:cs typeface="+mn-cs"/>
                        </a:rPr>
                        <a:t>(Apr 2026)</a:t>
                      </a:r>
                    </a:p>
                  </a:txBody>
                  <a:tcPr marL="0" marR="0" marT="0" marB="0" anchor="ctr">
                    <a:solidFill>
                      <a:schemeClr val="bg1">
                        <a:lumMod val="85000"/>
                      </a:schemeClr>
                    </a:solidFill>
                  </a:tcPr>
                </a:tc>
                <a:tc>
                  <a:txBody>
                    <a:bodyPr/>
                    <a:lstStyle/>
                    <a:p>
                      <a:pPr marL="0" marR="0" lvl="0" indent="0" algn="ctr">
                        <a:spcBef>
                          <a:spcPts val="0"/>
                        </a:spcBef>
                        <a:spcAft>
                          <a:spcPts val="0"/>
                        </a:spcAft>
                        <a:buNone/>
                      </a:pPr>
                      <a:r>
                        <a:rPr lang="en-US" altLang="zh-CN" sz="800" kern="1200" normalizeH="0" baseline="0" noProof="0">
                          <a:solidFill>
                            <a:schemeClr val="dk1"/>
                          </a:solidFill>
                          <a:effectLst/>
                          <a:latin typeface="+mn-lt"/>
                          <a:ea typeface="+mn-ea"/>
                          <a:cs typeface="+mn-cs"/>
                        </a:rPr>
                        <a:t>Protocol approval</a:t>
                      </a:r>
                    </a:p>
                    <a:p>
                      <a:pPr marL="0" marR="0" lvl="0" indent="0" algn="ctr">
                        <a:spcBef>
                          <a:spcPts val="0"/>
                        </a:spcBef>
                        <a:spcAft>
                          <a:spcPts val="0"/>
                        </a:spcAft>
                        <a:buNone/>
                      </a:pPr>
                      <a:r>
                        <a:rPr lang="en-US" altLang="zh-CN" sz="800" kern="1200" normalizeH="0" baseline="0" noProof="0">
                          <a:solidFill>
                            <a:schemeClr val="dk1"/>
                          </a:solidFill>
                          <a:effectLst/>
                          <a:latin typeface="+mn-lt"/>
                          <a:ea typeface="+mn-ea"/>
                          <a:cs typeface="+mn-cs"/>
                        </a:rPr>
                        <a:t>(Apr 2026)</a:t>
                      </a:r>
                    </a:p>
                  </a:txBody>
                  <a:tcPr marL="0" marR="0" marT="0" marB="0" anchor="ctr">
                    <a:solidFill>
                      <a:schemeClr val="bg1">
                        <a:lumMod val="85000"/>
                      </a:schemeClr>
                    </a:solidFill>
                  </a:tcPr>
                </a:tc>
                <a:tc>
                  <a:txBody>
                    <a:bodyPr/>
                    <a:lstStyle/>
                    <a:p>
                      <a:pPr marL="359410" marR="0" lvl="1" indent="-219075" algn="l" defTabSz="914400" rtl="0" eaLnBrk="1" fontAlgn="auto" latinLnBrk="0" hangingPunct="1">
                        <a:lnSpc>
                          <a:spcPct val="100000"/>
                        </a:lnSpc>
                        <a:spcBef>
                          <a:spcPts val="0"/>
                        </a:spcBef>
                        <a:spcAft>
                          <a:spcPts val="0"/>
                        </a:spcAft>
                        <a:buClrTx/>
                        <a:buSzTx/>
                        <a:buFont typeface="Arial,Sans-Serif" pitchFamily="34" charset="0"/>
                        <a:buChar char="•"/>
                        <a:tabLst/>
                        <a:defRPr/>
                      </a:pPr>
                      <a:r>
                        <a:rPr kumimoji="0" lang="en-US" altLang="zh-CN" sz="800" b="0" i="0" u="none" strike="noStrike" kern="1200" cap="none" spc="0" normalizeH="0" baseline="0" noProof="0">
                          <a:ln>
                            <a:noFill/>
                          </a:ln>
                          <a:solidFill>
                            <a:srgbClr val="000000"/>
                          </a:solidFill>
                          <a:effectLst/>
                          <a:uLnTx/>
                          <a:uFillTx/>
                          <a:latin typeface="+mn-lt"/>
                          <a:ea typeface="+mn-ea"/>
                          <a:cs typeface="+mn-cs"/>
                        </a:rPr>
                        <a:t>Proposal  global release completed on 9 Apr 2026</a:t>
                      </a:r>
                      <a:endParaRPr lang="en-US" altLang="zh-CN" sz="800" kern="1200" normalizeH="0" baseline="0">
                        <a:solidFill>
                          <a:schemeClr val="dk1"/>
                        </a:solidFill>
                        <a:effectLst/>
                        <a:latin typeface="+mn-lt"/>
                        <a:ea typeface="+mn-ea"/>
                        <a:cs typeface="+mn-cs"/>
                      </a:endParaRPr>
                    </a:p>
                    <a:p>
                      <a:pPr marL="359410" marR="0" lvl="1" indent="-219075" algn="l">
                        <a:spcBef>
                          <a:spcPts val="0"/>
                        </a:spcBef>
                        <a:spcAft>
                          <a:spcPts val="0"/>
                        </a:spcAft>
                        <a:buClrTx/>
                        <a:buSzPts val="900"/>
                        <a:buFont typeface="Arial" panose="020B0604020202020204" pitchFamily="34" charset="0"/>
                        <a:buChar char="•"/>
                      </a:pPr>
                      <a:endParaRPr lang="en-US" altLang="zh-CN" sz="800" kern="1200" normalizeH="0" baseline="0">
                        <a:solidFill>
                          <a:schemeClr val="dk1"/>
                        </a:solidFill>
                        <a:effectLst/>
                        <a:latin typeface="+mn-lt"/>
                        <a:ea typeface="+mn-ea"/>
                        <a:cs typeface="+mn-cs"/>
                      </a:endParaRPr>
                    </a:p>
                  </a:txBody>
                  <a:tcPr marL="0" marR="0" marT="0" marB="0" anchor="ctr">
                    <a:solidFill>
                      <a:schemeClr val="bg1">
                        <a:lumMod val="85000"/>
                      </a:schemeClr>
                    </a:solidFill>
                  </a:tcPr>
                </a:tc>
                <a:tc>
                  <a:txBody>
                    <a:bodyPr/>
                    <a:lstStyle/>
                    <a:p>
                      <a:pPr marL="0" marR="0" indent="0" algn="ctr" rtl="0" eaLnBrk="1" fontAlgn="auto" latinLnBrk="0" hangingPunct="1">
                        <a:spcBef>
                          <a:spcPts val="0"/>
                        </a:spcBef>
                        <a:spcAft>
                          <a:spcPts val="0"/>
                        </a:spcAft>
                      </a:pPr>
                      <a:endParaRPr lang="en-US" altLang="zh-CN" sz="900">
                        <a:effectLst/>
                      </a:endParaRPr>
                    </a:p>
                  </a:txBody>
                  <a:tcPr marL="0" marR="0" marT="0" marB="0" anchor="ctr">
                    <a:solidFill>
                      <a:schemeClr val="bg1">
                        <a:lumMod val="85000"/>
                      </a:schemeClr>
                    </a:solidFill>
                  </a:tcPr>
                </a:tc>
                <a:extLst>
                  <a:ext uri="{0D108BD9-81ED-4DB2-BD59-A6C34878D82A}">
                    <a16:rowId xmlns:a16="http://schemas.microsoft.com/office/drawing/2014/main" val="267650110"/>
                  </a:ext>
                </a:extLst>
              </a:tr>
            </a:tbl>
          </a:graphicData>
        </a:graphic>
      </p:graphicFrame>
      <p:sp>
        <p:nvSpPr>
          <p:cNvPr id="9" name="Flowchart: Connector 25">
            <a:extLst>
              <a:ext uri="{FF2B5EF4-FFF2-40B4-BE49-F238E27FC236}">
                <a16:creationId xmlns:a16="http://schemas.microsoft.com/office/drawing/2014/main" id="{DB874949-19FF-3DD1-BB23-1DA15F09B2DF}"/>
              </a:ext>
            </a:extLst>
          </p:cNvPr>
          <p:cNvSpPr/>
          <p:nvPr/>
        </p:nvSpPr>
        <p:spPr bwMode="gray">
          <a:xfrm>
            <a:off x="11745092" y="1871185"/>
            <a:ext cx="113759" cy="108000"/>
          </a:xfrm>
          <a:prstGeom prst="flowChartConnector">
            <a:avLst/>
          </a:prstGeom>
          <a:solidFill>
            <a:srgbClr val="00993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 name="Flowchart: Connector 25">
            <a:extLst>
              <a:ext uri="{FF2B5EF4-FFF2-40B4-BE49-F238E27FC236}">
                <a16:creationId xmlns:a16="http://schemas.microsoft.com/office/drawing/2014/main" id="{109E759B-117E-102B-CED0-EE2CED9980E9}"/>
              </a:ext>
            </a:extLst>
          </p:cNvPr>
          <p:cNvSpPr/>
          <p:nvPr/>
        </p:nvSpPr>
        <p:spPr bwMode="gray">
          <a:xfrm>
            <a:off x="11745091" y="2765417"/>
            <a:ext cx="113759" cy="108000"/>
          </a:xfrm>
          <a:prstGeom prst="flowChartConnector">
            <a:avLst/>
          </a:prstGeom>
          <a:solidFill>
            <a:srgbClr val="00993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1" name="Flowchart: Connector 25">
            <a:extLst>
              <a:ext uri="{FF2B5EF4-FFF2-40B4-BE49-F238E27FC236}">
                <a16:creationId xmlns:a16="http://schemas.microsoft.com/office/drawing/2014/main" id="{94A20F1E-C2C9-43F6-D45D-42799E4A5AE2}"/>
              </a:ext>
            </a:extLst>
          </p:cNvPr>
          <p:cNvSpPr/>
          <p:nvPr/>
        </p:nvSpPr>
        <p:spPr bwMode="gray">
          <a:xfrm>
            <a:off x="11727736" y="3994109"/>
            <a:ext cx="113759" cy="108000"/>
          </a:xfrm>
          <a:prstGeom prst="flowChartConnector">
            <a:avLst/>
          </a:prstGeom>
          <a:solidFill>
            <a:srgbClr val="00993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1537414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BCC20-A499-CA41-09E1-A19759E166A2}"/>
              </a:ext>
            </a:extLst>
          </p:cNvPr>
          <p:cNvSpPr>
            <a:spLocks noGrp="1"/>
          </p:cNvSpPr>
          <p:nvPr>
            <p:ph type="title"/>
          </p:nvPr>
        </p:nvSpPr>
        <p:spPr/>
        <p:txBody>
          <a:bodyPr/>
          <a:lstStyle/>
          <a:p>
            <a:r>
              <a:rPr lang="en-US" altLang="zh-CN"/>
              <a:t>Eye Health Assets</a:t>
            </a:r>
            <a:endParaRPr lang="en-US"/>
          </a:p>
        </p:txBody>
      </p:sp>
      <p:sp>
        <p:nvSpPr>
          <p:cNvPr id="3" name="Subtitle 2">
            <a:extLst>
              <a:ext uri="{FF2B5EF4-FFF2-40B4-BE49-F238E27FC236}">
                <a16:creationId xmlns:a16="http://schemas.microsoft.com/office/drawing/2014/main" id="{DBE63635-07B9-1E94-FA95-640A7BC129CB}"/>
              </a:ext>
            </a:extLst>
          </p:cNvPr>
          <p:cNvSpPr>
            <a:spLocks noGrp="1"/>
          </p:cNvSpPr>
          <p:nvPr>
            <p:ph type="subTitle" idx="14"/>
          </p:nvPr>
        </p:nvSpPr>
        <p:spPr/>
        <p:txBody>
          <a:bodyPr/>
          <a:lstStyle/>
          <a:p>
            <a:endParaRPr lang="en-US"/>
          </a:p>
        </p:txBody>
      </p:sp>
      <p:sp>
        <p:nvSpPr>
          <p:cNvPr id="4" name="Slide Number Placeholder 3">
            <a:extLst>
              <a:ext uri="{FF2B5EF4-FFF2-40B4-BE49-F238E27FC236}">
                <a16:creationId xmlns:a16="http://schemas.microsoft.com/office/drawing/2014/main" id="{A166959F-F07C-7160-4455-F95BFC76B625}"/>
              </a:ext>
            </a:extLst>
          </p:cNvPr>
          <p:cNvSpPr>
            <a:spLocks noGrp="1"/>
          </p:cNvSpPr>
          <p:nvPr>
            <p:ph type="sldNum" sz="quarter" idx="16"/>
          </p:nvPr>
        </p:nvSpPr>
        <p:spPr/>
        <p:txBody>
          <a:bodyPr/>
          <a:lstStyle/>
          <a:p>
            <a:fld id="{8FF9B0DE-3FEB-4AA0-B465-B80EF7C1333D}" type="slidenum">
              <a:rPr lang="en-US" smtClean="0"/>
              <a:pPr/>
              <a:t>10</a:t>
            </a:fld>
            <a:endParaRPr lang="en-US"/>
          </a:p>
        </p:txBody>
      </p:sp>
    </p:spTree>
    <p:extLst>
      <p:ext uri="{BB962C8B-B14F-4D97-AF65-F5344CB8AC3E}">
        <p14:creationId xmlns:p14="http://schemas.microsoft.com/office/powerpoint/2010/main" val="1275130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3607C73-795B-6E42-610C-5C1A830050D7}"/>
            </a:ext>
          </a:extLst>
        </p:cNvPr>
        <p:cNvGrpSpPr/>
        <p:nvPr/>
      </p:nvGrpSpPr>
      <p:grpSpPr>
        <a:xfrm>
          <a:off x="0" y="0"/>
          <a:ext cx="0" cy="0"/>
          <a:chOff x="0" y="0"/>
          <a:chExt cx="0" cy="0"/>
        </a:xfrm>
      </p:grpSpPr>
      <p:sp>
        <p:nvSpPr>
          <p:cNvPr id="131" name="OTLSHAPE_SL_797f5257468a4462a18b7a08696a1124_BackgroundRectangle">
            <a:extLst>
              <a:ext uri="{FF2B5EF4-FFF2-40B4-BE49-F238E27FC236}">
                <a16:creationId xmlns:a16="http://schemas.microsoft.com/office/drawing/2014/main" id="{C26F35F3-FA8F-C75A-E68D-B6E2ABED5F50}"/>
              </a:ext>
            </a:extLst>
          </p:cNvPr>
          <p:cNvSpPr/>
          <p:nvPr>
            <p:custDataLst>
              <p:tags r:id="rId2"/>
            </p:custDataLst>
          </p:nvPr>
        </p:nvSpPr>
        <p:spPr>
          <a:xfrm>
            <a:off x="63500" y="2445065"/>
            <a:ext cx="11290300" cy="457200"/>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110" name="OTLSHAPE_SL_93c414d3451d41b4a3dcbdd4eee6b30b_BackgroundRectangle">
            <a:extLst>
              <a:ext uri="{FF2B5EF4-FFF2-40B4-BE49-F238E27FC236}">
                <a16:creationId xmlns:a16="http://schemas.microsoft.com/office/drawing/2014/main" id="{18B3720F-2DEA-6CA0-01F9-570063E48F61}"/>
              </a:ext>
            </a:extLst>
          </p:cNvPr>
          <p:cNvSpPr/>
          <p:nvPr>
            <p:custDataLst>
              <p:tags r:id="rId3"/>
            </p:custDataLst>
          </p:nvPr>
        </p:nvSpPr>
        <p:spPr>
          <a:xfrm>
            <a:off x="63500" y="2074806"/>
            <a:ext cx="11290300" cy="279400"/>
          </a:xfrm>
          <a:prstGeom prst="rect">
            <a:avLst/>
          </a:prstGeom>
          <a:solidFill>
            <a:schemeClr val="bg1">
              <a:lumMod val="95000"/>
              <a:alpha val="2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a typeface="等线" panose="02010600030101010101" pitchFamily="2" charset="-122"/>
            </a:endParaRPr>
          </a:p>
        </p:txBody>
      </p:sp>
      <p:sp>
        <p:nvSpPr>
          <p:cNvPr id="112" name="OTLSHAPE_SL_93c414d3451d41b4a3dcbdd4eee6b30b_BackgroundRectangle">
            <a:extLst>
              <a:ext uri="{FF2B5EF4-FFF2-40B4-BE49-F238E27FC236}">
                <a16:creationId xmlns:a16="http://schemas.microsoft.com/office/drawing/2014/main" id="{FDBB1B7D-63C6-CE4D-99AB-C6A088E490BE}"/>
              </a:ext>
            </a:extLst>
          </p:cNvPr>
          <p:cNvSpPr/>
          <p:nvPr>
            <p:custDataLst>
              <p:tags r:id="rId4"/>
            </p:custDataLst>
          </p:nvPr>
        </p:nvSpPr>
        <p:spPr>
          <a:xfrm>
            <a:off x="36225" y="2054676"/>
            <a:ext cx="11290300" cy="320040"/>
          </a:xfrm>
          <a:prstGeom prst="rect">
            <a:avLst/>
          </a:prstGeom>
          <a:solidFill>
            <a:schemeClr val="bg1">
              <a:lumMod val="85000"/>
              <a:alpha val="2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147" name="标题 146">
            <a:extLst>
              <a:ext uri="{FF2B5EF4-FFF2-40B4-BE49-F238E27FC236}">
                <a16:creationId xmlns:a16="http://schemas.microsoft.com/office/drawing/2014/main" id="{09DD9A5B-A481-D9C2-51C9-31950CB3D926}"/>
              </a:ext>
            </a:extLst>
          </p:cNvPr>
          <p:cNvSpPr>
            <a:spLocks noGrp="1"/>
          </p:cNvSpPr>
          <p:nvPr>
            <p:ph type="title"/>
          </p:nvPr>
        </p:nvSpPr>
        <p:spPr/>
        <p:txBody>
          <a:bodyPr>
            <a:normAutofit/>
          </a:bodyPr>
          <a:lstStyle/>
          <a:p>
            <a:r>
              <a:rPr lang="en-US" sz="2500" b="1">
                <a:solidFill>
                  <a:srgbClr val="08312A"/>
                </a:solidFill>
                <a:effectLst/>
                <a:latin typeface="Boehringer Forward Head" panose="020B0504030403020204" pitchFamily="2" charset="0"/>
              </a:rPr>
              <a:t>Overview of Eye Health Early Assets for China Integration</a:t>
            </a:r>
            <a:endParaRPr lang="zh-CN" altLang="en-US" sz="2500" b="1">
              <a:solidFill>
                <a:schemeClr val="bg2"/>
              </a:solidFill>
            </a:endParaRPr>
          </a:p>
        </p:txBody>
      </p:sp>
      <p:sp>
        <p:nvSpPr>
          <p:cNvPr id="2" name="OTLSHAPE_TB_00000000000000000000000000000000_LeftEndCaps" hidden="1">
            <a:extLst>
              <a:ext uri="{FF2B5EF4-FFF2-40B4-BE49-F238E27FC236}">
                <a16:creationId xmlns:a16="http://schemas.microsoft.com/office/drawing/2014/main" id="{F4D128FC-933E-B28C-C8A9-70E55DA7FD85}"/>
              </a:ext>
            </a:extLst>
          </p:cNvPr>
          <p:cNvSpPr txBox="1"/>
          <p:nvPr>
            <p:custDataLst>
              <p:tags r:id="rId5"/>
            </p:custDataLst>
          </p:nvPr>
        </p:nvSpPr>
        <p:spPr>
          <a:xfrm>
            <a:off x="-219998" y="12700"/>
            <a:ext cx="469900" cy="276999"/>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rPr>
              <a:t>2025</a:t>
            </a:r>
            <a:endParaRPr kumimoji="0" lang="zh-CN" altLang="en-US" sz="1800" b="1"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endParaRPr>
          </a:p>
        </p:txBody>
      </p:sp>
      <p:sp>
        <p:nvSpPr>
          <p:cNvPr id="44" name="OTLSHAPE_SL2A_9c1a304a44f84a6e9c3f6ce30c692e5a_BackgroundRectangle" hidden="1">
            <a:extLst>
              <a:ext uri="{FF2B5EF4-FFF2-40B4-BE49-F238E27FC236}">
                <a16:creationId xmlns:a16="http://schemas.microsoft.com/office/drawing/2014/main" id="{6D19D20A-28C4-2F41-6194-052A7BC048D5}"/>
              </a:ext>
            </a:extLst>
          </p:cNvPr>
          <p:cNvSpPr/>
          <p:nvPr>
            <p:custDataLst>
              <p:tags r:id="rId6"/>
            </p:custDataLst>
          </p:nvPr>
        </p:nvSpPr>
        <p:spPr>
          <a:xfrm>
            <a:off x="890736" y="2156242"/>
            <a:ext cx="10464800" cy="1258824"/>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2" name="OTLSHAPE_SL2A_9c1a304a44f84a6e9c3f6ce30c692e5a_HeaderRectangle" hidden="1">
            <a:extLst>
              <a:ext uri="{FF2B5EF4-FFF2-40B4-BE49-F238E27FC236}">
                <a16:creationId xmlns:a16="http://schemas.microsoft.com/office/drawing/2014/main" id="{9EA55D5F-A83E-5C24-D812-E5A0165A3A6B}"/>
              </a:ext>
            </a:extLst>
          </p:cNvPr>
          <p:cNvSpPr/>
          <p:nvPr>
            <p:custDataLst>
              <p:tags r:id="rId7"/>
            </p:custDataLst>
          </p:nvPr>
        </p:nvSpPr>
        <p:spPr>
          <a:xfrm>
            <a:off x="890736" y="2156242"/>
            <a:ext cx="0" cy="0"/>
          </a:xfrm>
          <a:prstGeom prst="rect">
            <a:avLst/>
          </a:prstGeom>
          <a:solidFill>
            <a:srgbClr val="C5C3EE">
              <a:alpha val="24706"/>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3" name="OTLSHAPE_SL2A_9c1a304a44f84a6e9c3f6ce30c692e5a_Header" hidden="1">
            <a:extLst>
              <a:ext uri="{FF2B5EF4-FFF2-40B4-BE49-F238E27FC236}">
                <a16:creationId xmlns:a16="http://schemas.microsoft.com/office/drawing/2014/main" id="{9CD20A94-AFA1-20DD-E8E1-8A0B64D930BB}"/>
              </a:ext>
            </a:extLst>
          </p:cNvPr>
          <p:cNvSpPr txBox="1"/>
          <p:nvPr>
            <p:custDataLst>
              <p:tags r:id="rId8"/>
            </p:custDataLst>
          </p:nvPr>
        </p:nvSpPr>
        <p:spPr>
          <a:xfrm>
            <a:off x="12700" y="-3234321"/>
            <a:ext cx="0" cy="16927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schemeClr val="dk1"/>
              </a:solidFill>
              <a:effectLst/>
              <a:uLnTx/>
              <a:uFillTx/>
              <a:latin typeface="Calibri" panose="020F0502020204030204" pitchFamily="34" charset="0"/>
              <a:ea typeface="等线" panose="02010600030101010101" pitchFamily="2" charset="-122"/>
              <a:cs typeface="+mn-cs"/>
            </a:endParaRPr>
          </a:p>
        </p:txBody>
      </p:sp>
      <p:sp>
        <p:nvSpPr>
          <p:cNvPr id="90" name="OTLSHAPE_SL2A_46d0301507dc4bc598030c0dd030c979_BackgroundRectangle" hidden="1">
            <a:extLst>
              <a:ext uri="{FF2B5EF4-FFF2-40B4-BE49-F238E27FC236}">
                <a16:creationId xmlns:a16="http://schemas.microsoft.com/office/drawing/2014/main" id="{F3E3C36D-17F7-114C-69F5-83F12F3DBF52}"/>
              </a:ext>
            </a:extLst>
          </p:cNvPr>
          <p:cNvSpPr/>
          <p:nvPr>
            <p:custDataLst>
              <p:tags r:id="rId9"/>
            </p:custDataLst>
          </p:nvPr>
        </p:nvSpPr>
        <p:spPr>
          <a:xfrm>
            <a:off x="890736" y="3478566"/>
            <a:ext cx="10464800" cy="279400"/>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8" name="OTLSHAPE_SL2A_46d0301507dc4bc598030c0dd030c979_HeaderRectangle" hidden="1">
            <a:extLst>
              <a:ext uri="{FF2B5EF4-FFF2-40B4-BE49-F238E27FC236}">
                <a16:creationId xmlns:a16="http://schemas.microsoft.com/office/drawing/2014/main" id="{033DEECF-5CA6-0ED9-3F9A-7B1658B49645}"/>
              </a:ext>
            </a:extLst>
          </p:cNvPr>
          <p:cNvSpPr/>
          <p:nvPr>
            <p:custDataLst>
              <p:tags r:id="rId10"/>
            </p:custDataLst>
          </p:nvPr>
        </p:nvSpPr>
        <p:spPr>
          <a:xfrm>
            <a:off x="890736" y="3478566"/>
            <a:ext cx="0" cy="0"/>
          </a:xfrm>
          <a:prstGeom prst="rect">
            <a:avLst/>
          </a:prstGeom>
          <a:solidFill>
            <a:srgbClr val="F58A68">
              <a:alpha val="24706"/>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9" name="OTLSHAPE_SL2A_46d0301507dc4bc598030c0dd030c979_Header" hidden="1">
            <a:extLst>
              <a:ext uri="{FF2B5EF4-FFF2-40B4-BE49-F238E27FC236}">
                <a16:creationId xmlns:a16="http://schemas.microsoft.com/office/drawing/2014/main" id="{EE9CE3D9-7D48-DACC-7FF3-88E8816DC2B6}"/>
              </a:ext>
            </a:extLst>
          </p:cNvPr>
          <p:cNvSpPr txBox="1"/>
          <p:nvPr>
            <p:custDataLst>
              <p:tags r:id="rId11"/>
            </p:custDataLst>
          </p:nvPr>
        </p:nvSpPr>
        <p:spPr>
          <a:xfrm>
            <a:off x="12700" y="-3065045"/>
            <a:ext cx="0" cy="16927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schemeClr val="dk1"/>
              </a:solidFill>
              <a:effectLst/>
              <a:uLnTx/>
              <a:uFillTx/>
              <a:latin typeface="Calibri" panose="020F0502020204030204" pitchFamily="34" charset="0"/>
              <a:ea typeface="等线" panose="02010600030101010101" pitchFamily="2" charset="-122"/>
              <a:cs typeface="+mn-cs"/>
            </a:endParaRPr>
          </a:p>
        </p:txBody>
      </p:sp>
      <p:sp>
        <p:nvSpPr>
          <p:cNvPr id="99" name="OTLSHAPE_SL2A_dfd50769e04848e0abed20fbb4d390c8_BackgroundRectangle" hidden="1">
            <a:extLst>
              <a:ext uri="{FF2B5EF4-FFF2-40B4-BE49-F238E27FC236}">
                <a16:creationId xmlns:a16="http://schemas.microsoft.com/office/drawing/2014/main" id="{28C2A4AB-4AD7-0FBC-D50C-2B52BE37E995}"/>
              </a:ext>
            </a:extLst>
          </p:cNvPr>
          <p:cNvSpPr/>
          <p:nvPr>
            <p:custDataLst>
              <p:tags r:id="rId12"/>
            </p:custDataLst>
          </p:nvPr>
        </p:nvSpPr>
        <p:spPr>
          <a:xfrm>
            <a:off x="890736" y="5051503"/>
            <a:ext cx="10464800" cy="279400"/>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7" name="OTLSHAPE_SL2A_dfd50769e04848e0abed20fbb4d390c8_HeaderRectangle" hidden="1">
            <a:extLst>
              <a:ext uri="{FF2B5EF4-FFF2-40B4-BE49-F238E27FC236}">
                <a16:creationId xmlns:a16="http://schemas.microsoft.com/office/drawing/2014/main" id="{1E839720-B132-B4CA-9694-3C994B4FF989}"/>
              </a:ext>
            </a:extLst>
          </p:cNvPr>
          <p:cNvSpPr/>
          <p:nvPr>
            <p:custDataLst>
              <p:tags r:id="rId13"/>
            </p:custDataLst>
          </p:nvPr>
        </p:nvSpPr>
        <p:spPr>
          <a:xfrm>
            <a:off x="890736" y="5051503"/>
            <a:ext cx="0" cy="0"/>
          </a:xfrm>
          <a:prstGeom prst="rect">
            <a:avLst/>
          </a:prstGeom>
          <a:solidFill>
            <a:srgbClr val="A3E5EE">
              <a:alpha val="24706"/>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8" name="OTLSHAPE_SL2A_dfd50769e04848e0abed20fbb4d390c8_Header" hidden="1">
            <a:extLst>
              <a:ext uri="{FF2B5EF4-FFF2-40B4-BE49-F238E27FC236}">
                <a16:creationId xmlns:a16="http://schemas.microsoft.com/office/drawing/2014/main" id="{898C992A-38DF-356F-49CE-350F0180F682}"/>
              </a:ext>
            </a:extLst>
          </p:cNvPr>
          <p:cNvSpPr txBox="1"/>
          <p:nvPr>
            <p:custDataLst>
              <p:tags r:id="rId14"/>
            </p:custDataLst>
          </p:nvPr>
        </p:nvSpPr>
        <p:spPr>
          <a:xfrm>
            <a:off x="12700" y="-2980407"/>
            <a:ext cx="0" cy="16927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schemeClr val="dk1"/>
              </a:solidFill>
              <a:effectLst/>
              <a:uLnTx/>
              <a:uFillTx/>
              <a:latin typeface="Calibri" panose="020F0502020204030204" pitchFamily="34" charset="0"/>
              <a:ea typeface="等线" panose="02010600030101010101" pitchFamily="2" charset="-122"/>
              <a:cs typeface="+mn-cs"/>
            </a:endParaRPr>
          </a:p>
        </p:txBody>
      </p:sp>
      <p:sp>
        <p:nvSpPr>
          <p:cNvPr id="118" name="OTLSHAPE_SL2A_37bb6a491fbf41d5a4c1420b0b96a5bc_BackgroundRectangle" hidden="1">
            <a:extLst>
              <a:ext uri="{FF2B5EF4-FFF2-40B4-BE49-F238E27FC236}">
                <a16:creationId xmlns:a16="http://schemas.microsoft.com/office/drawing/2014/main" id="{ED8ECE69-D875-EE6A-BCD1-103D2888F036}"/>
              </a:ext>
            </a:extLst>
          </p:cNvPr>
          <p:cNvSpPr/>
          <p:nvPr>
            <p:custDataLst>
              <p:tags r:id="rId15"/>
            </p:custDataLst>
          </p:nvPr>
        </p:nvSpPr>
        <p:spPr>
          <a:xfrm>
            <a:off x="890736" y="4507266"/>
            <a:ext cx="10464800" cy="480737"/>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16" name="OTLSHAPE_SL2A_37bb6a491fbf41d5a4c1420b0b96a5bc_HeaderRectangle" hidden="1">
            <a:extLst>
              <a:ext uri="{FF2B5EF4-FFF2-40B4-BE49-F238E27FC236}">
                <a16:creationId xmlns:a16="http://schemas.microsoft.com/office/drawing/2014/main" id="{4C055552-F093-7646-6720-024E100C83E7}"/>
              </a:ext>
            </a:extLst>
          </p:cNvPr>
          <p:cNvSpPr/>
          <p:nvPr>
            <p:custDataLst>
              <p:tags r:id="rId16"/>
            </p:custDataLst>
          </p:nvPr>
        </p:nvSpPr>
        <p:spPr>
          <a:xfrm>
            <a:off x="890736" y="4507266"/>
            <a:ext cx="0" cy="0"/>
          </a:xfrm>
          <a:prstGeom prst="rect">
            <a:avLst/>
          </a:prstGeom>
          <a:solidFill>
            <a:srgbClr val="00E47C">
              <a:alpha val="24706"/>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17" name="OTLSHAPE_SL2A_37bb6a491fbf41d5a4c1420b0b96a5bc_Header" hidden="1">
            <a:extLst>
              <a:ext uri="{FF2B5EF4-FFF2-40B4-BE49-F238E27FC236}">
                <a16:creationId xmlns:a16="http://schemas.microsoft.com/office/drawing/2014/main" id="{ACD22E5A-B981-C20C-8A0A-21782021E155}"/>
              </a:ext>
            </a:extLst>
          </p:cNvPr>
          <p:cNvSpPr txBox="1"/>
          <p:nvPr>
            <p:custDataLst>
              <p:tags r:id="rId17"/>
            </p:custDataLst>
          </p:nvPr>
        </p:nvSpPr>
        <p:spPr>
          <a:xfrm>
            <a:off x="12700" y="-2895769"/>
            <a:ext cx="0" cy="16927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schemeClr val="dk1"/>
              </a:solidFill>
              <a:effectLst/>
              <a:uLnTx/>
              <a:uFillTx/>
              <a:latin typeface="Calibri" panose="020F0502020204030204" pitchFamily="34" charset="0"/>
              <a:ea typeface="等线" panose="02010600030101010101" pitchFamily="2" charset="-122"/>
              <a:cs typeface="+mn-cs"/>
            </a:endParaRPr>
          </a:p>
        </p:txBody>
      </p:sp>
      <p:sp>
        <p:nvSpPr>
          <p:cNvPr id="127" name="OTLSHAPE_SL2A_a2e017a3a5284638af1c25c12723d164_BackgroundRectangle" hidden="1">
            <a:extLst>
              <a:ext uri="{FF2B5EF4-FFF2-40B4-BE49-F238E27FC236}">
                <a16:creationId xmlns:a16="http://schemas.microsoft.com/office/drawing/2014/main" id="{0FE6B688-208E-224E-6CA9-BE86B493BCBA}"/>
              </a:ext>
            </a:extLst>
          </p:cNvPr>
          <p:cNvSpPr/>
          <p:nvPr>
            <p:custDataLst>
              <p:tags r:id="rId18"/>
            </p:custDataLst>
          </p:nvPr>
        </p:nvSpPr>
        <p:spPr>
          <a:xfrm>
            <a:off x="890736" y="3821466"/>
            <a:ext cx="10464800" cy="279400"/>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5" name="OTLSHAPE_SL2A_a2e017a3a5284638af1c25c12723d164_HeaderRectangle" hidden="1">
            <a:extLst>
              <a:ext uri="{FF2B5EF4-FFF2-40B4-BE49-F238E27FC236}">
                <a16:creationId xmlns:a16="http://schemas.microsoft.com/office/drawing/2014/main" id="{1F284B7F-89EA-8166-90B2-3785BD64D8C3}"/>
              </a:ext>
            </a:extLst>
          </p:cNvPr>
          <p:cNvSpPr/>
          <p:nvPr>
            <p:custDataLst>
              <p:tags r:id="rId19"/>
            </p:custDataLst>
          </p:nvPr>
        </p:nvSpPr>
        <p:spPr>
          <a:xfrm>
            <a:off x="890736" y="3821466"/>
            <a:ext cx="0" cy="0"/>
          </a:xfrm>
          <a:prstGeom prst="rect">
            <a:avLst/>
          </a:prstGeom>
          <a:solidFill>
            <a:srgbClr val="C5C3EE">
              <a:alpha val="24706"/>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6" name="OTLSHAPE_SL2A_a2e017a3a5284638af1c25c12723d164_Header" hidden="1">
            <a:extLst>
              <a:ext uri="{FF2B5EF4-FFF2-40B4-BE49-F238E27FC236}">
                <a16:creationId xmlns:a16="http://schemas.microsoft.com/office/drawing/2014/main" id="{52098F66-FE25-6FAE-0DFA-3355B8B9DBD2}"/>
              </a:ext>
            </a:extLst>
          </p:cNvPr>
          <p:cNvSpPr txBox="1"/>
          <p:nvPr>
            <p:custDataLst>
              <p:tags r:id="rId20"/>
            </p:custDataLst>
          </p:nvPr>
        </p:nvSpPr>
        <p:spPr>
          <a:xfrm>
            <a:off x="12700" y="-2811131"/>
            <a:ext cx="0" cy="16927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schemeClr val="dk1"/>
              </a:solidFill>
              <a:effectLst/>
              <a:uLnTx/>
              <a:uFillTx/>
              <a:latin typeface="Calibri" panose="020F0502020204030204" pitchFamily="34" charset="0"/>
              <a:ea typeface="等线" panose="02010600030101010101" pitchFamily="2" charset="-122"/>
              <a:cs typeface="+mn-cs"/>
            </a:endParaRPr>
          </a:p>
        </p:txBody>
      </p:sp>
      <p:sp>
        <p:nvSpPr>
          <p:cNvPr id="13" name="OTLSHAPE_TB_00000000000000000000000000000000_RightEndCaps" hidden="1">
            <a:extLst>
              <a:ext uri="{FF2B5EF4-FFF2-40B4-BE49-F238E27FC236}">
                <a16:creationId xmlns:a16="http://schemas.microsoft.com/office/drawing/2014/main" id="{E9B52E41-4A28-7A7C-772B-53D154C72896}"/>
              </a:ext>
            </a:extLst>
          </p:cNvPr>
          <p:cNvSpPr txBox="1"/>
          <p:nvPr>
            <p:custDataLst>
              <p:tags r:id="rId21"/>
            </p:custDataLst>
          </p:nvPr>
        </p:nvSpPr>
        <p:spPr>
          <a:xfrm>
            <a:off x="-221339" y="12700"/>
            <a:ext cx="469900" cy="276999"/>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srgbClr val="ED7D31"/>
                </a:solidFill>
                <a:effectLst/>
                <a:uLnTx/>
                <a:uFillTx/>
                <a:latin typeface="Calibri" panose="020F0502020204030204" pitchFamily="34" charset="0"/>
                <a:ea typeface="+mn-ea"/>
                <a:cs typeface="+mn-cs"/>
              </a:rPr>
              <a:t>2028</a:t>
            </a:r>
            <a:endParaRPr kumimoji="0" lang="zh-CN" altLang="en-US" sz="1800" b="1"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75" name="OTLSHAPE_SL2A_5753df4efb814f299b2d5db0e1f3134e_BackgroundRectangle" hidden="1">
            <a:extLst>
              <a:ext uri="{FF2B5EF4-FFF2-40B4-BE49-F238E27FC236}">
                <a16:creationId xmlns:a16="http://schemas.microsoft.com/office/drawing/2014/main" id="{D2562EC8-68DD-4E20-2819-0BBD78228204}"/>
              </a:ext>
            </a:extLst>
          </p:cNvPr>
          <p:cNvSpPr/>
          <p:nvPr>
            <p:custDataLst>
              <p:tags r:id="rId22"/>
            </p:custDataLst>
          </p:nvPr>
        </p:nvSpPr>
        <p:spPr>
          <a:xfrm>
            <a:off x="890736" y="4164366"/>
            <a:ext cx="10464800" cy="279400"/>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73" name="OTLSHAPE_SL2A_5753df4efb814f299b2d5db0e1f3134e_HeaderRectangle" hidden="1">
            <a:extLst>
              <a:ext uri="{FF2B5EF4-FFF2-40B4-BE49-F238E27FC236}">
                <a16:creationId xmlns:a16="http://schemas.microsoft.com/office/drawing/2014/main" id="{C761515E-8A4E-1B18-B80D-68AD2440AD63}"/>
              </a:ext>
            </a:extLst>
          </p:cNvPr>
          <p:cNvSpPr/>
          <p:nvPr>
            <p:custDataLst>
              <p:tags r:id="rId23"/>
            </p:custDataLst>
          </p:nvPr>
        </p:nvSpPr>
        <p:spPr>
          <a:xfrm>
            <a:off x="890736" y="4164366"/>
            <a:ext cx="0" cy="0"/>
          </a:xfrm>
          <a:prstGeom prst="rect">
            <a:avLst/>
          </a:prstGeom>
          <a:solidFill>
            <a:srgbClr val="08312A">
              <a:alpha val="24706"/>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74" name="OTLSHAPE_SL2A_5753df4efb814f299b2d5db0e1f3134e_Header" hidden="1">
            <a:extLst>
              <a:ext uri="{FF2B5EF4-FFF2-40B4-BE49-F238E27FC236}">
                <a16:creationId xmlns:a16="http://schemas.microsoft.com/office/drawing/2014/main" id="{E7622E82-347B-EB15-D947-51183C80FE5F}"/>
              </a:ext>
            </a:extLst>
          </p:cNvPr>
          <p:cNvSpPr txBox="1"/>
          <p:nvPr>
            <p:custDataLst>
              <p:tags r:id="rId24"/>
            </p:custDataLst>
          </p:nvPr>
        </p:nvSpPr>
        <p:spPr>
          <a:xfrm>
            <a:off x="12700" y="-1626199"/>
            <a:ext cx="0" cy="16927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schemeClr val="dk1"/>
              </a:solidFill>
              <a:effectLst/>
              <a:uLnTx/>
              <a:uFillTx/>
              <a:latin typeface="Calibri" panose="020F0502020204030204" pitchFamily="34" charset="0"/>
              <a:ea typeface="+mn-ea"/>
              <a:cs typeface="+mn-cs"/>
            </a:endParaRPr>
          </a:p>
        </p:txBody>
      </p:sp>
      <p:sp>
        <p:nvSpPr>
          <p:cNvPr id="39" name="OTLSHAPE_SL_6624d784f480469eb9e8333edc49234a_BackgroundRectangle">
            <a:extLst>
              <a:ext uri="{FF2B5EF4-FFF2-40B4-BE49-F238E27FC236}">
                <a16:creationId xmlns:a16="http://schemas.microsoft.com/office/drawing/2014/main" id="{E4F4C098-4223-F4F5-1E41-CC4F41F629E2}"/>
              </a:ext>
            </a:extLst>
          </p:cNvPr>
          <p:cNvSpPr/>
          <p:nvPr>
            <p:custDataLst>
              <p:tags r:id="rId25"/>
            </p:custDataLst>
          </p:nvPr>
        </p:nvSpPr>
        <p:spPr>
          <a:xfrm>
            <a:off x="63500" y="1667729"/>
            <a:ext cx="11290299" cy="317796"/>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4" name="OTLSHAPE_TB_00000000000000000000000000000000_ScaleContainer">
            <a:extLst>
              <a:ext uri="{FF2B5EF4-FFF2-40B4-BE49-F238E27FC236}">
                <a16:creationId xmlns:a16="http://schemas.microsoft.com/office/drawing/2014/main" id="{210BB4BC-C819-F32A-D321-AE3A41611ABD}"/>
              </a:ext>
            </a:extLst>
          </p:cNvPr>
          <p:cNvSpPr/>
          <p:nvPr>
            <p:custDataLst>
              <p:tags r:id="rId26"/>
            </p:custDataLst>
          </p:nvPr>
        </p:nvSpPr>
        <p:spPr>
          <a:xfrm>
            <a:off x="1017736" y="1428320"/>
            <a:ext cx="10337800" cy="254000"/>
          </a:xfrm>
          <a:prstGeom prst="roundRect">
            <a:avLst/>
          </a:prstGeom>
          <a:gradFill flip="none" rotWithShape="1">
            <a:gsLst>
              <a:gs pos="0">
                <a:srgbClr val="44546A"/>
              </a:gs>
              <a:gs pos="100000">
                <a:srgbClr val="52667F"/>
              </a:gs>
            </a:gsLst>
            <a:lin ang="5400000" scaled="1"/>
            <a:tileRect/>
          </a:gradFill>
          <a:ln w="12700" cap="flat" cmpd="sng" algn="ctr">
            <a:noFill/>
            <a:prstDash val="solid"/>
            <a:miter lim="800000"/>
          </a:ln>
          <a:effectLst>
            <a:reflection blurRad="6350" stA="50000" endA="300" endPos="55500" dist="50800" dir="5400000" sy="-100000" algn="bl" rotWithShape="0"/>
          </a:effectLst>
          <a:scene3d>
            <a:camera prst="orthographicFront"/>
            <a:lightRig rig="threePt" dir="t">
              <a:rot lat="0" lon="0" rev="8700000"/>
            </a:lightRig>
          </a:scene3d>
          <a:sp3d>
            <a:bevelT w="165100" h="19050"/>
          </a:sp3d>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cxnSp>
        <p:nvCxnSpPr>
          <p:cNvPr id="20" name="OTLSHAPE_G_00000000000000000000000000000000_ShapeBelow0">
            <a:extLst>
              <a:ext uri="{FF2B5EF4-FFF2-40B4-BE49-F238E27FC236}">
                <a16:creationId xmlns:a16="http://schemas.microsoft.com/office/drawing/2014/main" id="{BE6254F5-7E79-7DFC-2C95-CE47C7BD1201}"/>
              </a:ext>
            </a:extLst>
          </p:cNvPr>
          <p:cNvCxnSpPr/>
          <p:nvPr>
            <p:custDataLst>
              <p:tags r:id="rId27"/>
            </p:custDataLst>
          </p:nvPr>
        </p:nvCxnSpPr>
        <p:spPr>
          <a:xfrm>
            <a:off x="1865986" y="1193806"/>
            <a:ext cx="0" cy="3648583"/>
          </a:xfrm>
          <a:prstGeom prst="line">
            <a:avLst/>
          </a:prstGeom>
          <a:ln w="6350"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OTLSHAPE_G_00000000000000000000000000000000_ShapeBelow1">
            <a:extLst>
              <a:ext uri="{FF2B5EF4-FFF2-40B4-BE49-F238E27FC236}">
                <a16:creationId xmlns:a16="http://schemas.microsoft.com/office/drawing/2014/main" id="{690435A5-800D-023D-9237-A9ACE7D8AC7D}"/>
              </a:ext>
            </a:extLst>
          </p:cNvPr>
          <p:cNvCxnSpPr/>
          <p:nvPr>
            <p:custDataLst>
              <p:tags r:id="rId28"/>
            </p:custDataLst>
          </p:nvPr>
        </p:nvCxnSpPr>
        <p:spPr>
          <a:xfrm>
            <a:off x="2733086" y="1193806"/>
            <a:ext cx="0" cy="3648583"/>
          </a:xfrm>
          <a:prstGeom prst="line">
            <a:avLst/>
          </a:prstGeom>
          <a:ln w="6350"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OTLSHAPE_G_00000000000000000000000000000000_ShapeBelow2">
            <a:extLst>
              <a:ext uri="{FF2B5EF4-FFF2-40B4-BE49-F238E27FC236}">
                <a16:creationId xmlns:a16="http://schemas.microsoft.com/office/drawing/2014/main" id="{1FD9E618-8F83-E6D7-04C7-44D56BAD0E38}"/>
              </a:ext>
            </a:extLst>
          </p:cNvPr>
          <p:cNvCxnSpPr/>
          <p:nvPr>
            <p:custDataLst>
              <p:tags r:id="rId29"/>
            </p:custDataLst>
          </p:nvPr>
        </p:nvCxnSpPr>
        <p:spPr>
          <a:xfrm>
            <a:off x="3600185" y="1193806"/>
            <a:ext cx="0" cy="3648583"/>
          </a:xfrm>
          <a:prstGeom prst="line">
            <a:avLst/>
          </a:prstGeom>
          <a:ln w="6350"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OTLSHAPE_G_00000000000000000000000000000000_ShapeBelow3">
            <a:extLst>
              <a:ext uri="{FF2B5EF4-FFF2-40B4-BE49-F238E27FC236}">
                <a16:creationId xmlns:a16="http://schemas.microsoft.com/office/drawing/2014/main" id="{93FC8718-72A1-FE83-BD18-5A928813CE10}"/>
              </a:ext>
            </a:extLst>
          </p:cNvPr>
          <p:cNvCxnSpPr/>
          <p:nvPr>
            <p:custDataLst>
              <p:tags r:id="rId30"/>
            </p:custDataLst>
          </p:nvPr>
        </p:nvCxnSpPr>
        <p:spPr>
          <a:xfrm>
            <a:off x="4457860" y="1193807"/>
            <a:ext cx="0" cy="3648583"/>
          </a:xfrm>
          <a:prstGeom prst="line">
            <a:avLst/>
          </a:prstGeom>
          <a:ln w="6350"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OTLSHAPE_G_00000000000000000000000000000000_ShapeBelow4">
            <a:extLst>
              <a:ext uri="{FF2B5EF4-FFF2-40B4-BE49-F238E27FC236}">
                <a16:creationId xmlns:a16="http://schemas.microsoft.com/office/drawing/2014/main" id="{9436C920-555C-7544-CC3D-E2603635007F}"/>
              </a:ext>
            </a:extLst>
          </p:cNvPr>
          <p:cNvCxnSpPr/>
          <p:nvPr>
            <p:custDataLst>
              <p:tags r:id="rId31"/>
            </p:custDataLst>
          </p:nvPr>
        </p:nvCxnSpPr>
        <p:spPr bwMode="gray">
          <a:xfrm>
            <a:off x="5306110" y="1193806"/>
            <a:ext cx="0" cy="3648583"/>
          </a:xfrm>
          <a:prstGeom prst="line">
            <a:avLst/>
          </a:prstGeom>
          <a:ln w="6350"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OTLSHAPE_G_00000000000000000000000000000000_ShapeBelow5">
            <a:extLst>
              <a:ext uri="{FF2B5EF4-FFF2-40B4-BE49-F238E27FC236}">
                <a16:creationId xmlns:a16="http://schemas.microsoft.com/office/drawing/2014/main" id="{650F5603-956C-A7C4-D7F4-A125F08ECDE7}"/>
              </a:ext>
            </a:extLst>
          </p:cNvPr>
          <p:cNvCxnSpPr/>
          <p:nvPr>
            <p:custDataLst>
              <p:tags r:id="rId32"/>
            </p:custDataLst>
          </p:nvPr>
        </p:nvCxnSpPr>
        <p:spPr bwMode="gray">
          <a:xfrm>
            <a:off x="6173210" y="1193806"/>
            <a:ext cx="0" cy="3648583"/>
          </a:xfrm>
          <a:prstGeom prst="line">
            <a:avLst/>
          </a:prstGeom>
          <a:ln w="6350"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OTLSHAPE_G_00000000000000000000000000000000_ShapeBelow6">
            <a:extLst>
              <a:ext uri="{FF2B5EF4-FFF2-40B4-BE49-F238E27FC236}">
                <a16:creationId xmlns:a16="http://schemas.microsoft.com/office/drawing/2014/main" id="{53F1F271-6A04-B723-9852-FE8BF2C0A92B}"/>
              </a:ext>
            </a:extLst>
          </p:cNvPr>
          <p:cNvCxnSpPr/>
          <p:nvPr>
            <p:custDataLst>
              <p:tags r:id="rId33"/>
            </p:custDataLst>
          </p:nvPr>
        </p:nvCxnSpPr>
        <p:spPr bwMode="gray">
          <a:xfrm>
            <a:off x="7040310" y="1193806"/>
            <a:ext cx="0" cy="3648583"/>
          </a:xfrm>
          <a:prstGeom prst="line">
            <a:avLst/>
          </a:prstGeom>
          <a:ln w="6350"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OTLSHAPE_G_00000000000000000000000000000000_ShapeBelow7">
            <a:extLst>
              <a:ext uri="{FF2B5EF4-FFF2-40B4-BE49-F238E27FC236}">
                <a16:creationId xmlns:a16="http://schemas.microsoft.com/office/drawing/2014/main" id="{3DB731DA-405F-AD45-51D4-B77E99DB6AC3}"/>
              </a:ext>
            </a:extLst>
          </p:cNvPr>
          <p:cNvCxnSpPr/>
          <p:nvPr>
            <p:custDataLst>
              <p:tags r:id="rId34"/>
            </p:custDataLst>
          </p:nvPr>
        </p:nvCxnSpPr>
        <p:spPr bwMode="gray">
          <a:xfrm>
            <a:off x="7897985" y="1193806"/>
            <a:ext cx="0" cy="3648583"/>
          </a:xfrm>
          <a:prstGeom prst="line">
            <a:avLst/>
          </a:prstGeom>
          <a:ln w="6350"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OTLSHAPE_G_00000000000000000000000000000000_ShapeBelow9">
            <a:extLst>
              <a:ext uri="{FF2B5EF4-FFF2-40B4-BE49-F238E27FC236}">
                <a16:creationId xmlns:a16="http://schemas.microsoft.com/office/drawing/2014/main" id="{AAB944CA-98BB-4426-C7CA-FD3919CC4BB0}"/>
              </a:ext>
            </a:extLst>
          </p:cNvPr>
          <p:cNvCxnSpPr/>
          <p:nvPr>
            <p:custDataLst>
              <p:tags r:id="rId35"/>
            </p:custDataLst>
          </p:nvPr>
        </p:nvCxnSpPr>
        <p:spPr bwMode="gray">
          <a:xfrm>
            <a:off x="9622760" y="1193806"/>
            <a:ext cx="0" cy="3648583"/>
          </a:xfrm>
          <a:prstGeom prst="line">
            <a:avLst/>
          </a:prstGeom>
          <a:ln w="6350"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OTLSHAPE_G_00000000000000000000000000000000_ShapeBelow10">
            <a:extLst>
              <a:ext uri="{FF2B5EF4-FFF2-40B4-BE49-F238E27FC236}">
                <a16:creationId xmlns:a16="http://schemas.microsoft.com/office/drawing/2014/main" id="{8EBF9208-9FE3-666C-7CEA-FD9AEFB70424}"/>
              </a:ext>
            </a:extLst>
          </p:cNvPr>
          <p:cNvCxnSpPr/>
          <p:nvPr>
            <p:custDataLst>
              <p:tags r:id="rId36"/>
            </p:custDataLst>
          </p:nvPr>
        </p:nvCxnSpPr>
        <p:spPr bwMode="gray">
          <a:xfrm>
            <a:off x="10489860" y="1193806"/>
            <a:ext cx="0" cy="3648583"/>
          </a:xfrm>
          <a:prstGeom prst="line">
            <a:avLst/>
          </a:prstGeom>
          <a:ln w="6350"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OTLSHAPE_TB_00000000000000000000000000000000_ElapsedTime">
            <a:extLst>
              <a:ext uri="{FF2B5EF4-FFF2-40B4-BE49-F238E27FC236}">
                <a16:creationId xmlns:a16="http://schemas.microsoft.com/office/drawing/2014/main" id="{7CF21FE8-249C-6634-8506-218CEBB071B1}"/>
              </a:ext>
            </a:extLst>
          </p:cNvPr>
          <p:cNvSpPr/>
          <p:nvPr>
            <p:custDataLst>
              <p:tags r:id="rId37"/>
            </p:custDataLst>
          </p:nvPr>
        </p:nvSpPr>
        <p:spPr>
          <a:xfrm>
            <a:off x="1017735" y="1633834"/>
            <a:ext cx="748365" cy="45719"/>
          </a:xfrm>
          <a:prstGeom prst="roundRect">
            <a:avLst/>
          </a:prstGeom>
          <a:solidFill>
            <a:srgbClr val="FF0000">
              <a:alpha val="74902"/>
            </a:srgbClr>
          </a:solidFill>
          <a:ln w="12700" cap="flat" cmpd="sng" algn="ctr">
            <a:noFill/>
            <a:prstDash val="solid"/>
            <a:miter lim="800000"/>
          </a:ln>
          <a:effectLst/>
          <a:scene3d>
            <a:camera prst="orthographicFront"/>
            <a:lightRig rig="threePt" dir="t"/>
          </a:scene3d>
          <a:sp3d>
            <a:bevelT w="12700" h="139700"/>
          </a:sp3d>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45" name="OTLSHAPE_SLM_7b3ea156395b40e796c3717956ba8d25_Shape">
            <a:extLst>
              <a:ext uri="{FF2B5EF4-FFF2-40B4-BE49-F238E27FC236}">
                <a16:creationId xmlns:a16="http://schemas.microsoft.com/office/drawing/2014/main" id="{8E7A41ED-49DE-98B3-1D41-3AB819577A5E}"/>
              </a:ext>
            </a:extLst>
          </p:cNvPr>
          <p:cNvSpPr/>
          <p:nvPr>
            <p:custDataLst>
              <p:tags r:id="rId38"/>
            </p:custDataLst>
          </p:nvPr>
        </p:nvSpPr>
        <p:spPr>
          <a:xfrm>
            <a:off x="4838423" y="1737876"/>
            <a:ext cx="165100" cy="165100"/>
          </a:xfrm>
          <a:prstGeom prst="triangle">
            <a:avLst/>
          </a:prstGeom>
          <a:solidFill>
            <a:schemeClr val="bg2">
              <a:lumMod val="50000"/>
              <a:lumOff val="50000"/>
            </a:schemeClr>
          </a:solidFill>
          <a:ln w="12700" cap="flat" cmpd="sng" algn="ctr">
            <a:noFill/>
            <a:prstDash val="solid"/>
            <a:miter lim="800000"/>
          </a:ln>
          <a:effectLst/>
          <a:scene3d>
            <a:camera prst="orthographicFront"/>
            <a:lightRig rig="threePt" dir="t"/>
          </a:scene3d>
          <a:sp3d>
            <a:bevelT h="12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6" name="OTLSHAPE_TB_00000000000000000000000000000000_TodayMarkerShape">
            <a:extLst>
              <a:ext uri="{FF2B5EF4-FFF2-40B4-BE49-F238E27FC236}">
                <a16:creationId xmlns:a16="http://schemas.microsoft.com/office/drawing/2014/main" id="{3827DAB7-B340-CDFE-C54B-5DC9FBF4107A}"/>
              </a:ext>
            </a:extLst>
          </p:cNvPr>
          <p:cNvSpPr/>
          <p:nvPr>
            <p:custDataLst>
              <p:tags r:id="rId39"/>
            </p:custDataLst>
          </p:nvPr>
        </p:nvSpPr>
        <p:spPr>
          <a:xfrm>
            <a:off x="1697142" y="1684634"/>
            <a:ext cx="76200" cy="84667"/>
          </a:xfrm>
          <a:prstGeom prst="triangl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7" name="OTLSHAPE_TB_00000000000000000000000000000000_TodayMarkerText">
            <a:extLst>
              <a:ext uri="{FF2B5EF4-FFF2-40B4-BE49-F238E27FC236}">
                <a16:creationId xmlns:a16="http://schemas.microsoft.com/office/drawing/2014/main" id="{0325A77F-C204-6A63-5CA3-E153D98DD7BD}"/>
              </a:ext>
            </a:extLst>
          </p:cNvPr>
          <p:cNvSpPr txBox="1"/>
          <p:nvPr>
            <p:custDataLst>
              <p:tags r:id="rId40"/>
            </p:custDataLst>
          </p:nvPr>
        </p:nvSpPr>
        <p:spPr>
          <a:xfrm>
            <a:off x="1461168" y="1270051"/>
            <a:ext cx="433132" cy="184666"/>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12" normalizeH="0" baseline="0" noProof="0">
                <a:ln>
                  <a:noFill/>
                </a:ln>
                <a:solidFill>
                  <a:schemeClr val="dk1"/>
                </a:solidFill>
                <a:effectLst/>
                <a:uLnTx/>
                <a:uFillTx/>
                <a:ea typeface="等线" panose="02010600030101010101" pitchFamily="2" charset="-122"/>
                <a:cs typeface="+mn-cs"/>
              </a:rPr>
              <a:t>Today</a:t>
            </a:r>
            <a:endParaRPr kumimoji="0" lang="zh-CN" altLang="en-US" sz="1200" b="0" i="0" u="none" strike="noStrike" kern="1200" cap="none" spc="-12" normalizeH="0" baseline="0" noProof="0">
              <a:ln>
                <a:noFill/>
              </a:ln>
              <a:solidFill>
                <a:schemeClr val="dk1"/>
              </a:solidFill>
              <a:effectLst/>
              <a:uLnTx/>
              <a:uFillTx/>
              <a:ea typeface="等线" panose="02010600030101010101" pitchFamily="2" charset="-122"/>
              <a:cs typeface="+mn-cs"/>
            </a:endParaRPr>
          </a:p>
        </p:txBody>
      </p:sp>
      <p:sp>
        <p:nvSpPr>
          <p:cNvPr id="8" name="OTLSHAPE_TB_00000000000000000000000000000000_TimescaleInterval1">
            <a:extLst>
              <a:ext uri="{FF2B5EF4-FFF2-40B4-BE49-F238E27FC236}">
                <a16:creationId xmlns:a16="http://schemas.microsoft.com/office/drawing/2014/main" id="{68B82E51-745B-1D18-D487-A66A6D7E2B45}"/>
              </a:ext>
            </a:extLst>
          </p:cNvPr>
          <p:cNvSpPr txBox="1"/>
          <p:nvPr>
            <p:custDataLst>
              <p:tags r:id="rId41"/>
            </p:custDataLst>
          </p:nvPr>
        </p:nvSpPr>
        <p:spPr>
          <a:xfrm>
            <a:off x="1081236" y="1462293"/>
            <a:ext cx="237244"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spc="-22">
                <a:solidFill>
                  <a:schemeClr val="lt1"/>
                </a:solidFill>
                <a:ea typeface="等线" panose="02010600030101010101" pitchFamily="2" charset="-122"/>
              </a:rPr>
              <a:t>Jan</a:t>
            </a:r>
            <a:endParaRPr kumimoji="0" lang="zh-CN" altLang="en-US" sz="1200" b="0" i="0" u="none" strike="noStrike" kern="1200" cap="none" spc="-22" normalizeH="0" baseline="0" noProof="0">
              <a:ln>
                <a:noFill/>
              </a:ln>
              <a:solidFill>
                <a:schemeClr val="lt1"/>
              </a:solidFill>
              <a:effectLst/>
              <a:uLnTx/>
              <a:uFillTx/>
              <a:ea typeface="等线" panose="02010600030101010101" pitchFamily="2" charset="-122"/>
            </a:endParaRPr>
          </a:p>
        </p:txBody>
      </p:sp>
      <p:sp>
        <p:nvSpPr>
          <p:cNvPr id="12" name="OTLSHAPE_TB_00000000000000000000000000000000_TimescaleInterval2">
            <a:extLst>
              <a:ext uri="{FF2B5EF4-FFF2-40B4-BE49-F238E27FC236}">
                <a16:creationId xmlns:a16="http://schemas.microsoft.com/office/drawing/2014/main" id="{A25D06C4-4B52-A993-7863-38CCEAE0BF4B}"/>
              </a:ext>
            </a:extLst>
          </p:cNvPr>
          <p:cNvSpPr txBox="1"/>
          <p:nvPr>
            <p:custDataLst>
              <p:tags r:id="rId42"/>
            </p:custDataLst>
          </p:nvPr>
        </p:nvSpPr>
        <p:spPr>
          <a:xfrm>
            <a:off x="1929486" y="1462293"/>
            <a:ext cx="255776"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spc="-18">
                <a:solidFill>
                  <a:schemeClr val="lt1"/>
                </a:solidFill>
                <a:ea typeface="等线" panose="02010600030101010101" pitchFamily="2" charset="-122"/>
              </a:rPr>
              <a:t>Apr</a:t>
            </a:r>
            <a:endParaRPr kumimoji="0" lang="zh-CN" altLang="en-US" sz="1200" b="0" i="0" u="none" strike="noStrike" kern="1200" cap="none" spc="-18" normalizeH="0" baseline="0" noProof="0">
              <a:ln>
                <a:noFill/>
              </a:ln>
              <a:solidFill>
                <a:schemeClr val="lt1"/>
              </a:solidFill>
              <a:effectLst/>
              <a:uLnTx/>
              <a:uFillTx/>
              <a:ea typeface="等线" panose="02010600030101010101" pitchFamily="2" charset="-122"/>
            </a:endParaRPr>
          </a:p>
        </p:txBody>
      </p:sp>
      <p:sp>
        <p:nvSpPr>
          <p:cNvPr id="28" name="OTLSHAPE_TB_00000000000000000000000000000000_TimescaleInterval3">
            <a:extLst>
              <a:ext uri="{FF2B5EF4-FFF2-40B4-BE49-F238E27FC236}">
                <a16:creationId xmlns:a16="http://schemas.microsoft.com/office/drawing/2014/main" id="{D3A87DAD-AD1D-9D9F-6879-7FD91323EF16}"/>
              </a:ext>
            </a:extLst>
          </p:cNvPr>
          <p:cNvSpPr txBox="1"/>
          <p:nvPr>
            <p:custDataLst>
              <p:tags r:id="rId43"/>
            </p:custDataLst>
          </p:nvPr>
        </p:nvSpPr>
        <p:spPr>
          <a:xfrm>
            <a:off x="2796586" y="1462293"/>
            <a:ext cx="209994"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spc="-18">
                <a:solidFill>
                  <a:schemeClr val="lt1"/>
                </a:solidFill>
                <a:ea typeface="等线" panose="02010600030101010101" pitchFamily="2" charset="-122"/>
              </a:rPr>
              <a:t>Jul</a:t>
            </a:r>
            <a:endParaRPr kumimoji="0" lang="zh-CN" altLang="en-US" sz="1200" b="0" i="0" u="none" strike="noStrike" kern="1200" cap="none" spc="-18" normalizeH="0" baseline="0" noProof="0">
              <a:ln>
                <a:noFill/>
              </a:ln>
              <a:solidFill>
                <a:schemeClr val="lt1"/>
              </a:solidFill>
              <a:effectLst/>
              <a:uLnTx/>
              <a:uFillTx/>
              <a:ea typeface="等线" panose="02010600030101010101" pitchFamily="2" charset="-122"/>
            </a:endParaRPr>
          </a:p>
        </p:txBody>
      </p:sp>
      <p:sp>
        <p:nvSpPr>
          <p:cNvPr id="49" name="OTLSHAPE_TB_00000000000000000000000000000000_TimescaleInterval4">
            <a:extLst>
              <a:ext uri="{FF2B5EF4-FFF2-40B4-BE49-F238E27FC236}">
                <a16:creationId xmlns:a16="http://schemas.microsoft.com/office/drawing/2014/main" id="{FE715A08-5955-162A-0392-623486718E7C}"/>
              </a:ext>
            </a:extLst>
          </p:cNvPr>
          <p:cNvSpPr txBox="1"/>
          <p:nvPr>
            <p:custDataLst>
              <p:tags r:id="rId44"/>
            </p:custDataLst>
          </p:nvPr>
        </p:nvSpPr>
        <p:spPr>
          <a:xfrm>
            <a:off x="3663685" y="1462293"/>
            <a:ext cx="228600"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spc="-18">
                <a:solidFill>
                  <a:schemeClr val="lt1"/>
                </a:solidFill>
                <a:ea typeface="等线" panose="02010600030101010101" pitchFamily="2" charset="-122"/>
              </a:rPr>
              <a:t>Oct</a:t>
            </a:r>
            <a:endParaRPr kumimoji="0" lang="zh-CN" altLang="en-US" sz="1200" b="0" i="0" u="none" strike="noStrike" kern="1200" cap="none" spc="-18" normalizeH="0" baseline="0" noProof="0">
              <a:ln>
                <a:noFill/>
              </a:ln>
              <a:solidFill>
                <a:schemeClr val="lt1"/>
              </a:solidFill>
              <a:effectLst/>
              <a:uLnTx/>
              <a:uFillTx/>
              <a:ea typeface="等线" panose="02010600030101010101" pitchFamily="2" charset="-122"/>
            </a:endParaRPr>
          </a:p>
        </p:txBody>
      </p:sp>
      <p:sp>
        <p:nvSpPr>
          <p:cNvPr id="10" name="OTLSHAPE_TB_00000000000000000000000000000000_TimescaleInterval5">
            <a:extLst>
              <a:ext uri="{FF2B5EF4-FFF2-40B4-BE49-F238E27FC236}">
                <a16:creationId xmlns:a16="http://schemas.microsoft.com/office/drawing/2014/main" id="{7C8A8969-2AE4-189A-7E0C-A9A1B35E5720}"/>
              </a:ext>
            </a:extLst>
          </p:cNvPr>
          <p:cNvSpPr txBox="1"/>
          <p:nvPr>
            <p:custDataLst>
              <p:tags r:id="rId45"/>
            </p:custDataLst>
          </p:nvPr>
        </p:nvSpPr>
        <p:spPr>
          <a:xfrm>
            <a:off x="4521360" y="1462293"/>
            <a:ext cx="237244"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spc="-22">
                <a:solidFill>
                  <a:schemeClr val="lt1"/>
                </a:solidFill>
              </a:rPr>
              <a:t>Jan</a:t>
            </a:r>
            <a:endParaRPr kumimoji="0" lang="zh-CN" altLang="en-US" sz="1200" b="0" i="0" u="none" strike="noStrike" kern="1200" cap="none" spc="-22" normalizeH="0" baseline="0" noProof="0">
              <a:ln>
                <a:noFill/>
              </a:ln>
              <a:solidFill>
                <a:schemeClr val="lt1"/>
              </a:solidFill>
              <a:effectLst/>
              <a:uLnTx/>
              <a:uFillTx/>
            </a:endParaRPr>
          </a:p>
        </p:txBody>
      </p:sp>
      <p:sp>
        <p:nvSpPr>
          <p:cNvPr id="35" name="OTLSHAPE_TB_00000000000000000000000000000000_TimescaleInterval6">
            <a:extLst>
              <a:ext uri="{FF2B5EF4-FFF2-40B4-BE49-F238E27FC236}">
                <a16:creationId xmlns:a16="http://schemas.microsoft.com/office/drawing/2014/main" id="{C7035803-9144-98A4-31A1-E4F7DAB65134}"/>
              </a:ext>
            </a:extLst>
          </p:cNvPr>
          <p:cNvSpPr txBox="1"/>
          <p:nvPr>
            <p:custDataLst>
              <p:tags r:id="rId46"/>
            </p:custDataLst>
          </p:nvPr>
        </p:nvSpPr>
        <p:spPr bwMode="gray">
          <a:xfrm>
            <a:off x="5369610" y="1462293"/>
            <a:ext cx="258084"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18" normalizeH="0" baseline="0" noProof="0">
                <a:ln>
                  <a:noFill/>
                </a:ln>
                <a:solidFill>
                  <a:schemeClr val="lt1"/>
                </a:solidFill>
                <a:effectLst/>
                <a:uLnTx/>
                <a:uFillTx/>
                <a:ea typeface="+mn-ea"/>
                <a:cs typeface="+mn-cs"/>
              </a:rPr>
              <a:t>Apr</a:t>
            </a:r>
            <a:endParaRPr kumimoji="0" lang="zh-CN" altLang="en-US" sz="1200" b="0" i="0" u="none" strike="noStrike" kern="1200" cap="none" spc="-18" normalizeH="0" baseline="0" noProof="0">
              <a:ln>
                <a:noFill/>
              </a:ln>
              <a:solidFill>
                <a:schemeClr val="lt1"/>
              </a:solidFill>
              <a:effectLst/>
              <a:uLnTx/>
              <a:uFillTx/>
              <a:ea typeface="+mn-ea"/>
              <a:cs typeface="+mn-cs"/>
            </a:endParaRPr>
          </a:p>
        </p:txBody>
      </p:sp>
      <p:sp>
        <p:nvSpPr>
          <p:cNvPr id="37" name="OTLSHAPE_TB_00000000000000000000000000000000_TimescaleInterval7">
            <a:extLst>
              <a:ext uri="{FF2B5EF4-FFF2-40B4-BE49-F238E27FC236}">
                <a16:creationId xmlns:a16="http://schemas.microsoft.com/office/drawing/2014/main" id="{CC8E6ED2-39D7-A925-71C5-17E8E817A6B1}"/>
              </a:ext>
            </a:extLst>
          </p:cNvPr>
          <p:cNvSpPr txBox="1"/>
          <p:nvPr>
            <p:custDataLst>
              <p:tags r:id="rId47"/>
            </p:custDataLst>
          </p:nvPr>
        </p:nvSpPr>
        <p:spPr bwMode="gray">
          <a:xfrm>
            <a:off x="6236710" y="1462293"/>
            <a:ext cx="209994"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lang="en-US" altLang="zh-CN" sz="1200" spc="-18">
                <a:solidFill>
                  <a:schemeClr val="lt1"/>
                </a:solidFill>
              </a:rPr>
              <a:t>Jul</a:t>
            </a:r>
            <a:endParaRPr kumimoji="0" lang="zh-CN" altLang="en-US" sz="1200" b="0" i="0" u="none" strike="noStrike" kern="1200" cap="none" spc="-18" normalizeH="0" baseline="0" noProof="0">
              <a:ln>
                <a:noFill/>
              </a:ln>
              <a:solidFill>
                <a:schemeClr val="lt1"/>
              </a:solidFill>
              <a:effectLst/>
              <a:uLnTx/>
              <a:uFillTx/>
            </a:endParaRPr>
          </a:p>
        </p:txBody>
      </p:sp>
      <p:sp>
        <p:nvSpPr>
          <p:cNvPr id="50" name="OTLSHAPE_TB_00000000000000000000000000000000_TimescaleInterval8">
            <a:extLst>
              <a:ext uri="{FF2B5EF4-FFF2-40B4-BE49-F238E27FC236}">
                <a16:creationId xmlns:a16="http://schemas.microsoft.com/office/drawing/2014/main" id="{12B9715D-0247-D2B3-FFDE-2FF1AC3005F6}"/>
              </a:ext>
            </a:extLst>
          </p:cNvPr>
          <p:cNvSpPr txBox="1"/>
          <p:nvPr>
            <p:custDataLst>
              <p:tags r:id="rId48"/>
            </p:custDataLst>
          </p:nvPr>
        </p:nvSpPr>
        <p:spPr bwMode="gray">
          <a:xfrm>
            <a:off x="7103810" y="1462293"/>
            <a:ext cx="227626"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lang="en-US" altLang="zh-CN" sz="1200" spc="-18">
                <a:solidFill>
                  <a:schemeClr val="lt1"/>
                </a:solidFill>
              </a:rPr>
              <a:t>Oct</a:t>
            </a:r>
            <a:endParaRPr kumimoji="0" lang="zh-CN" altLang="en-US" sz="1200" b="0" i="0" u="none" strike="noStrike" kern="1200" cap="none" spc="-18" normalizeH="0" baseline="0" noProof="0">
              <a:ln>
                <a:noFill/>
              </a:ln>
              <a:solidFill>
                <a:schemeClr val="lt1"/>
              </a:solidFill>
              <a:effectLst/>
              <a:uLnTx/>
              <a:uFillTx/>
            </a:endParaRPr>
          </a:p>
        </p:txBody>
      </p:sp>
      <p:sp>
        <p:nvSpPr>
          <p:cNvPr id="52" name="OTLSHAPE_TB_00000000000000000000000000000000_TimescaleInterval9">
            <a:extLst>
              <a:ext uri="{FF2B5EF4-FFF2-40B4-BE49-F238E27FC236}">
                <a16:creationId xmlns:a16="http://schemas.microsoft.com/office/drawing/2014/main" id="{1726FCF4-9803-DEDB-377D-02359A2286E6}"/>
              </a:ext>
            </a:extLst>
          </p:cNvPr>
          <p:cNvSpPr txBox="1"/>
          <p:nvPr>
            <p:custDataLst>
              <p:tags r:id="rId49"/>
            </p:custDataLst>
          </p:nvPr>
        </p:nvSpPr>
        <p:spPr bwMode="gray">
          <a:xfrm>
            <a:off x="7961485" y="1462293"/>
            <a:ext cx="237244"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lang="en-US" altLang="zh-CN" sz="1200" spc="-22">
                <a:solidFill>
                  <a:schemeClr val="lt1"/>
                </a:solidFill>
              </a:rPr>
              <a:t>Jan</a:t>
            </a:r>
            <a:endParaRPr kumimoji="0" lang="zh-CN" altLang="en-US" sz="1200" b="0" i="0" u="none" strike="noStrike" kern="1200" cap="none" spc="-22" normalizeH="0" baseline="0" noProof="0">
              <a:ln>
                <a:noFill/>
              </a:ln>
              <a:solidFill>
                <a:schemeClr val="lt1"/>
              </a:solidFill>
              <a:effectLst/>
              <a:uLnTx/>
              <a:uFillTx/>
            </a:endParaRPr>
          </a:p>
        </p:txBody>
      </p:sp>
      <p:sp>
        <p:nvSpPr>
          <p:cNvPr id="54" name="OTLSHAPE_TB_00000000000000000000000000000000_TimescaleInterval10">
            <a:extLst>
              <a:ext uri="{FF2B5EF4-FFF2-40B4-BE49-F238E27FC236}">
                <a16:creationId xmlns:a16="http://schemas.microsoft.com/office/drawing/2014/main" id="{F792BD4A-8B1A-BC22-207D-8D9B83758534}"/>
              </a:ext>
            </a:extLst>
          </p:cNvPr>
          <p:cNvSpPr txBox="1"/>
          <p:nvPr>
            <p:custDataLst>
              <p:tags r:id="rId50"/>
            </p:custDataLst>
          </p:nvPr>
        </p:nvSpPr>
        <p:spPr bwMode="gray">
          <a:xfrm>
            <a:off x="8819160" y="1462293"/>
            <a:ext cx="258084"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lang="en-US" altLang="zh-CN" sz="1200" spc="-18">
                <a:solidFill>
                  <a:schemeClr val="lt1"/>
                </a:solidFill>
              </a:rPr>
              <a:t>Apr</a:t>
            </a:r>
            <a:endParaRPr kumimoji="0" lang="zh-CN" altLang="en-US" sz="1200" b="0" i="0" u="none" strike="noStrike" kern="1200" cap="none" spc="-18" normalizeH="0" baseline="0" noProof="0">
              <a:ln>
                <a:noFill/>
              </a:ln>
              <a:solidFill>
                <a:schemeClr val="lt1"/>
              </a:solidFill>
              <a:effectLst/>
              <a:uLnTx/>
              <a:uFillTx/>
            </a:endParaRPr>
          </a:p>
        </p:txBody>
      </p:sp>
      <p:sp>
        <p:nvSpPr>
          <p:cNvPr id="56" name="OTLSHAPE_TB_00000000000000000000000000000000_TimescaleInterval11">
            <a:extLst>
              <a:ext uri="{FF2B5EF4-FFF2-40B4-BE49-F238E27FC236}">
                <a16:creationId xmlns:a16="http://schemas.microsoft.com/office/drawing/2014/main" id="{AE47ABE1-A8D0-170E-7B24-ECF627DF5397}"/>
              </a:ext>
            </a:extLst>
          </p:cNvPr>
          <p:cNvSpPr txBox="1"/>
          <p:nvPr>
            <p:custDataLst>
              <p:tags r:id="rId51"/>
            </p:custDataLst>
          </p:nvPr>
        </p:nvSpPr>
        <p:spPr bwMode="gray">
          <a:xfrm>
            <a:off x="9686260" y="1462293"/>
            <a:ext cx="209994"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lang="en-US" altLang="zh-CN" sz="1200" spc="-18">
                <a:solidFill>
                  <a:schemeClr val="lt1"/>
                </a:solidFill>
              </a:rPr>
              <a:t>Jul</a:t>
            </a:r>
            <a:endParaRPr kumimoji="0" lang="en-US" altLang="zh-CN" sz="1200" b="0" i="0" u="none" strike="noStrike" kern="1200" cap="none" spc="-18" normalizeH="0" baseline="0" noProof="0">
              <a:ln>
                <a:noFill/>
              </a:ln>
              <a:solidFill>
                <a:schemeClr val="lt1"/>
              </a:solidFill>
              <a:effectLst/>
              <a:uLnTx/>
              <a:uFillTx/>
            </a:endParaRPr>
          </a:p>
        </p:txBody>
      </p:sp>
      <p:sp>
        <p:nvSpPr>
          <p:cNvPr id="58" name="OTLSHAPE_TB_00000000000000000000000000000000_TimescaleInterval12">
            <a:extLst>
              <a:ext uri="{FF2B5EF4-FFF2-40B4-BE49-F238E27FC236}">
                <a16:creationId xmlns:a16="http://schemas.microsoft.com/office/drawing/2014/main" id="{EDFB3C4B-8BDB-A1BF-61C3-9E8AB1120B58}"/>
              </a:ext>
            </a:extLst>
          </p:cNvPr>
          <p:cNvSpPr txBox="1"/>
          <p:nvPr>
            <p:custDataLst>
              <p:tags r:id="rId52"/>
            </p:custDataLst>
          </p:nvPr>
        </p:nvSpPr>
        <p:spPr bwMode="gray">
          <a:xfrm>
            <a:off x="10553360" y="1462293"/>
            <a:ext cx="227626"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lang="en-US" altLang="zh-CN" sz="1200" spc="-18">
                <a:solidFill>
                  <a:schemeClr val="lt1"/>
                </a:solidFill>
              </a:rPr>
              <a:t>Oct</a:t>
            </a:r>
            <a:endParaRPr kumimoji="0" lang="zh-CN" altLang="en-US" sz="1200" strike="noStrike" kern="1200" cap="none" spc="-18" normalizeH="0" baseline="0" noProof="0">
              <a:ln>
                <a:noFill/>
              </a:ln>
              <a:solidFill>
                <a:schemeClr val="lt1"/>
              </a:solidFill>
              <a:effectLst/>
              <a:uLnTx/>
              <a:uFillTx/>
            </a:endParaRPr>
          </a:p>
        </p:txBody>
      </p:sp>
      <p:sp>
        <p:nvSpPr>
          <p:cNvPr id="61" name="OTLSHAPE_TB_00000000000000000000000000000000_ScaleMarking2">
            <a:extLst>
              <a:ext uri="{FF2B5EF4-FFF2-40B4-BE49-F238E27FC236}">
                <a16:creationId xmlns:a16="http://schemas.microsoft.com/office/drawing/2014/main" id="{D2A24CB6-359B-FFF9-8E1A-34F78DDBD6A3}"/>
              </a:ext>
            </a:extLst>
          </p:cNvPr>
          <p:cNvSpPr txBox="1"/>
          <p:nvPr>
            <p:custDataLst>
              <p:tags r:id="rId53"/>
            </p:custDataLst>
          </p:nvPr>
        </p:nvSpPr>
        <p:spPr bwMode="gray">
          <a:xfrm>
            <a:off x="1034136" y="1242265"/>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rgbClr val="44546A"/>
                </a:solidFill>
                <a:effectLst/>
                <a:uLnTx/>
                <a:uFillTx/>
                <a:ea typeface="+mn-ea"/>
                <a:cs typeface="+mn-cs"/>
              </a:rPr>
              <a:t>2026</a:t>
            </a:r>
            <a:endParaRPr kumimoji="0" lang="zh-CN" altLang="en-US" sz="1200" b="0" i="0" u="none" strike="noStrike" kern="1200" cap="none" spc="-20" normalizeH="0" baseline="0" noProof="0">
              <a:ln>
                <a:noFill/>
              </a:ln>
              <a:solidFill>
                <a:srgbClr val="44546A"/>
              </a:solidFill>
              <a:effectLst/>
              <a:uLnTx/>
              <a:uFillTx/>
              <a:ea typeface="+mn-ea"/>
              <a:cs typeface="+mn-cs"/>
            </a:endParaRPr>
          </a:p>
        </p:txBody>
      </p:sp>
      <p:sp>
        <p:nvSpPr>
          <p:cNvPr id="62" name="OTLSHAPE_TB_00000000000000000000000000000000_ScaleMarking3">
            <a:extLst>
              <a:ext uri="{FF2B5EF4-FFF2-40B4-BE49-F238E27FC236}">
                <a16:creationId xmlns:a16="http://schemas.microsoft.com/office/drawing/2014/main" id="{CE598225-D5D0-D0FB-CECE-DF93FCAFCEB3}"/>
              </a:ext>
            </a:extLst>
          </p:cNvPr>
          <p:cNvSpPr txBox="1"/>
          <p:nvPr>
            <p:custDataLst>
              <p:tags r:id="rId54"/>
            </p:custDataLst>
          </p:nvPr>
        </p:nvSpPr>
        <p:spPr bwMode="gray">
          <a:xfrm>
            <a:off x="4474260" y="1242265"/>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rgbClr val="44546A"/>
                </a:solidFill>
                <a:effectLst/>
                <a:uLnTx/>
                <a:uFillTx/>
                <a:ea typeface="+mn-ea"/>
                <a:cs typeface="+mn-cs"/>
              </a:rPr>
              <a:t>2027</a:t>
            </a:r>
            <a:endParaRPr kumimoji="0" lang="zh-CN" altLang="en-US" sz="1200" b="0" i="0" u="none" strike="noStrike" kern="1200" cap="none" spc="-20" normalizeH="0" baseline="0" noProof="0">
              <a:ln>
                <a:noFill/>
              </a:ln>
              <a:solidFill>
                <a:srgbClr val="44546A"/>
              </a:solidFill>
              <a:effectLst/>
              <a:uLnTx/>
              <a:uFillTx/>
              <a:ea typeface="+mn-ea"/>
              <a:cs typeface="+mn-cs"/>
            </a:endParaRPr>
          </a:p>
        </p:txBody>
      </p:sp>
      <p:sp>
        <p:nvSpPr>
          <p:cNvPr id="63" name="OTLSHAPE_TB_00000000000000000000000000000000_ScaleMarking4">
            <a:extLst>
              <a:ext uri="{FF2B5EF4-FFF2-40B4-BE49-F238E27FC236}">
                <a16:creationId xmlns:a16="http://schemas.microsoft.com/office/drawing/2014/main" id="{349450A9-18E8-679E-52A5-EDAAD157D1FE}"/>
              </a:ext>
            </a:extLst>
          </p:cNvPr>
          <p:cNvSpPr txBox="1"/>
          <p:nvPr>
            <p:custDataLst>
              <p:tags r:id="rId55"/>
            </p:custDataLst>
          </p:nvPr>
        </p:nvSpPr>
        <p:spPr bwMode="gray">
          <a:xfrm>
            <a:off x="7923810" y="1242265"/>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rgbClr val="44546A"/>
                </a:solidFill>
                <a:effectLst/>
                <a:uLnTx/>
                <a:uFillTx/>
                <a:ea typeface="+mn-ea"/>
                <a:cs typeface="+mn-cs"/>
              </a:rPr>
              <a:t>2028</a:t>
            </a:r>
            <a:endParaRPr kumimoji="0" lang="zh-CN" altLang="en-US" sz="1200" b="0" i="0" u="none" strike="noStrike" kern="1200" cap="none" spc="-20" normalizeH="0" baseline="0" noProof="0">
              <a:ln>
                <a:noFill/>
              </a:ln>
              <a:solidFill>
                <a:srgbClr val="44546A"/>
              </a:solidFill>
              <a:effectLst/>
              <a:uLnTx/>
              <a:uFillTx/>
              <a:ea typeface="+mn-ea"/>
              <a:cs typeface="+mn-cs"/>
            </a:endParaRPr>
          </a:p>
        </p:txBody>
      </p:sp>
      <p:cxnSp>
        <p:nvCxnSpPr>
          <p:cNvPr id="9" name="OTLSHAPE_TB_00000000000000000000000000000000_Separator1">
            <a:extLst>
              <a:ext uri="{FF2B5EF4-FFF2-40B4-BE49-F238E27FC236}">
                <a16:creationId xmlns:a16="http://schemas.microsoft.com/office/drawing/2014/main" id="{9B0ADB4A-2DA3-84A7-76D5-FA90617D846E}"/>
              </a:ext>
            </a:extLst>
          </p:cNvPr>
          <p:cNvCxnSpPr/>
          <p:nvPr>
            <p:custDataLst>
              <p:tags r:id="rId56"/>
            </p:custDataLst>
          </p:nvPr>
        </p:nvCxnSpPr>
        <p:spPr>
          <a:xfrm>
            <a:off x="1865986" y="1466420"/>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OTLSHAPE_TB_00000000000000000000000000000000_Separator2">
            <a:extLst>
              <a:ext uri="{FF2B5EF4-FFF2-40B4-BE49-F238E27FC236}">
                <a16:creationId xmlns:a16="http://schemas.microsoft.com/office/drawing/2014/main" id="{CE9B086F-27B0-79D7-9E89-B424FE7EF95C}"/>
              </a:ext>
            </a:extLst>
          </p:cNvPr>
          <p:cNvCxnSpPr/>
          <p:nvPr>
            <p:custDataLst>
              <p:tags r:id="rId57"/>
            </p:custDataLst>
          </p:nvPr>
        </p:nvCxnSpPr>
        <p:spPr>
          <a:xfrm>
            <a:off x="2733086" y="1466420"/>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OTLSHAPE_TB_00000000000000000000000000000000_Separator3">
            <a:extLst>
              <a:ext uri="{FF2B5EF4-FFF2-40B4-BE49-F238E27FC236}">
                <a16:creationId xmlns:a16="http://schemas.microsoft.com/office/drawing/2014/main" id="{E29F5BA4-E140-41BA-9D98-C1FBC7750650}"/>
              </a:ext>
            </a:extLst>
          </p:cNvPr>
          <p:cNvCxnSpPr/>
          <p:nvPr>
            <p:custDataLst>
              <p:tags r:id="rId58"/>
            </p:custDataLst>
          </p:nvPr>
        </p:nvCxnSpPr>
        <p:spPr>
          <a:xfrm>
            <a:off x="3600185" y="1466420"/>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 name="OTLSHAPE_TB_00000000000000000000000000000000_Separator4">
            <a:extLst>
              <a:ext uri="{FF2B5EF4-FFF2-40B4-BE49-F238E27FC236}">
                <a16:creationId xmlns:a16="http://schemas.microsoft.com/office/drawing/2014/main" id="{7DDBD9FB-977E-3C42-BA62-772D4901FB88}"/>
              </a:ext>
            </a:extLst>
          </p:cNvPr>
          <p:cNvCxnSpPr/>
          <p:nvPr>
            <p:custDataLst>
              <p:tags r:id="rId59"/>
            </p:custDataLst>
          </p:nvPr>
        </p:nvCxnSpPr>
        <p:spPr>
          <a:xfrm>
            <a:off x="4457860" y="1466420"/>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OTLSHAPE_TB_00000000000000000000000000000000_Separator5">
            <a:extLst>
              <a:ext uri="{FF2B5EF4-FFF2-40B4-BE49-F238E27FC236}">
                <a16:creationId xmlns:a16="http://schemas.microsoft.com/office/drawing/2014/main" id="{79E4CC72-224C-72E4-4480-098494692633}"/>
              </a:ext>
            </a:extLst>
          </p:cNvPr>
          <p:cNvCxnSpPr/>
          <p:nvPr>
            <p:custDataLst>
              <p:tags r:id="rId60"/>
            </p:custDataLst>
          </p:nvPr>
        </p:nvCxnSpPr>
        <p:spPr bwMode="gray">
          <a:xfrm>
            <a:off x="5306110" y="1466420"/>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OTLSHAPE_TB_00000000000000000000000000000000_Separator6">
            <a:extLst>
              <a:ext uri="{FF2B5EF4-FFF2-40B4-BE49-F238E27FC236}">
                <a16:creationId xmlns:a16="http://schemas.microsoft.com/office/drawing/2014/main" id="{B7D690A2-9B92-FEF2-1597-33378B4AD8ED}"/>
              </a:ext>
            </a:extLst>
          </p:cNvPr>
          <p:cNvCxnSpPr/>
          <p:nvPr>
            <p:custDataLst>
              <p:tags r:id="rId61"/>
            </p:custDataLst>
          </p:nvPr>
        </p:nvCxnSpPr>
        <p:spPr bwMode="gray">
          <a:xfrm>
            <a:off x="6173210" y="1466420"/>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OTLSHAPE_TB_00000000000000000000000000000000_Separator7">
            <a:extLst>
              <a:ext uri="{FF2B5EF4-FFF2-40B4-BE49-F238E27FC236}">
                <a16:creationId xmlns:a16="http://schemas.microsoft.com/office/drawing/2014/main" id="{DC40B4C8-363E-A861-AE21-BC5B166876FC}"/>
              </a:ext>
            </a:extLst>
          </p:cNvPr>
          <p:cNvCxnSpPr/>
          <p:nvPr>
            <p:custDataLst>
              <p:tags r:id="rId62"/>
            </p:custDataLst>
          </p:nvPr>
        </p:nvCxnSpPr>
        <p:spPr bwMode="gray">
          <a:xfrm>
            <a:off x="7040310" y="1466420"/>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OTLSHAPE_TB_00000000000000000000000000000000_Separator8">
            <a:extLst>
              <a:ext uri="{FF2B5EF4-FFF2-40B4-BE49-F238E27FC236}">
                <a16:creationId xmlns:a16="http://schemas.microsoft.com/office/drawing/2014/main" id="{A1511C5C-23ED-29FB-328E-4B20168E6DB7}"/>
              </a:ext>
            </a:extLst>
          </p:cNvPr>
          <p:cNvCxnSpPr/>
          <p:nvPr>
            <p:custDataLst>
              <p:tags r:id="rId63"/>
            </p:custDataLst>
          </p:nvPr>
        </p:nvCxnSpPr>
        <p:spPr bwMode="gray">
          <a:xfrm>
            <a:off x="7897985" y="1466420"/>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OTLSHAPE_TB_00000000000000000000000000000000_Separator9">
            <a:extLst>
              <a:ext uri="{FF2B5EF4-FFF2-40B4-BE49-F238E27FC236}">
                <a16:creationId xmlns:a16="http://schemas.microsoft.com/office/drawing/2014/main" id="{8B512EA9-2BE6-9531-33B8-CB49C9A4916D}"/>
              </a:ext>
            </a:extLst>
          </p:cNvPr>
          <p:cNvCxnSpPr/>
          <p:nvPr>
            <p:custDataLst>
              <p:tags r:id="rId64"/>
            </p:custDataLst>
          </p:nvPr>
        </p:nvCxnSpPr>
        <p:spPr bwMode="gray">
          <a:xfrm>
            <a:off x="8755660" y="1466420"/>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OTLSHAPE_TB_00000000000000000000000000000000_Separator10">
            <a:extLst>
              <a:ext uri="{FF2B5EF4-FFF2-40B4-BE49-F238E27FC236}">
                <a16:creationId xmlns:a16="http://schemas.microsoft.com/office/drawing/2014/main" id="{AE79CF0E-74DF-707A-D40D-010F217593ED}"/>
              </a:ext>
            </a:extLst>
          </p:cNvPr>
          <p:cNvCxnSpPr/>
          <p:nvPr>
            <p:custDataLst>
              <p:tags r:id="rId65"/>
            </p:custDataLst>
          </p:nvPr>
        </p:nvCxnSpPr>
        <p:spPr bwMode="gray">
          <a:xfrm>
            <a:off x="9622760" y="1466420"/>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OTLSHAPE_TB_00000000000000000000000000000000_Separator11">
            <a:extLst>
              <a:ext uri="{FF2B5EF4-FFF2-40B4-BE49-F238E27FC236}">
                <a16:creationId xmlns:a16="http://schemas.microsoft.com/office/drawing/2014/main" id="{A869ADC8-B124-2A4C-2A52-D22AD77F7DD4}"/>
              </a:ext>
            </a:extLst>
          </p:cNvPr>
          <p:cNvCxnSpPr>
            <a:cxnSpLocks/>
          </p:cNvCxnSpPr>
          <p:nvPr>
            <p:custDataLst>
              <p:tags r:id="rId66"/>
            </p:custDataLst>
          </p:nvPr>
        </p:nvCxnSpPr>
        <p:spPr bwMode="gray">
          <a:xfrm>
            <a:off x="10489860" y="1466420"/>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OTLSHAPE_SLM_7b3ea156395b40e796c3717956ba8d25_Title">
            <a:extLst>
              <a:ext uri="{FF2B5EF4-FFF2-40B4-BE49-F238E27FC236}">
                <a16:creationId xmlns:a16="http://schemas.microsoft.com/office/drawing/2014/main" id="{CF9EC3EC-8E85-0534-8051-83A26305A587}"/>
              </a:ext>
            </a:extLst>
          </p:cNvPr>
          <p:cNvSpPr txBox="1"/>
          <p:nvPr>
            <p:custDataLst>
              <p:tags r:id="rId67"/>
            </p:custDataLst>
          </p:nvPr>
        </p:nvSpPr>
        <p:spPr bwMode="gray">
          <a:xfrm>
            <a:off x="991345" y="1661465"/>
            <a:ext cx="3797104" cy="324060"/>
          </a:xfrm>
          <a:prstGeom prst="rect">
            <a:avLst/>
          </a:prstGeom>
          <a:noFill/>
        </p:spPr>
        <p:txBody>
          <a:bodyPr vert="horz" wrap="square" lIns="0" tIns="0" rIns="0" bIns="0" rtlCol="0" anchor="ctr" anchorCtr="0">
            <a:noAutofit/>
          </a:bodyPr>
          <a:lstStyle/>
          <a:p>
            <a:pPr algn="r">
              <a:lnSpc>
                <a:spcPct val="140000"/>
              </a:lnSpc>
            </a:pPr>
            <a:r>
              <a:rPr lang="en-US" altLang="zh-CN" sz="1100" b="1" spc="-6">
                <a:solidFill>
                  <a:schemeClr val="bg1">
                    <a:lumMod val="50000"/>
                  </a:schemeClr>
                </a:solidFill>
              </a:rPr>
              <a:t>GA – gPh2 (1479-0002, VERDANT)</a:t>
            </a:r>
            <a:endParaRPr lang="zh-CN" altLang="en-US" sz="1100" b="1" spc="-6">
              <a:solidFill>
                <a:schemeClr val="bg1">
                  <a:lumMod val="50000"/>
                </a:schemeClr>
              </a:solidFill>
            </a:endParaRPr>
          </a:p>
        </p:txBody>
      </p:sp>
      <p:sp>
        <p:nvSpPr>
          <p:cNvPr id="19" name="OTLSHAPE_SLM_91fde2a6986340318c4c12deb9d782e6_Date">
            <a:extLst>
              <a:ext uri="{FF2B5EF4-FFF2-40B4-BE49-F238E27FC236}">
                <a16:creationId xmlns:a16="http://schemas.microsoft.com/office/drawing/2014/main" id="{AA60FD3B-4CF1-8976-908B-3A2212E3DE48}"/>
              </a:ext>
            </a:extLst>
          </p:cNvPr>
          <p:cNvSpPr txBox="1"/>
          <p:nvPr>
            <p:custDataLst>
              <p:tags r:id="rId68"/>
            </p:custDataLst>
          </p:nvPr>
        </p:nvSpPr>
        <p:spPr>
          <a:xfrm>
            <a:off x="5064973" y="1769619"/>
            <a:ext cx="1190781"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chemeClr val="dk2"/>
                </a:solidFill>
                <a:effectLst/>
                <a:uLnTx/>
                <a:uFillTx/>
                <a:ea typeface="+mn-ea"/>
                <a:cs typeface="+mn-cs"/>
              </a:rPr>
              <a:t>PoC, Feb 2027</a:t>
            </a:r>
            <a:endParaRPr kumimoji="0" lang="zh-CN" altLang="en-US" sz="1000" b="0" i="0" u="none" strike="noStrike" kern="1200" cap="none" spc="-6" normalizeH="0" baseline="0" noProof="0">
              <a:ln>
                <a:noFill/>
              </a:ln>
              <a:solidFill>
                <a:schemeClr val="dk2"/>
              </a:solidFill>
              <a:effectLst/>
              <a:uLnTx/>
              <a:uFillTx/>
              <a:ea typeface="+mn-ea"/>
              <a:cs typeface="+mn-cs"/>
            </a:endParaRPr>
          </a:p>
        </p:txBody>
      </p:sp>
      <p:sp>
        <p:nvSpPr>
          <p:cNvPr id="23" name="OTLSHAPE_SLM_7b3ea156395b40e796c3717956ba8d25_Title">
            <a:extLst>
              <a:ext uri="{FF2B5EF4-FFF2-40B4-BE49-F238E27FC236}">
                <a16:creationId xmlns:a16="http://schemas.microsoft.com/office/drawing/2014/main" id="{EA2A77BF-6517-1356-9DD8-ADC6230AA693}"/>
              </a:ext>
            </a:extLst>
          </p:cNvPr>
          <p:cNvSpPr txBox="1"/>
          <p:nvPr>
            <p:custDataLst>
              <p:tags r:id="rId69"/>
            </p:custDataLst>
          </p:nvPr>
        </p:nvSpPr>
        <p:spPr bwMode="gray">
          <a:xfrm>
            <a:off x="4635542" y="2040834"/>
            <a:ext cx="2770571" cy="329422"/>
          </a:xfrm>
          <a:prstGeom prst="rect">
            <a:avLst/>
          </a:prstGeom>
          <a:noFill/>
        </p:spPr>
        <p:txBody>
          <a:bodyPr vert="horz" wrap="square" lIns="0" tIns="0" rIns="0" bIns="0" rtlCol="0" anchor="ctr" anchorCtr="0">
            <a:noAutofit/>
          </a:bodyPr>
          <a:lstStyle/>
          <a:p>
            <a:pPr algn="r">
              <a:lnSpc>
                <a:spcPct val="140000"/>
              </a:lnSpc>
            </a:pPr>
            <a:r>
              <a:rPr lang="en-US" altLang="zh-CN" sz="1100" b="1" spc="-6">
                <a:solidFill>
                  <a:schemeClr val="dk1"/>
                </a:solidFill>
              </a:rPr>
              <a:t>GA – gPh3 (1479-0003/0004)</a:t>
            </a:r>
            <a:endParaRPr lang="zh-CN" altLang="en-US" sz="1100" b="1" spc="-6">
              <a:solidFill>
                <a:schemeClr val="dk1"/>
              </a:solidFill>
            </a:endParaRPr>
          </a:p>
        </p:txBody>
      </p:sp>
      <p:sp>
        <p:nvSpPr>
          <p:cNvPr id="24" name="OTLSHAPE_SLM_91fde2a6986340318c4c12deb9d782e6_Date">
            <a:extLst>
              <a:ext uri="{FF2B5EF4-FFF2-40B4-BE49-F238E27FC236}">
                <a16:creationId xmlns:a16="http://schemas.microsoft.com/office/drawing/2014/main" id="{54CCADFC-ACB0-42AB-4955-2FC8BB81870E}"/>
              </a:ext>
            </a:extLst>
          </p:cNvPr>
          <p:cNvSpPr txBox="1"/>
          <p:nvPr>
            <p:custDataLst>
              <p:tags r:id="rId70"/>
            </p:custDataLst>
          </p:nvPr>
        </p:nvSpPr>
        <p:spPr>
          <a:xfrm>
            <a:off x="7697129" y="2144146"/>
            <a:ext cx="822373"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chemeClr val="dk2"/>
                </a:solidFill>
                <a:effectLst/>
                <a:uLnTx/>
                <a:uFillTx/>
                <a:ea typeface="+mn-ea"/>
                <a:cs typeface="+mn-cs"/>
              </a:rPr>
              <a:t>Nov 2027</a:t>
            </a:r>
            <a:endParaRPr kumimoji="0" lang="zh-CN" altLang="en-US" sz="1000" b="0" i="0" u="none" strike="noStrike" kern="1200" cap="none" spc="-6" normalizeH="0" baseline="0" noProof="0">
              <a:ln>
                <a:noFill/>
              </a:ln>
              <a:solidFill>
                <a:schemeClr val="dk2"/>
              </a:solidFill>
              <a:effectLst/>
              <a:uLnTx/>
              <a:uFillTx/>
              <a:ea typeface="+mn-ea"/>
              <a:cs typeface="+mn-cs"/>
            </a:endParaRPr>
          </a:p>
        </p:txBody>
      </p:sp>
      <p:sp>
        <p:nvSpPr>
          <p:cNvPr id="26" name="OTLSHAPE_SL_93c414d3451d41b4a3dcbdd4eee6b30b_BackgroundRectangle">
            <a:extLst>
              <a:ext uri="{FF2B5EF4-FFF2-40B4-BE49-F238E27FC236}">
                <a16:creationId xmlns:a16="http://schemas.microsoft.com/office/drawing/2014/main" id="{9652DD5A-ACE5-4EDA-D4CC-8A933D9985F9}"/>
              </a:ext>
            </a:extLst>
          </p:cNvPr>
          <p:cNvSpPr/>
          <p:nvPr>
            <p:custDataLst>
              <p:tags r:id="rId71"/>
            </p:custDataLst>
          </p:nvPr>
        </p:nvSpPr>
        <p:spPr>
          <a:xfrm>
            <a:off x="63499" y="2978708"/>
            <a:ext cx="11290300" cy="320040"/>
          </a:xfrm>
          <a:prstGeom prst="rect">
            <a:avLst/>
          </a:prstGeom>
          <a:solidFill>
            <a:schemeClr val="bg1">
              <a:lumMod val="85000"/>
              <a:alpha val="2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60" name="OTLSHAPE_SLM_7b3ea156395b40e796c3717956ba8d25_Title">
            <a:extLst>
              <a:ext uri="{FF2B5EF4-FFF2-40B4-BE49-F238E27FC236}">
                <a16:creationId xmlns:a16="http://schemas.microsoft.com/office/drawing/2014/main" id="{D681674C-5346-893A-D8AA-A43890C55ABA}"/>
              </a:ext>
            </a:extLst>
          </p:cNvPr>
          <p:cNvSpPr txBox="1"/>
          <p:nvPr>
            <p:custDataLst>
              <p:tags r:id="rId72"/>
            </p:custDataLst>
          </p:nvPr>
        </p:nvSpPr>
        <p:spPr bwMode="gray">
          <a:xfrm>
            <a:off x="1746114" y="2431344"/>
            <a:ext cx="2938480" cy="329422"/>
          </a:xfrm>
          <a:prstGeom prst="rect">
            <a:avLst/>
          </a:prstGeom>
          <a:noFill/>
        </p:spPr>
        <p:txBody>
          <a:bodyPr vert="horz" wrap="square" lIns="0" tIns="0" rIns="0" bIns="0" rtlCol="0" anchor="ctr" anchorCtr="0">
            <a:noAutofit/>
          </a:bodyPr>
          <a:lstStyle/>
          <a:p>
            <a:pPr>
              <a:lnSpc>
                <a:spcPct val="140000"/>
              </a:lnSpc>
            </a:pPr>
            <a:r>
              <a:rPr lang="en-US" altLang="zh-CN" sz="1100" b="1" spc="-6">
                <a:solidFill>
                  <a:schemeClr val="dk1"/>
                </a:solidFill>
              </a:rPr>
              <a:t>DME – gPh2 (1485-0018, THULITE)</a:t>
            </a:r>
            <a:endParaRPr lang="zh-CN" altLang="en-US" sz="1100" b="1" spc="-6">
              <a:solidFill>
                <a:schemeClr val="dk1"/>
              </a:solidFill>
            </a:endParaRPr>
          </a:p>
        </p:txBody>
      </p:sp>
      <p:sp>
        <p:nvSpPr>
          <p:cNvPr id="67" name="OTLSHAPE_SLM_91fde2a6986340318c4c12deb9d782e6_Date">
            <a:extLst>
              <a:ext uri="{FF2B5EF4-FFF2-40B4-BE49-F238E27FC236}">
                <a16:creationId xmlns:a16="http://schemas.microsoft.com/office/drawing/2014/main" id="{AC5002FA-253E-B266-DD0E-57AD1B8C3EE0}"/>
              </a:ext>
            </a:extLst>
          </p:cNvPr>
          <p:cNvSpPr txBox="1"/>
          <p:nvPr>
            <p:custDataLst>
              <p:tags r:id="rId73"/>
            </p:custDataLst>
          </p:nvPr>
        </p:nvSpPr>
        <p:spPr>
          <a:xfrm>
            <a:off x="696871" y="2561032"/>
            <a:ext cx="822373" cy="153888"/>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chemeClr val="dk2"/>
                </a:solidFill>
                <a:effectLst/>
                <a:uLnTx/>
                <a:uFillTx/>
                <a:ea typeface="+mn-ea"/>
                <a:cs typeface="+mn-cs"/>
              </a:rPr>
              <a:t>Feb 2026</a:t>
            </a:r>
            <a:endParaRPr kumimoji="0" lang="zh-CN" altLang="en-US" sz="1000" b="0" i="0" u="none" strike="noStrike" kern="1200" cap="none" spc="-6" normalizeH="0" baseline="0" noProof="0">
              <a:ln>
                <a:noFill/>
              </a:ln>
              <a:solidFill>
                <a:schemeClr val="dk2"/>
              </a:solidFill>
              <a:effectLst/>
              <a:uLnTx/>
              <a:uFillTx/>
              <a:ea typeface="+mn-ea"/>
              <a:cs typeface="+mn-cs"/>
            </a:endParaRPr>
          </a:p>
        </p:txBody>
      </p:sp>
      <p:sp>
        <p:nvSpPr>
          <p:cNvPr id="103" name="OTLSHAPE_SLM_7b3ea156395b40e796c3717956ba8d25_Shape">
            <a:extLst>
              <a:ext uri="{FF2B5EF4-FFF2-40B4-BE49-F238E27FC236}">
                <a16:creationId xmlns:a16="http://schemas.microsoft.com/office/drawing/2014/main" id="{BC482D2C-23A0-B198-004A-7D52C8036102}"/>
              </a:ext>
            </a:extLst>
          </p:cNvPr>
          <p:cNvSpPr/>
          <p:nvPr>
            <p:custDataLst>
              <p:tags r:id="rId74"/>
            </p:custDataLst>
          </p:nvPr>
        </p:nvSpPr>
        <p:spPr>
          <a:xfrm>
            <a:off x="3632959" y="2698495"/>
            <a:ext cx="165100" cy="165100"/>
          </a:xfrm>
          <a:prstGeom prst="triangle">
            <a:avLst/>
          </a:prstGeom>
          <a:solidFill>
            <a:schemeClr val="bg2">
              <a:lumMod val="50000"/>
              <a:lumOff val="50000"/>
            </a:schemeClr>
          </a:solidFill>
          <a:ln w="12700" cap="flat" cmpd="sng" algn="ctr">
            <a:noFill/>
            <a:prstDash val="solid"/>
            <a:miter lim="800000"/>
          </a:ln>
          <a:effectLst/>
          <a:scene3d>
            <a:camera prst="orthographicFront"/>
            <a:lightRig rig="threePt" dir="t"/>
          </a:scene3d>
          <a:sp3d>
            <a:bevelT h="12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104" name="OTLSHAPE_SLM_91fde2a6986340318c4c12deb9d782e6_Date">
            <a:extLst>
              <a:ext uri="{FF2B5EF4-FFF2-40B4-BE49-F238E27FC236}">
                <a16:creationId xmlns:a16="http://schemas.microsoft.com/office/drawing/2014/main" id="{AE3C975D-A7D9-5065-A736-D5B511693710}"/>
              </a:ext>
            </a:extLst>
          </p:cNvPr>
          <p:cNvSpPr txBox="1"/>
          <p:nvPr>
            <p:custDataLst>
              <p:tags r:id="rId75"/>
            </p:custDataLst>
          </p:nvPr>
        </p:nvSpPr>
        <p:spPr>
          <a:xfrm>
            <a:off x="3857757" y="2750324"/>
            <a:ext cx="1190781"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chemeClr val="dk2"/>
                </a:solidFill>
                <a:effectLst/>
                <a:uLnTx/>
                <a:uFillTx/>
                <a:ea typeface="+mn-ea"/>
                <a:cs typeface="+mn-cs"/>
              </a:rPr>
              <a:t>PoC, Oct 2026</a:t>
            </a:r>
            <a:endParaRPr kumimoji="0" lang="zh-CN" altLang="en-US" sz="1000" b="0" i="0" u="none" strike="noStrike" kern="1200" cap="none" spc="-6" normalizeH="0" baseline="0" noProof="0">
              <a:ln>
                <a:noFill/>
              </a:ln>
              <a:solidFill>
                <a:schemeClr val="dk2"/>
              </a:solidFill>
              <a:effectLst/>
              <a:uLnTx/>
              <a:uFillTx/>
              <a:ea typeface="+mn-ea"/>
              <a:cs typeface="+mn-cs"/>
            </a:endParaRPr>
          </a:p>
        </p:txBody>
      </p:sp>
      <p:sp>
        <p:nvSpPr>
          <p:cNvPr id="106" name="OTLSHAPE_SLM_7b3ea156395b40e796c3717956ba8d25_Title">
            <a:extLst>
              <a:ext uri="{FF2B5EF4-FFF2-40B4-BE49-F238E27FC236}">
                <a16:creationId xmlns:a16="http://schemas.microsoft.com/office/drawing/2014/main" id="{C1601AC3-79BF-81E2-74DF-4AAA877F06B6}"/>
              </a:ext>
            </a:extLst>
          </p:cNvPr>
          <p:cNvSpPr txBox="1"/>
          <p:nvPr>
            <p:custDataLst>
              <p:tags r:id="rId76"/>
            </p:custDataLst>
          </p:nvPr>
        </p:nvSpPr>
        <p:spPr bwMode="gray">
          <a:xfrm>
            <a:off x="7211539" y="2961315"/>
            <a:ext cx="2770571" cy="329422"/>
          </a:xfrm>
          <a:prstGeom prst="rect">
            <a:avLst/>
          </a:prstGeom>
          <a:noFill/>
        </p:spPr>
        <p:txBody>
          <a:bodyPr vert="horz" wrap="square" lIns="0" tIns="0" rIns="0" bIns="0" rtlCol="0" anchor="ctr" anchorCtr="0">
            <a:noAutofit/>
          </a:bodyPr>
          <a:lstStyle/>
          <a:p>
            <a:pPr algn="r">
              <a:lnSpc>
                <a:spcPct val="140000"/>
              </a:lnSpc>
            </a:pPr>
            <a:r>
              <a:rPr lang="en-US" altLang="zh-CN" sz="1100" b="1" spc="-6">
                <a:solidFill>
                  <a:schemeClr val="dk1"/>
                </a:solidFill>
              </a:rPr>
              <a:t>DME – gPh3 (1485-0019/0020)</a:t>
            </a:r>
            <a:endParaRPr lang="zh-CN" altLang="en-US" sz="1100" b="1" spc="-6">
              <a:solidFill>
                <a:schemeClr val="dk1"/>
              </a:solidFill>
            </a:endParaRPr>
          </a:p>
        </p:txBody>
      </p:sp>
      <p:sp>
        <p:nvSpPr>
          <p:cNvPr id="107" name="OTLSHAPE_SLM_91fde2a6986340318c4c12deb9d782e6_Date">
            <a:extLst>
              <a:ext uri="{FF2B5EF4-FFF2-40B4-BE49-F238E27FC236}">
                <a16:creationId xmlns:a16="http://schemas.microsoft.com/office/drawing/2014/main" id="{C6F10CF1-01E5-A024-723C-07BF5EF62FB8}"/>
              </a:ext>
            </a:extLst>
          </p:cNvPr>
          <p:cNvSpPr txBox="1"/>
          <p:nvPr>
            <p:custDataLst>
              <p:tags r:id="rId77"/>
            </p:custDataLst>
          </p:nvPr>
        </p:nvSpPr>
        <p:spPr>
          <a:xfrm>
            <a:off x="10129187" y="3064627"/>
            <a:ext cx="956175"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chemeClr val="dk2"/>
                </a:solidFill>
                <a:effectLst/>
                <a:uLnTx/>
                <a:uFillTx/>
                <a:ea typeface="+mn-ea"/>
                <a:cs typeface="+mn-cs"/>
              </a:rPr>
              <a:t>Aug 2028</a:t>
            </a:r>
            <a:endParaRPr kumimoji="0" lang="zh-CN" altLang="en-US" sz="1000" b="0" i="0" u="none" strike="noStrike" kern="1200" cap="none" spc="-6" normalizeH="0" baseline="0" noProof="0">
              <a:ln>
                <a:noFill/>
              </a:ln>
              <a:solidFill>
                <a:schemeClr val="dk2"/>
              </a:solidFill>
              <a:effectLst/>
              <a:uLnTx/>
              <a:uFillTx/>
              <a:ea typeface="+mn-ea"/>
              <a:cs typeface="+mn-cs"/>
            </a:endParaRPr>
          </a:p>
        </p:txBody>
      </p:sp>
      <p:sp>
        <p:nvSpPr>
          <p:cNvPr id="108" name="OTLSHAPE_SL_6624d784f480469eb9e8333edc49234a_BackgroundRectangle">
            <a:extLst>
              <a:ext uri="{FF2B5EF4-FFF2-40B4-BE49-F238E27FC236}">
                <a16:creationId xmlns:a16="http://schemas.microsoft.com/office/drawing/2014/main" id="{73B7E21C-9A9D-EA50-2806-259930A2D3DC}"/>
              </a:ext>
            </a:extLst>
          </p:cNvPr>
          <p:cNvSpPr/>
          <p:nvPr>
            <p:custDataLst>
              <p:tags r:id="rId78"/>
            </p:custDataLst>
          </p:nvPr>
        </p:nvSpPr>
        <p:spPr>
          <a:xfrm>
            <a:off x="63500" y="3367968"/>
            <a:ext cx="11290299" cy="317796"/>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133" name="OTLSHAPE_SLM_7b3ea156395b40e796c3717956ba8d25_Title">
            <a:extLst>
              <a:ext uri="{FF2B5EF4-FFF2-40B4-BE49-F238E27FC236}">
                <a16:creationId xmlns:a16="http://schemas.microsoft.com/office/drawing/2014/main" id="{5D21B2FA-5B11-D476-76A1-42C8E01647D6}"/>
              </a:ext>
            </a:extLst>
          </p:cNvPr>
          <p:cNvSpPr txBox="1"/>
          <p:nvPr>
            <p:custDataLst>
              <p:tags r:id="rId79"/>
            </p:custDataLst>
          </p:nvPr>
        </p:nvSpPr>
        <p:spPr bwMode="gray">
          <a:xfrm>
            <a:off x="8155763" y="3356342"/>
            <a:ext cx="1834076" cy="329422"/>
          </a:xfrm>
          <a:prstGeom prst="rect">
            <a:avLst/>
          </a:prstGeom>
          <a:noFill/>
          <a:ln>
            <a:solidFill>
              <a:schemeClr val="tx1"/>
            </a:solidFill>
            <a:prstDash val="dash"/>
          </a:ln>
        </p:spPr>
        <p:txBody>
          <a:bodyPr vert="horz" wrap="square" lIns="0" tIns="0" rIns="0" bIns="0" rtlCol="0" anchor="ctr" anchorCtr="0">
            <a:noAutofit/>
          </a:bodyPr>
          <a:lstStyle/>
          <a:p>
            <a:pPr algn="r">
              <a:lnSpc>
                <a:spcPct val="140000"/>
              </a:lnSpc>
            </a:pPr>
            <a:r>
              <a:rPr lang="en-US" altLang="zh-CN" sz="1100" b="1" spc="-6" err="1">
                <a:solidFill>
                  <a:schemeClr val="dk1"/>
                </a:solidFill>
              </a:rPr>
              <a:t>nAMD</a:t>
            </a:r>
            <a:r>
              <a:rPr lang="en-US" altLang="zh-CN" sz="1100" b="1" spc="-6">
                <a:solidFill>
                  <a:schemeClr val="dk1"/>
                </a:solidFill>
              </a:rPr>
              <a:t> – gPh2 (1485-0004)</a:t>
            </a:r>
            <a:endParaRPr lang="zh-CN" altLang="en-US" sz="1100" b="1" spc="-6">
              <a:solidFill>
                <a:schemeClr val="dk1"/>
              </a:solidFill>
            </a:endParaRPr>
          </a:p>
        </p:txBody>
      </p:sp>
      <p:sp>
        <p:nvSpPr>
          <p:cNvPr id="134" name="OTLSHAPE_SLM_91fde2a6986340318c4c12deb9d782e6_Date">
            <a:extLst>
              <a:ext uri="{FF2B5EF4-FFF2-40B4-BE49-F238E27FC236}">
                <a16:creationId xmlns:a16="http://schemas.microsoft.com/office/drawing/2014/main" id="{26E2AA69-A1B3-6C70-5AEA-50C7CFE32FB8}"/>
              </a:ext>
            </a:extLst>
          </p:cNvPr>
          <p:cNvSpPr txBox="1"/>
          <p:nvPr>
            <p:custDataLst>
              <p:tags r:id="rId80"/>
            </p:custDataLst>
          </p:nvPr>
        </p:nvSpPr>
        <p:spPr>
          <a:xfrm>
            <a:off x="10129187" y="3459654"/>
            <a:ext cx="956173"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chemeClr val="dk2"/>
                </a:solidFill>
                <a:effectLst/>
                <a:uLnTx/>
                <a:uFillTx/>
                <a:ea typeface="+mn-ea"/>
                <a:cs typeface="+mn-cs"/>
              </a:rPr>
              <a:t>Aug 2028</a:t>
            </a:r>
            <a:endParaRPr kumimoji="0" lang="zh-CN" altLang="en-US" sz="1000" b="0" i="0" u="none" strike="noStrike" kern="1200" cap="none" spc="-6" normalizeH="0" baseline="0" noProof="0">
              <a:ln>
                <a:noFill/>
              </a:ln>
              <a:solidFill>
                <a:schemeClr val="dk2"/>
              </a:solidFill>
              <a:effectLst/>
              <a:uLnTx/>
              <a:uFillTx/>
              <a:ea typeface="+mn-ea"/>
              <a:cs typeface="+mn-cs"/>
            </a:endParaRPr>
          </a:p>
        </p:txBody>
      </p:sp>
      <p:sp>
        <p:nvSpPr>
          <p:cNvPr id="135" name="OTLSHAPE_SL_93c414d3451d41b4a3dcbdd4eee6b30b_BackgroundRectangle">
            <a:extLst>
              <a:ext uri="{FF2B5EF4-FFF2-40B4-BE49-F238E27FC236}">
                <a16:creationId xmlns:a16="http://schemas.microsoft.com/office/drawing/2014/main" id="{C76908DD-B8EC-1FAC-AD26-222E0BE46454}"/>
              </a:ext>
            </a:extLst>
          </p:cNvPr>
          <p:cNvSpPr/>
          <p:nvPr>
            <p:custDataLst>
              <p:tags r:id="rId81"/>
            </p:custDataLst>
          </p:nvPr>
        </p:nvSpPr>
        <p:spPr>
          <a:xfrm>
            <a:off x="63499" y="3766338"/>
            <a:ext cx="11290300" cy="320040"/>
          </a:xfrm>
          <a:prstGeom prst="rect">
            <a:avLst/>
          </a:prstGeom>
          <a:solidFill>
            <a:schemeClr val="bg1">
              <a:lumMod val="85000"/>
              <a:alpha val="2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137" name="OTLSHAPE_SLM_7b3ea156395b40e796c3717956ba8d25_Title">
            <a:extLst>
              <a:ext uri="{FF2B5EF4-FFF2-40B4-BE49-F238E27FC236}">
                <a16:creationId xmlns:a16="http://schemas.microsoft.com/office/drawing/2014/main" id="{76417F13-1E8E-2F84-08B3-DF7F8F112C34}"/>
              </a:ext>
            </a:extLst>
          </p:cNvPr>
          <p:cNvSpPr txBox="1"/>
          <p:nvPr>
            <p:custDataLst>
              <p:tags r:id="rId82"/>
            </p:custDataLst>
          </p:nvPr>
        </p:nvSpPr>
        <p:spPr bwMode="gray">
          <a:xfrm>
            <a:off x="2832972" y="3748945"/>
            <a:ext cx="2770571" cy="329422"/>
          </a:xfrm>
          <a:prstGeom prst="rect">
            <a:avLst/>
          </a:prstGeom>
          <a:noFill/>
        </p:spPr>
        <p:txBody>
          <a:bodyPr vert="horz" wrap="square" lIns="0" tIns="0" rIns="0" bIns="0" rtlCol="0" anchor="ctr" anchorCtr="0">
            <a:noAutofit/>
          </a:bodyPr>
          <a:lstStyle/>
          <a:p>
            <a:pPr algn="r">
              <a:lnSpc>
                <a:spcPct val="140000"/>
              </a:lnSpc>
            </a:pPr>
            <a:r>
              <a:rPr lang="en-US" altLang="zh-CN" sz="1100" b="1" spc="-6">
                <a:solidFill>
                  <a:schemeClr val="bg1">
                    <a:lumMod val="50000"/>
                  </a:schemeClr>
                </a:solidFill>
              </a:rPr>
              <a:t>NPDR – gPh2 (1436-0007, CRIMSON)</a:t>
            </a:r>
            <a:endParaRPr lang="zh-CN" altLang="en-US" sz="1100" b="1" spc="-6">
              <a:solidFill>
                <a:schemeClr val="bg1">
                  <a:lumMod val="50000"/>
                </a:schemeClr>
              </a:solidFill>
            </a:endParaRPr>
          </a:p>
        </p:txBody>
      </p:sp>
      <p:sp>
        <p:nvSpPr>
          <p:cNvPr id="11" name="OTLSHAPE_SLM_7b3ea156395b40e796c3717956ba8d25_Shape">
            <a:extLst>
              <a:ext uri="{FF2B5EF4-FFF2-40B4-BE49-F238E27FC236}">
                <a16:creationId xmlns:a16="http://schemas.microsoft.com/office/drawing/2014/main" id="{4F43F1F1-5657-3378-3631-AC7CBCB12D7C}"/>
              </a:ext>
            </a:extLst>
          </p:cNvPr>
          <p:cNvSpPr/>
          <p:nvPr>
            <p:custDataLst>
              <p:tags r:id="rId83"/>
            </p:custDataLst>
          </p:nvPr>
        </p:nvSpPr>
        <p:spPr>
          <a:xfrm>
            <a:off x="5711937" y="3848325"/>
            <a:ext cx="165100" cy="165100"/>
          </a:xfrm>
          <a:prstGeom prst="triangle">
            <a:avLst/>
          </a:prstGeom>
          <a:solidFill>
            <a:schemeClr val="bg2">
              <a:lumMod val="50000"/>
              <a:lumOff val="50000"/>
            </a:schemeClr>
          </a:solidFill>
          <a:ln w="12700" cap="flat" cmpd="sng" algn="ctr">
            <a:noFill/>
            <a:prstDash val="solid"/>
            <a:miter lim="800000"/>
          </a:ln>
          <a:effectLst/>
          <a:scene3d>
            <a:camera prst="orthographicFront"/>
            <a:lightRig rig="threePt" dir="t"/>
          </a:scene3d>
          <a:sp3d>
            <a:bevelT h="12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14" name="OTLSHAPE_SLM_91fde2a6986340318c4c12deb9d782e6_Date">
            <a:extLst>
              <a:ext uri="{FF2B5EF4-FFF2-40B4-BE49-F238E27FC236}">
                <a16:creationId xmlns:a16="http://schemas.microsoft.com/office/drawing/2014/main" id="{3939135B-1F95-7122-6F86-835520E7C365}"/>
              </a:ext>
            </a:extLst>
          </p:cNvPr>
          <p:cNvSpPr txBox="1"/>
          <p:nvPr>
            <p:custDataLst>
              <p:tags r:id="rId84"/>
            </p:custDataLst>
          </p:nvPr>
        </p:nvSpPr>
        <p:spPr>
          <a:xfrm>
            <a:off x="5938487" y="3880068"/>
            <a:ext cx="1190781"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chemeClr val="dk2"/>
                </a:solidFill>
                <a:effectLst/>
                <a:uLnTx/>
                <a:uFillTx/>
                <a:ea typeface="+mn-ea"/>
                <a:cs typeface="+mn-cs"/>
              </a:rPr>
              <a:t>PoC, May 2027</a:t>
            </a:r>
            <a:endParaRPr kumimoji="0" lang="zh-CN" altLang="en-US" sz="1000" b="0" i="0" u="none" strike="noStrike" kern="1200" cap="none" spc="-6" normalizeH="0" baseline="0" noProof="0">
              <a:ln>
                <a:noFill/>
              </a:ln>
              <a:solidFill>
                <a:schemeClr val="dk2"/>
              </a:solidFill>
              <a:effectLst/>
              <a:uLnTx/>
              <a:uFillTx/>
              <a:ea typeface="+mn-ea"/>
              <a:cs typeface="+mn-cs"/>
            </a:endParaRPr>
          </a:p>
        </p:txBody>
      </p:sp>
      <p:pic>
        <p:nvPicPr>
          <p:cNvPr id="15" name="Picture 9" descr="Image result for China flag circle png">
            <a:extLst>
              <a:ext uri="{FF2B5EF4-FFF2-40B4-BE49-F238E27FC236}">
                <a16:creationId xmlns:a16="http://schemas.microsoft.com/office/drawing/2014/main" id="{FBA83A15-E9F6-A6B6-F764-4ABB46AE6F6B}"/>
              </a:ext>
            </a:extLst>
          </p:cNvPr>
          <p:cNvPicPr>
            <a:picLocks noChangeAspect="1"/>
          </p:cNvPicPr>
          <p:nvPr/>
        </p:nvPicPr>
        <p:blipFill>
          <a:blip r:embed="rId113">
            <a:extLst>
              <a:ext uri="{28A0092B-C50C-407E-A947-70E740481C1C}">
                <a14:useLocalDpi xmlns:a14="http://schemas.microsoft.com/office/drawing/2010/main" val="0"/>
              </a:ext>
            </a:extLst>
          </a:blip>
          <a:srcRect/>
          <a:stretch>
            <a:fillRect/>
          </a:stretch>
        </p:blipFill>
        <p:spPr bwMode="auto">
          <a:xfrm>
            <a:off x="1535398" y="2526628"/>
            <a:ext cx="182880" cy="182880"/>
          </a:xfrm>
          <a:prstGeom prst="rect">
            <a:avLst/>
          </a:prstGeom>
          <a:ln>
            <a:noFill/>
          </a:ln>
          <a:effectLst>
            <a:outerShdw blurRad="292100" dist="139700" dir="2700000" algn="tl" rotWithShape="0">
              <a:srgbClr val="333333">
                <a:alpha val="65000"/>
              </a:srgbClr>
            </a:outerShdw>
          </a:effectLst>
        </p:spPr>
      </p:pic>
      <p:sp>
        <p:nvSpPr>
          <p:cNvPr id="16" name="OTLSHAPE_SL_6624d784f480469eb9e8333edc49234a_BackgroundRectangle">
            <a:extLst>
              <a:ext uri="{FF2B5EF4-FFF2-40B4-BE49-F238E27FC236}">
                <a16:creationId xmlns:a16="http://schemas.microsoft.com/office/drawing/2014/main" id="{A4F063AB-4A2A-A340-F3F0-714B5A6568EA}"/>
              </a:ext>
            </a:extLst>
          </p:cNvPr>
          <p:cNvSpPr/>
          <p:nvPr>
            <p:custDataLst>
              <p:tags r:id="rId85"/>
            </p:custDataLst>
          </p:nvPr>
        </p:nvSpPr>
        <p:spPr>
          <a:xfrm>
            <a:off x="36226" y="4109591"/>
            <a:ext cx="11317573" cy="317796"/>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17" name="OTLSHAPE_SL_93c414d3451d41b4a3dcbdd4eee6b30b_BackgroundRectangle">
            <a:extLst>
              <a:ext uri="{FF2B5EF4-FFF2-40B4-BE49-F238E27FC236}">
                <a16:creationId xmlns:a16="http://schemas.microsoft.com/office/drawing/2014/main" id="{07A89A13-C80C-8D79-919A-F892AD25AF1F}"/>
              </a:ext>
            </a:extLst>
          </p:cNvPr>
          <p:cNvSpPr/>
          <p:nvPr>
            <p:custDataLst>
              <p:tags r:id="rId86"/>
            </p:custDataLst>
          </p:nvPr>
        </p:nvSpPr>
        <p:spPr>
          <a:xfrm>
            <a:off x="63499" y="4465487"/>
            <a:ext cx="11290300" cy="320040"/>
          </a:xfrm>
          <a:prstGeom prst="rect">
            <a:avLst/>
          </a:prstGeom>
          <a:solidFill>
            <a:schemeClr val="bg1">
              <a:lumMod val="85000"/>
              <a:alpha val="2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18" name="OTLSHAPE_SLM_7b3ea156395b40e796c3717956ba8d25_Title">
            <a:extLst>
              <a:ext uri="{FF2B5EF4-FFF2-40B4-BE49-F238E27FC236}">
                <a16:creationId xmlns:a16="http://schemas.microsoft.com/office/drawing/2014/main" id="{4C971C11-259F-2AB6-2F27-5E5EF0BCC915}"/>
              </a:ext>
            </a:extLst>
          </p:cNvPr>
          <p:cNvSpPr txBox="1"/>
          <p:nvPr>
            <p:custDataLst>
              <p:tags r:id="rId87"/>
            </p:custDataLst>
          </p:nvPr>
        </p:nvSpPr>
        <p:spPr bwMode="gray">
          <a:xfrm>
            <a:off x="6229647" y="4095592"/>
            <a:ext cx="2770571" cy="329422"/>
          </a:xfrm>
          <a:prstGeom prst="rect">
            <a:avLst/>
          </a:prstGeom>
          <a:noFill/>
        </p:spPr>
        <p:txBody>
          <a:bodyPr vert="horz" wrap="square" lIns="0" tIns="0" rIns="0" bIns="0" rtlCol="0" anchor="ctr" anchorCtr="0">
            <a:noAutofit/>
          </a:bodyPr>
          <a:lstStyle/>
          <a:p>
            <a:pPr algn="r">
              <a:lnSpc>
                <a:spcPct val="140000"/>
              </a:lnSpc>
            </a:pPr>
            <a:r>
              <a:rPr lang="en-US" altLang="zh-CN" sz="1100" b="1" spc="-6">
                <a:solidFill>
                  <a:schemeClr val="dk1"/>
                </a:solidFill>
              </a:rPr>
              <a:t>NPDR – gPh3 (1436-0009/0010)</a:t>
            </a:r>
            <a:endParaRPr lang="zh-CN" altLang="en-US" sz="1100" b="1" spc="-6">
              <a:solidFill>
                <a:schemeClr val="dk1"/>
              </a:solidFill>
            </a:endParaRPr>
          </a:p>
        </p:txBody>
      </p:sp>
      <p:pic>
        <p:nvPicPr>
          <p:cNvPr id="29" name="Picture 9" descr="Image result for China flag circle png">
            <a:extLst>
              <a:ext uri="{FF2B5EF4-FFF2-40B4-BE49-F238E27FC236}">
                <a16:creationId xmlns:a16="http://schemas.microsoft.com/office/drawing/2014/main" id="{40CCBA34-E17F-3DE0-D9DB-EEC3864509A7}"/>
              </a:ext>
            </a:extLst>
          </p:cNvPr>
          <p:cNvPicPr>
            <a:picLocks noChangeAspect="1"/>
          </p:cNvPicPr>
          <p:nvPr/>
        </p:nvPicPr>
        <p:blipFill>
          <a:blip r:embed="rId113">
            <a:extLst>
              <a:ext uri="{28A0092B-C50C-407E-A947-70E740481C1C}">
                <a14:useLocalDpi xmlns:a14="http://schemas.microsoft.com/office/drawing/2010/main" val="0"/>
              </a:ext>
            </a:extLst>
          </a:blip>
          <a:srcRect/>
          <a:stretch>
            <a:fillRect/>
          </a:stretch>
        </p:blipFill>
        <p:spPr bwMode="auto">
          <a:xfrm>
            <a:off x="9062076" y="4183095"/>
            <a:ext cx="182880" cy="182880"/>
          </a:xfrm>
          <a:prstGeom prst="rect">
            <a:avLst/>
          </a:prstGeom>
          <a:ln>
            <a:noFill/>
          </a:ln>
          <a:effectLst>
            <a:outerShdw blurRad="292100" dist="139700" dir="2700000" algn="tl" rotWithShape="0">
              <a:srgbClr val="333333">
                <a:alpha val="65000"/>
              </a:srgbClr>
            </a:outerShdw>
          </a:effectLst>
        </p:spPr>
      </p:pic>
      <p:sp>
        <p:nvSpPr>
          <p:cNvPr id="30" name="OTLSHAPE_SLM_91fde2a6986340318c4c12deb9d782e6_Date">
            <a:extLst>
              <a:ext uri="{FF2B5EF4-FFF2-40B4-BE49-F238E27FC236}">
                <a16:creationId xmlns:a16="http://schemas.microsoft.com/office/drawing/2014/main" id="{5A39F1C3-5A89-A2AE-C829-4EB5CA7247C7}"/>
              </a:ext>
            </a:extLst>
          </p:cNvPr>
          <p:cNvSpPr txBox="1"/>
          <p:nvPr>
            <p:custDataLst>
              <p:tags r:id="rId88"/>
            </p:custDataLst>
          </p:nvPr>
        </p:nvSpPr>
        <p:spPr>
          <a:xfrm>
            <a:off x="9306814" y="4209129"/>
            <a:ext cx="822373"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chemeClr val="dk2"/>
                </a:solidFill>
                <a:effectLst/>
                <a:uLnTx/>
                <a:uFillTx/>
                <a:ea typeface="+mn-ea"/>
                <a:cs typeface="+mn-cs"/>
              </a:rPr>
              <a:t>May 2028</a:t>
            </a:r>
            <a:endParaRPr kumimoji="0" lang="zh-CN" altLang="en-US" sz="1000" b="0" i="0" u="none" strike="noStrike" kern="1200" cap="none" spc="-6" normalizeH="0" baseline="0" noProof="0">
              <a:ln>
                <a:noFill/>
              </a:ln>
              <a:solidFill>
                <a:schemeClr val="dk2"/>
              </a:solidFill>
              <a:effectLst/>
              <a:uLnTx/>
              <a:uFillTx/>
              <a:ea typeface="+mn-ea"/>
              <a:cs typeface="+mn-cs"/>
            </a:endParaRPr>
          </a:p>
        </p:txBody>
      </p:sp>
      <p:sp>
        <p:nvSpPr>
          <p:cNvPr id="31" name="OTLSHAPE_SLM_7b3ea156395b40e796c3717956ba8d25_Title">
            <a:extLst>
              <a:ext uri="{FF2B5EF4-FFF2-40B4-BE49-F238E27FC236}">
                <a16:creationId xmlns:a16="http://schemas.microsoft.com/office/drawing/2014/main" id="{8E53FCB8-6709-4484-E2AE-BBFCEF0BBFE8}"/>
              </a:ext>
            </a:extLst>
          </p:cNvPr>
          <p:cNvSpPr txBox="1"/>
          <p:nvPr>
            <p:custDataLst>
              <p:tags r:id="rId89"/>
            </p:custDataLst>
          </p:nvPr>
        </p:nvSpPr>
        <p:spPr bwMode="gray">
          <a:xfrm>
            <a:off x="6229647" y="4441386"/>
            <a:ext cx="2770571" cy="329422"/>
          </a:xfrm>
          <a:prstGeom prst="rect">
            <a:avLst/>
          </a:prstGeom>
          <a:noFill/>
        </p:spPr>
        <p:txBody>
          <a:bodyPr vert="horz" wrap="square" lIns="0" tIns="0" rIns="0" bIns="0" rtlCol="0" anchor="ctr" anchorCtr="0">
            <a:noAutofit/>
          </a:bodyPr>
          <a:lstStyle/>
          <a:p>
            <a:pPr algn="r">
              <a:lnSpc>
                <a:spcPct val="140000"/>
              </a:lnSpc>
            </a:pPr>
            <a:r>
              <a:rPr lang="en-US" altLang="zh-CN" sz="1100" b="1" spc="-6">
                <a:solidFill>
                  <a:schemeClr val="dk1"/>
                </a:solidFill>
              </a:rPr>
              <a:t>PDR – gPh3 (1436-0012)</a:t>
            </a:r>
            <a:endParaRPr lang="zh-CN" altLang="en-US" sz="1100" b="1" spc="-6">
              <a:solidFill>
                <a:schemeClr val="dk1"/>
              </a:solidFill>
            </a:endParaRPr>
          </a:p>
        </p:txBody>
      </p:sp>
      <p:pic>
        <p:nvPicPr>
          <p:cNvPr id="41" name="Picture 9" descr="Image result for China flag circle png">
            <a:extLst>
              <a:ext uri="{FF2B5EF4-FFF2-40B4-BE49-F238E27FC236}">
                <a16:creationId xmlns:a16="http://schemas.microsoft.com/office/drawing/2014/main" id="{0E5E210D-6CD0-9CA0-1DE1-1C5F6A3EE9F4}"/>
              </a:ext>
            </a:extLst>
          </p:cNvPr>
          <p:cNvPicPr>
            <a:picLocks noChangeAspect="1"/>
          </p:cNvPicPr>
          <p:nvPr/>
        </p:nvPicPr>
        <p:blipFill>
          <a:blip r:embed="rId113">
            <a:extLst>
              <a:ext uri="{28A0092B-C50C-407E-A947-70E740481C1C}">
                <a14:useLocalDpi xmlns:a14="http://schemas.microsoft.com/office/drawing/2010/main" val="0"/>
              </a:ext>
            </a:extLst>
          </a:blip>
          <a:srcRect/>
          <a:stretch>
            <a:fillRect/>
          </a:stretch>
        </p:blipFill>
        <p:spPr bwMode="auto">
          <a:xfrm>
            <a:off x="9062076" y="4528889"/>
            <a:ext cx="182880" cy="182880"/>
          </a:xfrm>
          <a:prstGeom prst="rect">
            <a:avLst/>
          </a:prstGeom>
          <a:ln>
            <a:noFill/>
          </a:ln>
          <a:effectLst>
            <a:outerShdw blurRad="292100" dist="139700" dir="2700000" algn="tl" rotWithShape="0">
              <a:srgbClr val="333333">
                <a:alpha val="65000"/>
              </a:srgbClr>
            </a:outerShdw>
          </a:effectLst>
        </p:spPr>
      </p:pic>
      <p:sp>
        <p:nvSpPr>
          <p:cNvPr id="47" name="OTLSHAPE_SLM_91fde2a6986340318c4c12deb9d782e6_Date">
            <a:extLst>
              <a:ext uri="{FF2B5EF4-FFF2-40B4-BE49-F238E27FC236}">
                <a16:creationId xmlns:a16="http://schemas.microsoft.com/office/drawing/2014/main" id="{E741CA86-0726-00D6-3180-20F3DCDEA6D5}"/>
              </a:ext>
            </a:extLst>
          </p:cNvPr>
          <p:cNvSpPr txBox="1"/>
          <p:nvPr>
            <p:custDataLst>
              <p:tags r:id="rId90"/>
            </p:custDataLst>
          </p:nvPr>
        </p:nvSpPr>
        <p:spPr>
          <a:xfrm>
            <a:off x="9306814" y="4554923"/>
            <a:ext cx="822373"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chemeClr val="dk2"/>
                </a:solidFill>
                <a:effectLst/>
                <a:uLnTx/>
                <a:uFillTx/>
                <a:ea typeface="+mn-ea"/>
                <a:cs typeface="+mn-cs"/>
              </a:rPr>
              <a:t>May 2028</a:t>
            </a:r>
            <a:endParaRPr kumimoji="0" lang="zh-CN" altLang="en-US" sz="1000" b="0" i="0" u="none" strike="noStrike" kern="1200" cap="none" spc="-6" normalizeH="0" baseline="0" noProof="0">
              <a:ln>
                <a:noFill/>
              </a:ln>
              <a:solidFill>
                <a:schemeClr val="dk2"/>
              </a:solidFill>
              <a:effectLst/>
              <a:uLnTx/>
              <a:uFillTx/>
              <a:ea typeface="+mn-ea"/>
              <a:cs typeface="+mn-cs"/>
            </a:endParaRPr>
          </a:p>
        </p:txBody>
      </p:sp>
      <p:sp>
        <p:nvSpPr>
          <p:cNvPr id="66" name="OTLSHAPE_SL_6624d784f480469eb9e8333edc49234a_BackgroundRectangle">
            <a:extLst>
              <a:ext uri="{FF2B5EF4-FFF2-40B4-BE49-F238E27FC236}">
                <a16:creationId xmlns:a16="http://schemas.microsoft.com/office/drawing/2014/main" id="{B951BAAA-CC0D-51FC-23C2-1BB2C2F57BAA}"/>
              </a:ext>
            </a:extLst>
          </p:cNvPr>
          <p:cNvSpPr/>
          <p:nvPr>
            <p:custDataLst>
              <p:tags r:id="rId91"/>
            </p:custDataLst>
          </p:nvPr>
        </p:nvSpPr>
        <p:spPr>
          <a:xfrm>
            <a:off x="60844" y="4848841"/>
            <a:ext cx="11317573" cy="317796"/>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68" name="OTLSHAPE_SLM_7b3ea156395b40e796c3717956ba8d25_Title">
            <a:extLst>
              <a:ext uri="{FF2B5EF4-FFF2-40B4-BE49-F238E27FC236}">
                <a16:creationId xmlns:a16="http://schemas.microsoft.com/office/drawing/2014/main" id="{463E8CE2-DCE3-707C-CA72-E2DFB5ACBFE2}"/>
              </a:ext>
            </a:extLst>
          </p:cNvPr>
          <p:cNvSpPr txBox="1"/>
          <p:nvPr>
            <p:custDataLst>
              <p:tags r:id="rId92"/>
            </p:custDataLst>
          </p:nvPr>
        </p:nvSpPr>
        <p:spPr bwMode="gray">
          <a:xfrm>
            <a:off x="204066" y="4837841"/>
            <a:ext cx="2770571" cy="329422"/>
          </a:xfrm>
          <a:prstGeom prst="rect">
            <a:avLst/>
          </a:prstGeom>
          <a:noFill/>
        </p:spPr>
        <p:txBody>
          <a:bodyPr vert="horz" wrap="square" lIns="0" tIns="0" rIns="0" bIns="0" rtlCol="0" anchor="ctr" anchorCtr="0">
            <a:noAutofit/>
          </a:bodyPr>
          <a:lstStyle/>
          <a:p>
            <a:pPr algn="r">
              <a:lnSpc>
                <a:spcPct val="140000"/>
              </a:lnSpc>
            </a:pPr>
            <a:r>
              <a:rPr lang="en-US" altLang="zh-CN" sz="1100" b="1" spc="-6">
                <a:solidFill>
                  <a:schemeClr val="bg1">
                    <a:lumMod val="50000"/>
                  </a:schemeClr>
                </a:solidFill>
              </a:rPr>
              <a:t>GA – gPh2 (1484-0005, JADE)</a:t>
            </a:r>
            <a:endParaRPr lang="zh-CN" altLang="en-US" sz="1100" b="1" spc="-6">
              <a:solidFill>
                <a:schemeClr val="bg1">
                  <a:lumMod val="50000"/>
                </a:schemeClr>
              </a:solidFill>
            </a:endParaRPr>
          </a:p>
        </p:txBody>
      </p:sp>
      <p:sp>
        <p:nvSpPr>
          <p:cNvPr id="69" name="OTLSHAPE_SLM_7b3ea156395b40e796c3717956ba8d25_Shape">
            <a:extLst>
              <a:ext uri="{FF2B5EF4-FFF2-40B4-BE49-F238E27FC236}">
                <a16:creationId xmlns:a16="http://schemas.microsoft.com/office/drawing/2014/main" id="{15E5D6A2-1881-0FC7-E595-AD611B15CE78}"/>
              </a:ext>
            </a:extLst>
          </p:cNvPr>
          <p:cNvSpPr/>
          <p:nvPr>
            <p:custDataLst>
              <p:tags r:id="rId93"/>
            </p:custDataLst>
          </p:nvPr>
        </p:nvSpPr>
        <p:spPr>
          <a:xfrm>
            <a:off x="3083031" y="4937221"/>
            <a:ext cx="165100" cy="165100"/>
          </a:xfrm>
          <a:prstGeom prst="triangle">
            <a:avLst/>
          </a:prstGeom>
          <a:solidFill>
            <a:schemeClr val="bg2">
              <a:lumMod val="50000"/>
              <a:lumOff val="50000"/>
            </a:schemeClr>
          </a:solidFill>
          <a:ln w="12700" cap="flat" cmpd="sng" algn="ctr">
            <a:noFill/>
            <a:prstDash val="solid"/>
            <a:miter lim="800000"/>
          </a:ln>
          <a:effectLst/>
          <a:scene3d>
            <a:camera prst="orthographicFront"/>
            <a:lightRig rig="threePt" dir="t"/>
          </a:scene3d>
          <a:sp3d>
            <a:bevelT h="12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70" name="OTLSHAPE_SLM_91fde2a6986340318c4c12deb9d782e6_Date">
            <a:extLst>
              <a:ext uri="{FF2B5EF4-FFF2-40B4-BE49-F238E27FC236}">
                <a16:creationId xmlns:a16="http://schemas.microsoft.com/office/drawing/2014/main" id="{13BAD892-6CD7-6674-A46A-F67A02C3EF06}"/>
              </a:ext>
            </a:extLst>
          </p:cNvPr>
          <p:cNvSpPr txBox="1"/>
          <p:nvPr>
            <p:custDataLst>
              <p:tags r:id="rId94"/>
            </p:custDataLst>
          </p:nvPr>
        </p:nvSpPr>
        <p:spPr>
          <a:xfrm>
            <a:off x="3309581" y="4968964"/>
            <a:ext cx="1190781"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chemeClr val="dk2"/>
                </a:solidFill>
                <a:effectLst/>
                <a:uLnTx/>
                <a:uFillTx/>
                <a:ea typeface="+mn-ea"/>
                <a:cs typeface="+mn-cs"/>
              </a:rPr>
              <a:t>PoC,  Aug 2026</a:t>
            </a:r>
            <a:endParaRPr kumimoji="0" lang="zh-CN" altLang="en-US" sz="1000" b="0" i="0" u="none" strike="noStrike" kern="1200" cap="none" spc="-6" normalizeH="0" baseline="0" noProof="0">
              <a:ln>
                <a:noFill/>
              </a:ln>
              <a:solidFill>
                <a:schemeClr val="dk2"/>
              </a:solidFill>
              <a:effectLst/>
              <a:uLnTx/>
              <a:uFillTx/>
              <a:ea typeface="+mn-ea"/>
              <a:cs typeface="+mn-cs"/>
            </a:endParaRPr>
          </a:p>
        </p:txBody>
      </p:sp>
      <p:sp>
        <p:nvSpPr>
          <p:cNvPr id="76" name="OTLSHAPE_SL_93c414d3451d41b4a3dcbdd4eee6b30b_BackgroundRectangle">
            <a:extLst>
              <a:ext uri="{FF2B5EF4-FFF2-40B4-BE49-F238E27FC236}">
                <a16:creationId xmlns:a16="http://schemas.microsoft.com/office/drawing/2014/main" id="{B58F8628-5C1B-22D8-738F-049AF737F2BF}"/>
              </a:ext>
            </a:extLst>
          </p:cNvPr>
          <p:cNvSpPr/>
          <p:nvPr>
            <p:custDataLst>
              <p:tags r:id="rId95"/>
            </p:custDataLst>
          </p:nvPr>
        </p:nvSpPr>
        <p:spPr>
          <a:xfrm>
            <a:off x="66787" y="5235857"/>
            <a:ext cx="11290300" cy="320040"/>
          </a:xfrm>
          <a:prstGeom prst="rect">
            <a:avLst/>
          </a:prstGeom>
          <a:solidFill>
            <a:schemeClr val="bg1">
              <a:lumMod val="85000"/>
              <a:alpha val="2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77" name="OTLSHAPE_SLM_7b3ea156395b40e796c3717956ba8d25_Title">
            <a:extLst>
              <a:ext uri="{FF2B5EF4-FFF2-40B4-BE49-F238E27FC236}">
                <a16:creationId xmlns:a16="http://schemas.microsoft.com/office/drawing/2014/main" id="{357C5779-38A3-89EE-BC66-8515DBE64D66}"/>
              </a:ext>
            </a:extLst>
          </p:cNvPr>
          <p:cNvSpPr txBox="1"/>
          <p:nvPr>
            <p:custDataLst>
              <p:tags r:id="rId96"/>
            </p:custDataLst>
          </p:nvPr>
        </p:nvSpPr>
        <p:spPr bwMode="gray">
          <a:xfrm>
            <a:off x="6423524" y="5309978"/>
            <a:ext cx="2054619" cy="231199"/>
          </a:xfrm>
          <a:prstGeom prst="rect">
            <a:avLst/>
          </a:prstGeom>
          <a:noFill/>
          <a:ln>
            <a:noFill/>
            <a:prstDash val="dash"/>
          </a:ln>
        </p:spPr>
        <p:txBody>
          <a:bodyPr vert="horz" wrap="square" lIns="0" tIns="0" rIns="0" bIns="0" rtlCol="0" anchor="ctr" anchorCtr="0">
            <a:noAutofit/>
          </a:bodyPr>
          <a:lstStyle/>
          <a:p>
            <a:pPr algn="r">
              <a:lnSpc>
                <a:spcPct val="140000"/>
              </a:lnSpc>
            </a:pPr>
            <a:r>
              <a:rPr lang="en-US" altLang="zh-CN" sz="1100" b="1" spc="-6">
                <a:solidFill>
                  <a:schemeClr val="dk1"/>
                </a:solidFill>
              </a:rPr>
              <a:t>GA – gPh3 (1484-0015/0016)</a:t>
            </a:r>
            <a:endParaRPr lang="zh-CN" altLang="en-US" sz="1100" b="1" spc="-6">
              <a:solidFill>
                <a:schemeClr val="dk1"/>
              </a:solidFill>
            </a:endParaRPr>
          </a:p>
        </p:txBody>
      </p:sp>
      <p:sp>
        <p:nvSpPr>
          <p:cNvPr id="82" name="OTLSHAPE_SLM_91fde2a6986340318c4c12deb9d782e6_Date">
            <a:extLst>
              <a:ext uri="{FF2B5EF4-FFF2-40B4-BE49-F238E27FC236}">
                <a16:creationId xmlns:a16="http://schemas.microsoft.com/office/drawing/2014/main" id="{780461E9-DC44-25EB-E90D-DD2570A8C9AE}"/>
              </a:ext>
            </a:extLst>
          </p:cNvPr>
          <p:cNvSpPr txBox="1"/>
          <p:nvPr>
            <p:custDataLst>
              <p:tags r:id="rId97"/>
            </p:custDataLst>
          </p:nvPr>
        </p:nvSpPr>
        <p:spPr>
          <a:xfrm>
            <a:off x="8784739" y="5325293"/>
            <a:ext cx="822373"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spc="-6">
                <a:solidFill>
                  <a:schemeClr val="dk2"/>
                </a:solidFill>
              </a:rPr>
              <a:t>Feb </a:t>
            </a:r>
            <a:r>
              <a:rPr kumimoji="0" lang="en-US" altLang="zh-CN" sz="1000" b="0" i="0" u="none" strike="noStrike" kern="1200" cap="none" spc="-6" normalizeH="0" baseline="0" noProof="0">
                <a:ln>
                  <a:noFill/>
                </a:ln>
                <a:solidFill>
                  <a:schemeClr val="dk2"/>
                </a:solidFill>
                <a:effectLst/>
                <a:uLnTx/>
                <a:uFillTx/>
                <a:ea typeface="+mn-ea"/>
                <a:cs typeface="+mn-cs"/>
              </a:rPr>
              <a:t>2028</a:t>
            </a:r>
            <a:endParaRPr kumimoji="0" lang="zh-CN" altLang="en-US" sz="1000" b="0" i="0" u="none" strike="noStrike" kern="1200" cap="none" spc="-6" normalizeH="0" baseline="0" noProof="0">
              <a:ln>
                <a:noFill/>
              </a:ln>
              <a:solidFill>
                <a:schemeClr val="dk2"/>
              </a:solidFill>
              <a:effectLst/>
              <a:uLnTx/>
              <a:uFillTx/>
              <a:ea typeface="+mn-ea"/>
              <a:cs typeface="+mn-cs"/>
            </a:endParaRPr>
          </a:p>
        </p:txBody>
      </p:sp>
      <p:sp>
        <p:nvSpPr>
          <p:cNvPr id="83" name="Arrow: Left 82">
            <a:extLst>
              <a:ext uri="{FF2B5EF4-FFF2-40B4-BE49-F238E27FC236}">
                <a16:creationId xmlns:a16="http://schemas.microsoft.com/office/drawing/2014/main" id="{F71FA393-0E20-657F-4F34-9EB0FA2D952E}"/>
              </a:ext>
            </a:extLst>
          </p:cNvPr>
          <p:cNvSpPr/>
          <p:nvPr/>
        </p:nvSpPr>
        <p:spPr bwMode="gray">
          <a:xfrm>
            <a:off x="7617611" y="3406089"/>
            <a:ext cx="414511" cy="283471"/>
          </a:xfrm>
          <a:prstGeom prst="leftArrow">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84" name="TextBox 83">
            <a:extLst>
              <a:ext uri="{FF2B5EF4-FFF2-40B4-BE49-F238E27FC236}">
                <a16:creationId xmlns:a16="http://schemas.microsoft.com/office/drawing/2014/main" id="{A83D443E-2A92-2C74-A58C-40E3AB0B3B4A}"/>
              </a:ext>
            </a:extLst>
          </p:cNvPr>
          <p:cNvSpPr txBox="1"/>
          <p:nvPr/>
        </p:nvSpPr>
        <p:spPr bwMode="gray">
          <a:xfrm>
            <a:off x="5754024" y="3431890"/>
            <a:ext cx="1965986" cy="197426"/>
          </a:xfrm>
          <a:prstGeom prst="rect">
            <a:avLst/>
          </a:prstGeom>
          <a:noFill/>
        </p:spPr>
        <p:txBody>
          <a:bodyPr wrap="square" lIns="0" tIns="0" rIns="0" bIns="0" rtlCol="0">
            <a:spAutoFit/>
          </a:bodyPr>
          <a:lstStyle/>
          <a:p>
            <a:pPr algn="l">
              <a:lnSpc>
                <a:spcPct val="140000"/>
              </a:lnSpc>
            </a:pPr>
            <a:r>
              <a:rPr lang="en-US" sz="1000" i="1">
                <a:solidFill>
                  <a:srgbClr val="002060"/>
                </a:solidFill>
              </a:rPr>
              <a:t>Acceleration under discussion</a:t>
            </a:r>
          </a:p>
        </p:txBody>
      </p:sp>
      <p:sp>
        <p:nvSpPr>
          <p:cNvPr id="40" name="OTLSHAPE_SL_6624d784f480469eb9e8333edc49234a_HeaderRectangle">
            <a:extLst>
              <a:ext uri="{FF2B5EF4-FFF2-40B4-BE49-F238E27FC236}">
                <a16:creationId xmlns:a16="http://schemas.microsoft.com/office/drawing/2014/main" id="{6A9DB0B3-C6ED-3A80-08DB-975A6581A503}"/>
              </a:ext>
            </a:extLst>
          </p:cNvPr>
          <p:cNvSpPr/>
          <p:nvPr>
            <p:custDataLst>
              <p:tags r:id="rId98"/>
            </p:custDataLst>
          </p:nvPr>
        </p:nvSpPr>
        <p:spPr>
          <a:xfrm>
            <a:off x="63500" y="1667728"/>
            <a:ext cx="838200" cy="702528"/>
          </a:xfrm>
          <a:prstGeom prst="rect">
            <a:avLst/>
          </a:prstGeom>
          <a:solidFill>
            <a:schemeClr val="bg2">
              <a:lumMod val="90000"/>
              <a:lumOff val="1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a:ln>
                  <a:noFill/>
                </a:ln>
                <a:solidFill>
                  <a:prstClr val="white"/>
                </a:solidFill>
                <a:effectLst/>
                <a:uLnTx/>
                <a:uFillTx/>
                <a:ea typeface="等线" panose="02010600030101010101" pitchFamily="2" charset="-122"/>
                <a:cs typeface="+mn-cs"/>
              </a:rPr>
              <a:t>aC3</a:t>
            </a:r>
            <a:endParaRPr kumimoji="0" lang="zh-CN" altLang="en-US" sz="1400" b="1"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25" name="OTLSHAPE_SL_6624d784f480469eb9e8333edc49234a_HeaderRectangle">
            <a:extLst>
              <a:ext uri="{FF2B5EF4-FFF2-40B4-BE49-F238E27FC236}">
                <a16:creationId xmlns:a16="http://schemas.microsoft.com/office/drawing/2014/main" id="{2189F04B-B788-6EBC-EB3C-7EAA1E9B3B64}"/>
              </a:ext>
            </a:extLst>
          </p:cNvPr>
          <p:cNvSpPr/>
          <p:nvPr>
            <p:custDataLst>
              <p:tags r:id="rId99"/>
            </p:custDataLst>
          </p:nvPr>
        </p:nvSpPr>
        <p:spPr>
          <a:xfrm>
            <a:off x="60844" y="2431344"/>
            <a:ext cx="838200" cy="1254420"/>
          </a:xfrm>
          <a:prstGeom prst="rect">
            <a:avLst/>
          </a:prstGeom>
          <a:solidFill>
            <a:schemeClr val="tx2">
              <a:lumMod val="7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err="1">
                <a:ln>
                  <a:noFill/>
                </a:ln>
                <a:solidFill>
                  <a:prstClr val="white"/>
                </a:solidFill>
                <a:effectLst/>
                <a:uLnTx/>
                <a:uFillTx/>
                <a:ea typeface="等线" panose="02010600030101010101" pitchFamily="2" charset="-122"/>
                <a:cs typeface="+mn-cs"/>
              </a:rPr>
              <a:t>PKKi</a:t>
            </a:r>
            <a:endParaRPr kumimoji="0" lang="zh-CN" altLang="en-US" sz="1400" b="1"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139" name="OTLSHAPE_SL_6624d784f480469eb9e8333edc49234a_HeaderRectangle">
            <a:extLst>
              <a:ext uri="{FF2B5EF4-FFF2-40B4-BE49-F238E27FC236}">
                <a16:creationId xmlns:a16="http://schemas.microsoft.com/office/drawing/2014/main" id="{93D6AF6C-708B-CAAA-27B4-51FBA8F10EC4}"/>
              </a:ext>
            </a:extLst>
          </p:cNvPr>
          <p:cNvSpPr/>
          <p:nvPr>
            <p:custDataLst>
              <p:tags r:id="rId100"/>
            </p:custDataLst>
          </p:nvPr>
        </p:nvSpPr>
        <p:spPr>
          <a:xfrm>
            <a:off x="63500" y="3735113"/>
            <a:ext cx="838200" cy="1050413"/>
          </a:xfrm>
          <a:prstGeom prst="rect">
            <a:avLst/>
          </a:prstGeom>
          <a:solidFill>
            <a:schemeClr val="accent1">
              <a:lumMod val="50000"/>
              <a:lumOff val="5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a:ln>
                  <a:noFill/>
                </a:ln>
                <a:solidFill>
                  <a:prstClr val="white"/>
                </a:solidFill>
                <a:effectLst/>
                <a:uLnTx/>
                <a:uFillTx/>
                <a:ea typeface="等线" panose="02010600030101010101" pitchFamily="2" charset="-122"/>
                <a:cs typeface="+mn-cs"/>
              </a:rPr>
              <a:t>aSema3A</a:t>
            </a:r>
            <a:endParaRPr kumimoji="0" lang="zh-CN" altLang="en-US" sz="1100" b="1"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72" name="OTLSHAPE_SL_6624d784f480469eb9e8333edc49234a_HeaderRectangle">
            <a:extLst>
              <a:ext uri="{FF2B5EF4-FFF2-40B4-BE49-F238E27FC236}">
                <a16:creationId xmlns:a16="http://schemas.microsoft.com/office/drawing/2014/main" id="{2B5240D1-6C00-4CE8-7C12-625811C59FC5}"/>
              </a:ext>
            </a:extLst>
          </p:cNvPr>
          <p:cNvSpPr/>
          <p:nvPr>
            <p:custDataLst>
              <p:tags r:id="rId101"/>
            </p:custDataLst>
          </p:nvPr>
        </p:nvSpPr>
        <p:spPr>
          <a:xfrm>
            <a:off x="60325" y="4859392"/>
            <a:ext cx="838200" cy="701201"/>
          </a:xfrm>
          <a:prstGeom prst="rect">
            <a:avLst/>
          </a:prstGeom>
          <a:solidFill>
            <a:schemeClr val="accent2">
              <a:lumMod val="60000"/>
              <a:lumOff val="4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a:ln>
                  <a:noFill/>
                </a:ln>
                <a:solidFill>
                  <a:prstClr val="white"/>
                </a:solidFill>
                <a:effectLst/>
                <a:uLnTx/>
                <a:uFillTx/>
                <a:ea typeface="等线" panose="02010600030101010101" pitchFamily="2" charset="-122"/>
                <a:cs typeface="+mn-cs"/>
              </a:rPr>
              <a:t>PAFR</a:t>
            </a:r>
            <a:endParaRPr kumimoji="0" lang="zh-CN" altLang="en-US" sz="1400" b="1" i="0" u="none" strike="noStrike" kern="1200" cap="none" spc="0" normalizeH="0" baseline="0" noProof="0">
              <a:ln>
                <a:noFill/>
              </a:ln>
              <a:solidFill>
                <a:prstClr val="white"/>
              </a:solidFill>
              <a:effectLst/>
              <a:uLnTx/>
              <a:uFillTx/>
              <a:ea typeface="等线" panose="02010600030101010101" pitchFamily="2" charset="-122"/>
              <a:cs typeface="+mn-cs"/>
            </a:endParaRPr>
          </a:p>
        </p:txBody>
      </p:sp>
      <p:pic>
        <p:nvPicPr>
          <p:cNvPr id="22" name="Picture 9" descr="Image result for China flag circle png">
            <a:extLst>
              <a:ext uri="{FF2B5EF4-FFF2-40B4-BE49-F238E27FC236}">
                <a16:creationId xmlns:a16="http://schemas.microsoft.com/office/drawing/2014/main" id="{461D399A-3309-7EFE-998D-150DEF7ECC69}"/>
              </a:ext>
            </a:extLst>
          </p:cNvPr>
          <p:cNvPicPr>
            <a:picLocks noChangeAspect="1"/>
          </p:cNvPicPr>
          <p:nvPr/>
        </p:nvPicPr>
        <p:blipFill>
          <a:blip r:embed="rId113">
            <a:extLst>
              <a:ext uri="{28A0092B-C50C-407E-A947-70E740481C1C}">
                <a14:useLocalDpi xmlns:a14="http://schemas.microsoft.com/office/drawing/2010/main" val="0"/>
              </a:ext>
            </a:extLst>
          </a:blip>
          <a:srcRect/>
          <a:stretch>
            <a:fillRect/>
          </a:stretch>
        </p:blipFill>
        <p:spPr bwMode="auto">
          <a:xfrm>
            <a:off x="7456621" y="2135525"/>
            <a:ext cx="182880" cy="182880"/>
          </a:xfrm>
          <a:prstGeom prst="rect">
            <a:avLst/>
          </a:prstGeom>
          <a:ln w="28575">
            <a:solidFill>
              <a:schemeClr val="tx2"/>
            </a:solidFill>
            <a:prstDash val="dash"/>
          </a:ln>
          <a:effectLst>
            <a:outerShdw blurRad="292100" dist="139700" dir="2700000" algn="tl" rotWithShape="0">
              <a:srgbClr val="333333">
                <a:alpha val="65000"/>
              </a:srgbClr>
            </a:outerShdw>
          </a:effectLst>
        </p:spPr>
      </p:pic>
      <p:pic>
        <p:nvPicPr>
          <p:cNvPr id="46" name="Picture 9" descr="Image result for China flag circle png">
            <a:extLst>
              <a:ext uri="{FF2B5EF4-FFF2-40B4-BE49-F238E27FC236}">
                <a16:creationId xmlns:a16="http://schemas.microsoft.com/office/drawing/2014/main" id="{C0FE292F-E27C-EC45-ADB7-7C0A8E69B420}"/>
              </a:ext>
            </a:extLst>
          </p:cNvPr>
          <p:cNvPicPr>
            <a:picLocks noChangeAspect="1"/>
          </p:cNvPicPr>
          <p:nvPr/>
        </p:nvPicPr>
        <p:blipFill>
          <a:blip r:embed="rId113">
            <a:extLst>
              <a:ext uri="{28A0092B-C50C-407E-A947-70E740481C1C}">
                <a14:useLocalDpi xmlns:a14="http://schemas.microsoft.com/office/drawing/2010/main" val="0"/>
              </a:ext>
            </a:extLst>
          </a:blip>
          <a:srcRect/>
          <a:stretch>
            <a:fillRect/>
          </a:stretch>
        </p:blipFill>
        <p:spPr bwMode="auto">
          <a:xfrm>
            <a:off x="8557887" y="5298260"/>
            <a:ext cx="182880" cy="182880"/>
          </a:xfrm>
          <a:prstGeom prst="rect">
            <a:avLst/>
          </a:prstGeom>
          <a:ln w="28575">
            <a:solidFill>
              <a:schemeClr val="tx2"/>
            </a:solidFill>
            <a:prstDash val="dash"/>
          </a:ln>
          <a:effectLst>
            <a:outerShdw blurRad="292100" dist="139700" dir="2700000" algn="tl" rotWithShape="0">
              <a:srgbClr val="333333">
                <a:alpha val="65000"/>
              </a:srgbClr>
            </a:outerShdw>
          </a:effectLst>
        </p:spPr>
      </p:pic>
      <p:sp>
        <p:nvSpPr>
          <p:cNvPr id="65" name="OTLSHAPE_SL_6624d784f480469eb9e8333edc49234a_BackgroundRectangle">
            <a:extLst>
              <a:ext uri="{FF2B5EF4-FFF2-40B4-BE49-F238E27FC236}">
                <a16:creationId xmlns:a16="http://schemas.microsoft.com/office/drawing/2014/main" id="{AA9C1228-EA7C-46F4-422E-5B1D0EB1CB3F}"/>
              </a:ext>
            </a:extLst>
          </p:cNvPr>
          <p:cNvSpPr/>
          <p:nvPr>
            <p:custDataLst>
              <p:tags r:id="rId102"/>
            </p:custDataLst>
          </p:nvPr>
        </p:nvSpPr>
        <p:spPr>
          <a:xfrm>
            <a:off x="60844" y="5642205"/>
            <a:ext cx="11317573" cy="317796"/>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71" name="OTLSHAPE_SL_93c414d3451d41b4a3dcbdd4eee6b30b_BackgroundRectangle">
            <a:extLst>
              <a:ext uri="{FF2B5EF4-FFF2-40B4-BE49-F238E27FC236}">
                <a16:creationId xmlns:a16="http://schemas.microsoft.com/office/drawing/2014/main" id="{B409E2B8-8A16-2338-2E73-ECCFA47972C8}"/>
              </a:ext>
            </a:extLst>
          </p:cNvPr>
          <p:cNvSpPr/>
          <p:nvPr>
            <p:custDataLst>
              <p:tags r:id="rId103"/>
            </p:custDataLst>
          </p:nvPr>
        </p:nvSpPr>
        <p:spPr>
          <a:xfrm>
            <a:off x="66787" y="6029221"/>
            <a:ext cx="11290300" cy="320040"/>
          </a:xfrm>
          <a:prstGeom prst="rect">
            <a:avLst/>
          </a:prstGeom>
          <a:solidFill>
            <a:schemeClr val="bg1">
              <a:lumMod val="85000"/>
              <a:alpha val="2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78" name="OTLSHAPE_SL_6624d784f480469eb9e8333edc49234a_HeaderRectangle">
            <a:extLst>
              <a:ext uri="{FF2B5EF4-FFF2-40B4-BE49-F238E27FC236}">
                <a16:creationId xmlns:a16="http://schemas.microsoft.com/office/drawing/2014/main" id="{F1D9FD6E-8F8E-9B7D-B265-6ECF89EB4E46}"/>
              </a:ext>
            </a:extLst>
          </p:cNvPr>
          <p:cNvSpPr/>
          <p:nvPr>
            <p:custDataLst>
              <p:tags r:id="rId104"/>
            </p:custDataLst>
          </p:nvPr>
        </p:nvSpPr>
        <p:spPr>
          <a:xfrm>
            <a:off x="36225" y="5627186"/>
            <a:ext cx="838200" cy="702528"/>
          </a:xfrm>
          <a:prstGeom prst="rect">
            <a:avLst/>
          </a:prstGeom>
          <a:solidFill>
            <a:schemeClr val="bg2">
              <a:lumMod val="50000"/>
              <a:lumOff val="5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a:ln>
                  <a:noFill/>
                </a:ln>
                <a:solidFill>
                  <a:prstClr val="white"/>
                </a:solidFill>
                <a:effectLst/>
                <a:uLnTx/>
                <a:uFillTx/>
                <a:ea typeface="等线" panose="02010600030101010101" pitchFamily="2" charset="-122"/>
                <a:cs typeface="+mn-cs"/>
              </a:rPr>
              <a:t>FZD4/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a:ln>
                  <a:noFill/>
                </a:ln>
                <a:solidFill>
                  <a:prstClr val="white"/>
                </a:solidFill>
                <a:effectLst/>
                <a:uLnTx/>
                <a:uFillTx/>
                <a:ea typeface="等线" panose="02010600030101010101" pitchFamily="2" charset="-122"/>
                <a:cs typeface="+mn-cs"/>
              </a:rPr>
              <a:t>LRP5</a:t>
            </a:r>
            <a:endParaRPr kumimoji="0" lang="zh-CN" altLang="en-US" sz="1400" b="1"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91" name="OTLSHAPE_SLM_7b3ea156395b40e796c3717956ba8d25_Title">
            <a:extLst>
              <a:ext uri="{FF2B5EF4-FFF2-40B4-BE49-F238E27FC236}">
                <a16:creationId xmlns:a16="http://schemas.microsoft.com/office/drawing/2014/main" id="{99B5F0ED-E514-5686-6700-AB9F5C9FD4CD}"/>
              </a:ext>
            </a:extLst>
          </p:cNvPr>
          <p:cNvSpPr txBox="1"/>
          <p:nvPr>
            <p:custDataLst>
              <p:tags r:id="rId105"/>
            </p:custDataLst>
          </p:nvPr>
        </p:nvSpPr>
        <p:spPr bwMode="gray">
          <a:xfrm>
            <a:off x="3453137" y="5643107"/>
            <a:ext cx="2770571" cy="329422"/>
          </a:xfrm>
          <a:prstGeom prst="rect">
            <a:avLst/>
          </a:prstGeom>
          <a:noFill/>
        </p:spPr>
        <p:txBody>
          <a:bodyPr vert="horz" wrap="square" lIns="0" tIns="0" rIns="0" bIns="0" rtlCol="0" anchor="ctr" anchorCtr="0">
            <a:noAutofit/>
          </a:bodyPr>
          <a:lstStyle/>
          <a:p>
            <a:pPr algn="r">
              <a:lnSpc>
                <a:spcPct val="140000"/>
              </a:lnSpc>
            </a:pPr>
            <a:r>
              <a:rPr lang="en-US" altLang="zh-CN" sz="1100" b="1" spc="-6">
                <a:solidFill>
                  <a:schemeClr val="bg1">
                    <a:lumMod val="50000"/>
                  </a:schemeClr>
                </a:solidFill>
              </a:rPr>
              <a:t>CI-DME – gPh1/2 (1523-0001)</a:t>
            </a:r>
            <a:endParaRPr lang="zh-CN" altLang="en-US" sz="1100" b="1" spc="-6">
              <a:solidFill>
                <a:schemeClr val="bg1">
                  <a:lumMod val="50000"/>
                </a:schemeClr>
              </a:solidFill>
            </a:endParaRPr>
          </a:p>
        </p:txBody>
      </p:sp>
      <p:sp>
        <p:nvSpPr>
          <p:cNvPr id="92" name="OTLSHAPE_SLM_7b3ea156395b40e796c3717956ba8d25_Shape">
            <a:extLst>
              <a:ext uri="{FF2B5EF4-FFF2-40B4-BE49-F238E27FC236}">
                <a16:creationId xmlns:a16="http://schemas.microsoft.com/office/drawing/2014/main" id="{28E78F9B-BB30-F58E-ED10-EDDA79045AC2}"/>
              </a:ext>
            </a:extLst>
          </p:cNvPr>
          <p:cNvSpPr/>
          <p:nvPr>
            <p:custDataLst>
              <p:tags r:id="rId106"/>
            </p:custDataLst>
          </p:nvPr>
        </p:nvSpPr>
        <p:spPr>
          <a:xfrm>
            <a:off x="6332102" y="5742487"/>
            <a:ext cx="165100" cy="165100"/>
          </a:xfrm>
          <a:prstGeom prst="triangle">
            <a:avLst/>
          </a:prstGeom>
          <a:solidFill>
            <a:schemeClr val="bg2">
              <a:lumMod val="50000"/>
              <a:lumOff val="50000"/>
            </a:schemeClr>
          </a:solidFill>
          <a:ln w="12700" cap="flat" cmpd="sng" algn="ctr">
            <a:noFill/>
            <a:prstDash val="solid"/>
            <a:miter lim="800000"/>
          </a:ln>
          <a:effectLst/>
          <a:scene3d>
            <a:camera prst="orthographicFront"/>
            <a:lightRig rig="threePt" dir="t"/>
          </a:scene3d>
          <a:sp3d>
            <a:bevelT h="12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93" name="OTLSHAPE_SLM_91fde2a6986340318c4c12deb9d782e6_Date">
            <a:extLst>
              <a:ext uri="{FF2B5EF4-FFF2-40B4-BE49-F238E27FC236}">
                <a16:creationId xmlns:a16="http://schemas.microsoft.com/office/drawing/2014/main" id="{99CEC9C3-2B2E-DE7D-0ED5-414726FAA348}"/>
              </a:ext>
            </a:extLst>
          </p:cNvPr>
          <p:cNvSpPr txBox="1"/>
          <p:nvPr>
            <p:custDataLst>
              <p:tags r:id="rId107"/>
            </p:custDataLst>
          </p:nvPr>
        </p:nvSpPr>
        <p:spPr>
          <a:xfrm>
            <a:off x="6558652" y="5774432"/>
            <a:ext cx="1339333"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chemeClr val="dk2"/>
                </a:solidFill>
                <a:effectLst/>
                <a:uLnTx/>
                <a:uFillTx/>
                <a:ea typeface="+mn-ea"/>
                <a:cs typeface="+mn-cs"/>
              </a:rPr>
              <a:t>PoC/</a:t>
            </a:r>
            <a:r>
              <a:rPr kumimoji="0" lang="en-US" altLang="zh-CN" sz="1000" b="0" i="0" u="none" strike="noStrike" kern="1200" cap="none" spc="-6" normalizeH="0" baseline="0" noProof="0" err="1">
                <a:ln>
                  <a:noFill/>
                </a:ln>
                <a:solidFill>
                  <a:schemeClr val="dk2"/>
                </a:solidFill>
                <a:effectLst/>
                <a:uLnTx/>
                <a:uFillTx/>
                <a:ea typeface="+mn-ea"/>
                <a:cs typeface="+mn-cs"/>
              </a:rPr>
              <a:t>RoFD</a:t>
            </a:r>
            <a:r>
              <a:rPr kumimoji="0" lang="en-US" altLang="zh-CN" sz="1000" b="0" i="0" u="none" strike="noStrike" kern="1200" cap="none" spc="-6" normalizeH="0" baseline="0" noProof="0">
                <a:ln>
                  <a:noFill/>
                </a:ln>
                <a:solidFill>
                  <a:schemeClr val="dk2"/>
                </a:solidFill>
                <a:effectLst/>
                <a:uLnTx/>
                <a:uFillTx/>
                <a:ea typeface="+mn-ea"/>
                <a:cs typeface="+mn-cs"/>
              </a:rPr>
              <a:t>,  Jul 2027</a:t>
            </a:r>
            <a:endParaRPr kumimoji="0" lang="zh-CN" altLang="en-US" sz="1000" b="0" i="0" u="none" strike="noStrike" kern="1200" cap="none" spc="-6" normalizeH="0" baseline="0" noProof="0">
              <a:ln>
                <a:noFill/>
              </a:ln>
              <a:solidFill>
                <a:schemeClr val="dk2"/>
              </a:solidFill>
              <a:effectLst/>
              <a:uLnTx/>
              <a:uFillTx/>
              <a:ea typeface="+mn-ea"/>
              <a:cs typeface="+mn-cs"/>
            </a:endParaRPr>
          </a:p>
        </p:txBody>
      </p:sp>
      <p:sp>
        <p:nvSpPr>
          <p:cNvPr id="94" name="OTLSHAPE_SLM_7b3ea156395b40e796c3717956ba8d25_Title">
            <a:extLst>
              <a:ext uri="{FF2B5EF4-FFF2-40B4-BE49-F238E27FC236}">
                <a16:creationId xmlns:a16="http://schemas.microsoft.com/office/drawing/2014/main" id="{9D9CF8AA-BDA1-1C24-6910-4EA8FB64D9B9}"/>
              </a:ext>
            </a:extLst>
          </p:cNvPr>
          <p:cNvSpPr txBox="1"/>
          <p:nvPr>
            <p:custDataLst>
              <p:tags r:id="rId108"/>
            </p:custDataLst>
          </p:nvPr>
        </p:nvSpPr>
        <p:spPr bwMode="gray">
          <a:xfrm>
            <a:off x="6186772" y="6022898"/>
            <a:ext cx="2332730" cy="298003"/>
          </a:xfrm>
          <a:prstGeom prst="rect">
            <a:avLst/>
          </a:prstGeom>
          <a:noFill/>
          <a:ln>
            <a:noFill/>
            <a:prstDash val="dash"/>
          </a:ln>
        </p:spPr>
        <p:txBody>
          <a:bodyPr vert="horz" wrap="square" lIns="0" tIns="0" rIns="0" bIns="0" rtlCol="0" anchor="ctr" anchorCtr="0">
            <a:noAutofit/>
          </a:bodyPr>
          <a:lstStyle/>
          <a:p>
            <a:pPr algn="r">
              <a:lnSpc>
                <a:spcPct val="140000"/>
              </a:lnSpc>
            </a:pPr>
            <a:r>
              <a:rPr lang="en-US" altLang="zh-CN" sz="1100" b="1" spc="-6">
                <a:solidFill>
                  <a:schemeClr val="dk1"/>
                </a:solidFill>
              </a:rPr>
              <a:t>CI-DME – gPh3 (1523-0003/0004)</a:t>
            </a:r>
            <a:endParaRPr lang="zh-CN" altLang="en-US" sz="1100" b="1" spc="-6">
              <a:solidFill>
                <a:schemeClr val="dk1"/>
              </a:solidFill>
            </a:endParaRPr>
          </a:p>
        </p:txBody>
      </p:sp>
      <p:pic>
        <p:nvPicPr>
          <p:cNvPr id="95" name="Picture 9" descr="Image result for China flag circle png">
            <a:extLst>
              <a:ext uri="{FF2B5EF4-FFF2-40B4-BE49-F238E27FC236}">
                <a16:creationId xmlns:a16="http://schemas.microsoft.com/office/drawing/2014/main" id="{CC822C83-00C7-7670-FAE7-A847287A7226}"/>
              </a:ext>
            </a:extLst>
          </p:cNvPr>
          <p:cNvPicPr>
            <a:picLocks noChangeAspect="1"/>
          </p:cNvPicPr>
          <p:nvPr/>
        </p:nvPicPr>
        <p:blipFill>
          <a:blip r:embed="rId113">
            <a:extLst>
              <a:ext uri="{28A0092B-C50C-407E-A947-70E740481C1C}">
                <a14:useLocalDpi xmlns:a14="http://schemas.microsoft.com/office/drawing/2010/main" val="0"/>
              </a:ext>
            </a:extLst>
          </a:blip>
          <a:srcRect/>
          <a:stretch>
            <a:fillRect/>
          </a:stretch>
        </p:blipFill>
        <p:spPr bwMode="auto">
          <a:xfrm>
            <a:off x="8805584" y="6059086"/>
            <a:ext cx="182880" cy="182880"/>
          </a:xfrm>
          <a:prstGeom prst="rect">
            <a:avLst/>
          </a:prstGeom>
          <a:ln>
            <a:noFill/>
          </a:ln>
          <a:effectLst>
            <a:outerShdw blurRad="292100" dist="139700" dir="2700000" algn="tl" rotWithShape="0">
              <a:srgbClr val="333333">
                <a:alpha val="65000"/>
              </a:srgbClr>
            </a:outerShdw>
          </a:effectLst>
        </p:spPr>
      </p:pic>
      <p:sp>
        <p:nvSpPr>
          <p:cNvPr id="96" name="OTLSHAPE_SLM_91fde2a6986340318c4c12deb9d782e6_Date">
            <a:extLst>
              <a:ext uri="{FF2B5EF4-FFF2-40B4-BE49-F238E27FC236}">
                <a16:creationId xmlns:a16="http://schemas.microsoft.com/office/drawing/2014/main" id="{5EDE07CB-E6E4-23CA-8503-57328C68BD70}"/>
              </a:ext>
            </a:extLst>
          </p:cNvPr>
          <p:cNvSpPr txBox="1"/>
          <p:nvPr>
            <p:custDataLst>
              <p:tags r:id="rId109"/>
            </p:custDataLst>
          </p:nvPr>
        </p:nvSpPr>
        <p:spPr>
          <a:xfrm>
            <a:off x="9050322" y="6085120"/>
            <a:ext cx="822373"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chemeClr val="dk2"/>
                </a:solidFill>
                <a:effectLst/>
                <a:uLnTx/>
                <a:uFillTx/>
                <a:ea typeface="+mn-ea"/>
                <a:cs typeface="+mn-cs"/>
              </a:rPr>
              <a:t>May 2028</a:t>
            </a:r>
            <a:endParaRPr kumimoji="0" lang="zh-CN" altLang="en-US" sz="1000" b="0" i="0" u="none" strike="noStrike" kern="1200" cap="none" spc="-6" normalizeH="0" baseline="0" noProof="0">
              <a:ln>
                <a:noFill/>
              </a:ln>
              <a:solidFill>
                <a:schemeClr val="dk2"/>
              </a:solidFill>
              <a:effectLst/>
              <a:uLnTx/>
              <a:uFillTx/>
              <a:ea typeface="+mn-ea"/>
              <a:cs typeface="+mn-cs"/>
            </a:endParaRPr>
          </a:p>
        </p:txBody>
      </p:sp>
      <p:sp>
        <p:nvSpPr>
          <p:cNvPr id="85" name="OTLSHAPE_SLM_7b3ea156395b40e796c3717956ba8d25_Title">
            <a:extLst>
              <a:ext uri="{FF2B5EF4-FFF2-40B4-BE49-F238E27FC236}">
                <a16:creationId xmlns:a16="http://schemas.microsoft.com/office/drawing/2014/main" id="{1C8641AD-E1F4-BC92-02A3-B0A266A83AA8}"/>
              </a:ext>
            </a:extLst>
          </p:cNvPr>
          <p:cNvSpPr txBox="1"/>
          <p:nvPr>
            <p:custDataLst>
              <p:tags r:id="rId110"/>
            </p:custDataLst>
          </p:nvPr>
        </p:nvSpPr>
        <p:spPr bwMode="gray">
          <a:xfrm>
            <a:off x="3198925" y="6573003"/>
            <a:ext cx="464760" cy="221688"/>
          </a:xfrm>
          <a:prstGeom prst="rect">
            <a:avLst/>
          </a:prstGeom>
          <a:noFill/>
          <a:ln>
            <a:solidFill>
              <a:schemeClr val="tx1"/>
            </a:solidFill>
            <a:prstDash val="dash"/>
          </a:ln>
        </p:spPr>
        <p:txBody>
          <a:bodyPr vert="horz" wrap="square" lIns="0" tIns="0" rIns="0" bIns="0" rtlCol="0" anchor="ctr" anchorCtr="0">
            <a:noAutofit/>
          </a:bodyPr>
          <a:lstStyle/>
          <a:p>
            <a:pPr algn="r">
              <a:lnSpc>
                <a:spcPct val="140000"/>
              </a:lnSpc>
            </a:pPr>
            <a:endParaRPr lang="zh-CN" altLang="en-US" sz="1100" b="1" spc="-6">
              <a:solidFill>
                <a:schemeClr val="dk1"/>
              </a:solidFill>
            </a:endParaRPr>
          </a:p>
        </p:txBody>
      </p:sp>
      <p:sp>
        <p:nvSpPr>
          <p:cNvPr id="100" name="TextBox 99">
            <a:extLst>
              <a:ext uri="{FF2B5EF4-FFF2-40B4-BE49-F238E27FC236}">
                <a16:creationId xmlns:a16="http://schemas.microsoft.com/office/drawing/2014/main" id="{DFA35AAE-A0E0-5C51-E753-EC829C3BD56F}"/>
              </a:ext>
            </a:extLst>
          </p:cNvPr>
          <p:cNvSpPr txBox="1"/>
          <p:nvPr/>
        </p:nvSpPr>
        <p:spPr bwMode="gray">
          <a:xfrm>
            <a:off x="3767335" y="6581665"/>
            <a:ext cx="1413849" cy="207301"/>
          </a:xfrm>
          <a:prstGeom prst="rect">
            <a:avLst/>
          </a:prstGeom>
          <a:noFill/>
        </p:spPr>
        <p:txBody>
          <a:bodyPr wrap="none" lIns="0" tIns="0" rIns="0" bIns="0" rtlCol="0">
            <a:spAutoFit/>
          </a:bodyPr>
          <a:lstStyle/>
          <a:p>
            <a:pPr algn="l">
              <a:lnSpc>
                <a:spcPct val="140000"/>
              </a:lnSpc>
            </a:pPr>
            <a:r>
              <a:rPr lang="en-US" altLang="zh-CN" sz="1050"/>
              <a:t>Potential acceleration </a:t>
            </a:r>
            <a:endParaRPr lang="zh-CN" altLang="en-US" sz="1050"/>
          </a:p>
        </p:txBody>
      </p:sp>
      <p:pic>
        <p:nvPicPr>
          <p:cNvPr id="101" name="Picture 9" descr="Image result for China flag circle png">
            <a:extLst>
              <a:ext uri="{FF2B5EF4-FFF2-40B4-BE49-F238E27FC236}">
                <a16:creationId xmlns:a16="http://schemas.microsoft.com/office/drawing/2014/main" id="{4365F073-7FCF-23CD-95D8-759E2E4EF845}"/>
              </a:ext>
            </a:extLst>
          </p:cNvPr>
          <p:cNvPicPr>
            <a:picLocks noChangeAspect="1"/>
          </p:cNvPicPr>
          <p:nvPr/>
        </p:nvPicPr>
        <p:blipFill>
          <a:blip r:embed="rId113">
            <a:extLst>
              <a:ext uri="{28A0092B-C50C-407E-A947-70E740481C1C}">
                <a14:useLocalDpi xmlns:a14="http://schemas.microsoft.com/office/drawing/2010/main" val="0"/>
              </a:ext>
            </a:extLst>
          </a:blip>
          <a:srcRect/>
          <a:stretch>
            <a:fillRect/>
          </a:stretch>
        </p:blipFill>
        <p:spPr bwMode="auto">
          <a:xfrm>
            <a:off x="5397030" y="6597963"/>
            <a:ext cx="182880" cy="182880"/>
          </a:xfrm>
          <a:prstGeom prst="rect">
            <a:avLst/>
          </a:prstGeom>
          <a:ln w="28575">
            <a:solidFill>
              <a:schemeClr val="tx2"/>
            </a:solidFill>
            <a:prstDash val="dash"/>
          </a:ln>
          <a:effectLst>
            <a:outerShdw blurRad="292100" dist="139700" dir="2700000" algn="tl" rotWithShape="0">
              <a:srgbClr val="333333">
                <a:alpha val="65000"/>
              </a:srgbClr>
            </a:outerShdw>
          </a:effectLst>
        </p:spPr>
      </p:pic>
      <p:sp>
        <p:nvSpPr>
          <p:cNvPr id="102" name="TextBox 101">
            <a:extLst>
              <a:ext uri="{FF2B5EF4-FFF2-40B4-BE49-F238E27FC236}">
                <a16:creationId xmlns:a16="http://schemas.microsoft.com/office/drawing/2014/main" id="{3AF6CB1E-AC54-54F6-2F65-6A332310819E}"/>
              </a:ext>
            </a:extLst>
          </p:cNvPr>
          <p:cNvSpPr txBox="1"/>
          <p:nvPr/>
        </p:nvSpPr>
        <p:spPr bwMode="gray">
          <a:xfrm>
            <a:off x="5679389" y="6549080"/>
            <a:ext cx="5693866" cy="236924"/>
          </a:xfrm>
          <a:prstGeom prst="rect">
            <a:avLst/>
          </a:prstGeom>
          <a:noFill/>
        </p:spPr>
        <p:txBody>
          <a:bodyPr wrap="none" lIns="0" tIns="0" rIns="0" bIns="0" rtlCol="0">
            <a:spAutoFit/>
          </a:bodyPr>
          <a:lstStyle/>
          <a:p>
            <a:pPr algn="l">
              <a:lnSpc>
                <a:spcPct val="140000"/>
              </a:lnSpc>
            </a:pPr>
            <a:r>
              <a:rPr lang="en-US" altLang="zh-CN" sz="1200"/>
              <a:t>Further alignment might be needed due to potential ethnic difference in disease.</a:t>
            </a:r>
            <a:endParaRPr lang="zh-CN" altLang="en-US" sz="1200"/>
          </a:p>
        </p:txBody>
      </p:sp>
    </p:spTree>
    <p:custDataLst>
      <p:tags r:id="rId1"/>
    </p:custDataLst>
    <p:extLst>
      <p:ext uri="{BB962C8B-B14F-4D97-AF65-F5344CB8AC3E}">
        <p14:creationId xmlns:p14="http://schemas.microsoft.com/office/powerpoint/2010/main" val="488504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22C81-01DF-F9A4-25EE-116D18FEB4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DF9896-8B82-0DDF-1CB7-D1395E9B4617}"/>
              </a:ext>
            </a:extLst>
          </p:cNvPr>
          <p:cNvSpPr>
            <a:spLocks noGrp="1"/>
          </p:cNvSpPr>
          <p:nvPr>
            <p:ph type="title"/>
          </p:nvPr>
        </p:nvSpPr>
        <p:spPr/>
        <p:txBody>
          <a:bodyPr/>
          <a:lstStyle/>
          <a:p>
            <a:r>
              <a:rPr lang="en-US" altLang="zh-CN">
                <a:latin typeface="+mn-lt"/>
              </a:rPr>
              <a:t>BI 1815368 / </a:t>
            </a:r>
            <a:r>
              <a:rPr lang="en-US" altLang="zh-CN" err="1">
                <a:latin typeface="+mn-lt"/>
              </a:rPr>
              <a:t>PKKi</a:t>
            </a:r>
            <a:r>
              <a:rPr lang="en-US" altLang="zh-CN">
                <a:latin typeface="+mn-lt"/>
              </a:rPr>
              <a:t>, Diabetic Macular Edema (DME), Development Plan </a:t>
            </a:r>
            <a:endParaRPr lang="zh-CN" altLang="en-US">
              <a:latin typeface="+mn-lt"/>
            </a:endParaRPr>
          </a:p>
        </p:txBody>
      </p:sp>
      <p:sp>
        <p:nvSpPr>
          <p:cNvPr id="4" name="Text Placeholder 3">
            <a:extLst>
              <a:ext uri="{FF2B5EF4-FFF2-40B4-BE49-F238E27FC236}">
                <a16:creationId xmlns:a16="http://schemas.microsoft.com/office/drawing/2014/main" id="{ED207337-6E61-23AF-67D2-FFD02B8F8E97}"/>
              </a:ext>
            </a:extLst>
          </p:cNvPr>
          <p:cNvSpPr>
            <a:spLocks noGrp="1"/>
          </p:cNvSpPr>
          <p:nvPr>
            <p:ph type="body" sz="quarter" idx="13"/>
          </p:nvPr>
        </p:nvSpPr>
        <p:spPr>
          <a:xfrm>
            <a:off x="483944" y="6706844"/>
            <a:ext cx="11232000" cy="144000"/>
          </a:xfrm>
        </p:spPr>
        <p:txBody>
          <a:bodyPr/>
          <a:lstStyle/>
          <a:p>
            <a:r>
              <a:rPr lang="en-US" altLang="zh-CN"/>
              <a:t>China CIQ: China Entry-Exit Inspection and Quarantine; </a:t>
            </a:r>
            <a:r>
              <a:rPr lang="en-US" altLang="zh-CN" err="1"/>
              <a:t>nAMD</a:t>
            </a:r>
            <a:r>
              <a:rPr lang="en-US" altLang="zh-CN"/>
              <a:t>: neovascular age-related macular degeneration </a:t>
            </a:r>
            <a:endParaRPr lang="zh-CN" altLang="en-US"/>
          </a:p>
        </p:txBody>
      </p:sp>
      <p:sp>
        <p:nvSpPr>
          <p:cNvPr id="6" name="Slide Number Placeholder 5">
            <a:extLst>
              <a:ext uri="{FF2B5EF4-FFF2-40B4-BE49-F238E27FC236}">
                <a16:creationId xmlns:a16="http://schemas.microsoft.com/office/drawing/2014/main" id="{2DE05E1E-EC08-0872-6760-3C53A04FB66F}"/>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A155DE74-D232-3B0F-34EA-68EC00409889}"/>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12</a:t>
            </a:fld>
            <a:endParaRPr lang="en-US" kern="0">
              <a:solidFill>
                <a:srgbClr val="08312A"/>
              </a:solidFill>
              <a:cs typeface="Arial"/>
              <a:sym typeface="Arial"/>
            </a:endParaRPr>
          </a:p>
        </p:txBody>
      </p:sp>
      <p:sp>
        <p:nvSpPr>
          <p:cNvPr id="239" name="OTLSHAPE_T_5a934a26f311425e8ebaa0f45e6533ad_Shape">
            <a:extLst>
              <a:ext uri="{FF2B5EF4-FFF2-40B4-BE49-F238E27FC236}">
                <a16:creationId xmlns:a16="http://schemas.microsoft.com/office/drawing/2014/main" id="{F647215B-39F8-32A5-89DE-766A7F102373}"/>
              </a:ext>
            </a:extLst>
          </p:cNvPr>
          <p:cNvSpPr/>
          <p:nvPr>
            <p:custDataLst>
              <p:tags r:id="rId1"/>
            </p:custDataLst>
          </p:nvPr>
        </p:nvSpPr>
        <p:spPr bwMode="auto">
          <a:xfrm>
            <a:off x="4894656" y="4424223"/>
            <a:ext cx="2610861" cy="28800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240" name="OTLSHAPE_T_5a934a26f311425e8ebaa0f45e6533ad_Shape">
            <a:extLst>
              <a:ext uri="{FF2B5EF4-FFF2-40B4-BE49-F238E27FC236}">
                <a16:creationId xmlns:a16="http://schemas.microsoft.com/office/drawing/2014/main" id="{D45A44BF-46EF-8156-CA9A-0E4F37587352}"/>
              </a:ext>
            </a:extLst>
          </p:cNvPr>
          <p:cNvSpPr/>
          <p:nvPr>
            <p:custDataLst>
              <p:tags r:id="rId2"/>
            </p:custDataLst>
          </p:nvPr>
        </p:nvSpPr>
        <p:spPr bwMode="auto">
          <a:xfrm>
            <a:off x="4899822" y="2278100"/>
            <a:ext cx="2605698"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graphicFrame>
        <p:nvGraphicFramePr>
          <p:cNvPr id="241" name="Table 3">
            <a:extLst>
              <a:ext uri="{FF2B5EF4-FFF2-40B4-BE49-F238E27FC236}">
                <a16:creationId xmlns:a16="http://schemas.microsoft.com/office/drawing/2014/main" id="{16952231-BF14-7D6D-E0B3-0F7907406FAB}"/>
              </a:ext>
            </a:extLst>
          </p:cNvPr>
          <p:cNvGraphicFramePr>
            <a:graphicFrameLocks noGrp="1"/>
          </p:cNvGraphicFramePr>
          <p:nvPr/>
        </p:nvGraphicFramePr>
        <p:xfrm>
          <a:off x="1285344" y="1027483"/>
          <a:ext cx="10658940"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50B46A47-08FC-673D-2191-4B0A53921B64}"/>
              </a:ext>
            </a:extLst>
          </p:cNvPr>
          <p:cNvCxnSpPr>
            <a:cxnSpLocks/>
          </p:cNvCxnSpPr>
          <p:nvPr/>
        </p:nvCxnSpPr>
        <p:spPr bwMode="auto">
          <a:xfrm flipH="1">
            <a:off x="0" y="379186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1F154C6E-E315-FA88-22D4-56E1B75A2393}"/>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CAC9D491-A9EE-C5B9-33A2-1E348603BC30}"/>
              </a:ext>
            </a:extLst>
          </p:cNvPr>
          <p:cNvSpPr/>
          <p:nvPr/>
        </p:nvSpPr>
        <p:spPr>
          <a:xfrm rot="5400000">
            <a:off x="11736946" y="1254539"/>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03B7AC61-91F0-9441-2F0E-A8EE0145273C}"/>
              </a:ext>
            </a:extLst>
          </p:cNvPr>
          <p:cNvSpPr txBox="1"/>
          <p:nvPr/>
        </p:nvSpPr>
        <p:spPr>
          <a:xfrm>
            <a:off x="31595" y="2220808"/>
            <a:ext cx="825189"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Ph2 -</a:t>
            </a:r>
          </a:p>
          <a:p>
            <a:pPr algn="ctr" defTabSz="914377">
              <a:defRPr/>
            </a:pPr>
            <a:r>
              <a:rPr lang="en-US" altLang="zh-CN" sz="1067" b="1">
                <a:solidFill>
                  <a:srgbClr val="08312A"/>
                </a:solidFill>
                <a:cs typeface="Calibri" panose="020F0502020204030204" pitchFamily="34" charset="0"/>
              </a:rPr>
              <a:t>1485-0018</a:t>
            </a:r>
          </a:p>
          <a:p>
            <a:pPr algn="ctr" defTabSz="914377">
              <a:defRPr/>
            </a:pPr>
            <a:r>
              <a:rPr lang="en-US" sz="1067" b="1">
                <a:solidFill>
                  <a:srgbClr val="08312A"/>
                </a:solidFill>
                <a:cs typeface="Calibri" panose="020F0502020204030204" pitchFamily="34" charset="0"/>
              </a:rPr>
              <a:t>THULITE</a:t>
            </a:r>
          </a:p>
        </p:txBody>
      </p:sp>
      <p:pic>
        <p:nvPicPr>
          <p:cNvPr id="246" name="Picture 4">
            <a:extLst>
              <a:ext uri="{FF2B5EF4-FFF2-40B4-BE49-F238E27FC236}">
                <a16:creationId xmlns:a16="http://schemas.microsoft.com/office/drawing/2014/main" id="{7C8BF19C-F6E5-2F91-03D4-A125FD3143CC}"/>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EC78D8F0-3852-7EE0-1C58-931DFFBCBE41}"/>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27783" y="3795419"/>
            <a:ext cx="1138019" cy="560880"/>
          </a:xfrm>
          <a:prstGeom prst="rect">
            <a:avLst/>
          </a:prstGeom>
        </p:spPr>
      </p:pic>
      <p:sp>
        <p:nvSpPr>
          <p:cNvPr id="249" name="Rectangle 52">
            <a:extLst>
              <a:ext uri="{FF2B5EF4-FFF2-40B4-BE49-F238E27FC236}">
                <a16:creationId xmlns:a16="http://schemas.microsoft.com/office/drawing/2014/main" id="{FF12BDCF-2E00-A4DE-C884-12CB6C63BC63}"/>
              </a:ext>
            </a:extLst>
          </p:cNvPr>
          <p:cNvSpPr/>
          <p:nvPr/>
        </p:nvSpPr>
        <p:spPr>
          <a:xfrm>
            <a:off x="1887920" y="2563974"/>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4CE7D347-0109-438C-9476-D40D3544795E}"/>
              </a:ext>
            </a:extLst>
          </p:cNvPr>
          <p:cNvSpPr txBox="1"/>
          <p:nvPr>
            <p:custDataLst>
              <p:tags r:id="rId3"/>
            </p:custDataLst>
          </p:nvPr>
        </p:nvSpPr>
        <p:spPr>
          <a:xfrm>
            <a:off x="1564373" y="2099832"/>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May 2025</a:t>
            </a:r>
            <a:endParaRPr lang="zh-CN" altLang="en-US" sz="1067" b="1" i="1">
              <a:solidFill>
                <a:schemeClr val="bg1">
                  <a:lumMod val="65000"/>
                </a:schemeClr>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361F860C-3CE9-8ADE-646A-75280AF305EA}"/>
              </a:ext>
            </a:extLst>
          </p:cNvPr>
          <p:cNvSpPr/>
          <p:nvPr>
            <p:custDataLst>
              <p:tags r:id="rId4"/>
            </p:custDataLst>
          </p:nvPr>
        </p:nvSpPr>
        <p:spPr bwMode="auto">
          <a:xfrm>
            <a:off x="2094831" y="2273316"/>
            <a:ext cx="2804991"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THULITE Ph2, N=300 </a:t>
            </a:r>
            <a:endParaRPr lang="en-US" altLang="zh-CN" sz="1067" b="1">
              <a:solidFill>
                <a:srgbClr val="000000"/>
              </a:solidFill>
              <a:ea typeface="等线" panose="02010600030101010101" pitchFamily="2" charset="-122"/>
              <a:cs typeface="Calibri" panose="020F0502020204030204" pitchFamily="34" charset="0"/>
            </a:endParaRPr>
          </a:p>
        </p:txBody>
      </p:sp>
      <p:sp>
        <p:nvSpPr>
          <p:cNvPr id="252" name="OTLSHAPE_T_e17f3958430f4cff8650518c93c7635e_Shape">
            <a:extLst>
              <a:ext uri="{FF2B5EF4-FFF2-40B4-BE49-F238E27FC236}">
                <a16:creationId xmlns:a16="http://schemas.microsoft.com/office/drawing/2014/main" id="{88CA5042-2693-A2B3-9F29-A030988A47EE}"/>
              </a:ext>
            </a:extLst>
          </p:cNvPr>
          <p:cNvSpPr/>
          <p:nvPr>
            <p:custDataLst>
              <p:tags r:id="rId5"/>
            </p:custDataLst>
          </p:nvPr>
        </p:nvSpPr>
        <p:spPr bwMode="auto">
          <a:xfrm>
            <a:off x="3708023" y="4424227"/>
            <a:ext cx="1186633"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lang="en-US" altLang="zh-CN" sz="1067" b="1">
                <a:solidFill>
                  <a:prstClr val="black"/>
                </a:solidFill>
                <a:ea typeface="等线" panose="02010600030101010101" pitchFamily="2" charset="-122"/>
                <a:cs typeface="Calibri" panose="020F0502020204030204" pitchFamily="34" charset="0"/>
              </a:rPr>
              <a:t>Ph2, N=8</a:t>
            </a:r>
          </a:p>
        </p:txBody>
      </p:sp>
      <p:sp>
        <p:nvSpPr>
          <p:cNvPr id="253" name="OTLSHAPE_T_e17f3958430f4cff8650518c93c7635e_StartDate">
            <a:extLst>
              <a:ext uri="{FF2B5EF4-FFF2-40B4-BE49-F238E27FC236}">
                <a16:creationId xmlns:a16="http://schemas.microsoft.com/office/drawing/2014/main" id="{3DCB1C91-6AB5-8562-2FDA-3F8AB0AF6C19}"/>
              </a:ext>
            </a:extLst>
          </p:cNvPr>
          <p:cNvSpPr txBox="1"/>
          <p:nvPr>
            <p:custDataLst>
              <p:tags r:id="rId6"/>
            </p:custDataLst>
          </p:nvPr>
        </p:nvSpPr>
        <p:spPr>
          <a:xfrm rot="19154715">
            <a:off x="3542326" y="3989524"/>
            <a:ext cx="910164"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26 Jan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4" name="OTLSHAPE_T_e17f3958430f4cff8650518c93c7635e_Shape">
            <a:extLst>
              <a:ext uri="{FF2B5EF4-FFF2-40B4-BE49-F238E27FC236}">
                <a16:creationId xmlns:a16="http://schemas.microsoft.com/office/drawing/2014/main" id="{C664A0E9-5674-1EE4-B123-2C260AAF8868}"/>
              </a:ext>
            </a:extLst>
          </p:cNvPr>
          <p:cNvSpPr/>
          <p:nvPr>
            <p:custDataLst>
              <p:tags r:id="rId7"/>
            </p:custDataLst>
          </p:nvPr>
        </p:nvSpPr>
        <p:spPr bwMode="auto">
          <a:xfrm>
            <a:off x="1806922" y="4430534"/>
            <a:ext cx="1677288"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Contract</a:t>
            </a:r>
            <a:endParaRPr lang="zh-CN" altLang="en-US" sz="800" b="1">
              <a:solidFill>
                <a:srgbClr val="000000"/>
              </a:solidFill>
              <a:ea typeface="等线" panose="02010600030101010101" pitchFamily="2" charset="-122"/>
              <a:cs typeface="Calibri" panose="020F0502020204030204" pitchFamily="34" charset="0"/>
            </a:endParaRPr>
          </a:p>
        </p:txBody>
      </p:sp>
      <p:sp>
        <p:nvSpPr>
          <p:cNvPr id="255" name="OTLSHAPE_T_e17f3958430f4cff8650518c93c7635e_StartDate">
            <a:extLst>
              <a:ext uri="{FF2B5EF4-FFF2-40B4-BE49-F238E27FC236}">
                <a16:creationId xmlns:a16="http://schemas.microsoft.com/office/drawing/2014/main" id="{DD8660E2-B2AA-234C-B94A-23457849B100}"/>
              </a:ext>
            </a:extLst>
          </p:cNvPr>
          <p:cNvSpPr txBox="1"/>
          <p:nvPr>
            <p:custDataLst>
              <p:tags r:id="rId8"/>
            </p:custDataLst>
          </p:nvPr>
        </p:nvSpPr>
        <p:spPr>
          <a:xfrm>
            <a:off x="1468266" y="4252407"/>
            <a:ext cx="682623" cy="164212"/>
          </a:xfrm>
          <a:prstGeom prst="rect">
            <a:avLst/>
          </a:prstGeom>
          <a:noFill/>
        </p:spPr>
        <p:txBody>
          <a:bodyPr vert="horz" wrap="square" lIns="0" tIns="0" rIns="0" bIns="0" rtlCol="0" anchor="ctr" anchorCtr="0">
            <a:spAutoFit/>
          </a:bodyPr>
          <a:lstStyle/>
          <a:p>
            <a:pPr algn="ctr" defTabSz="1219108">
              <a:defRPr/>
            </a:pPr>
            <a:r>
              <a:rPr lang="en-US" altLang="zh-CN" sz="1067" b="1" i="1" baseline="30000">
                <a:solidFill>
                  <a:schemeClr val="bg1">
                    <a:lumMod val="65000"/>
                  </a:schemeClr>
                </a:solidFill>
                <a:ea typeface="等线" panose="02010600030101010101" pitchFamily="2" charset="-122"/>
                <a:cs typeface="Calibri" panose="020F0502020204030204" pitchFamily="34" charset="0"/>
              </a:rPr>
              <a:t> </a:t>
            </a:r>
            <a:r>
              <a:rPr lang="en-US" altLang="zh-CN" sz="1067" b="1" i="1">
                <a:solidFill>
                  <a:schemeClr val="bg1">
                    <a:lumMod val="65000"/>
                  </a:schemeClr>
                </a:solidFill>
                <a:ea typeface="等线" panose="02010600030101010101" pitchFamily="2" charset="-122"/>
                <a:cs typeface="Calibri" panose="020F0502020204030204" pitchFamily="34" charset="0"/>
              </a:rPr>
              <a:t>Mar 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6" name="Rectangle 77">
            <a:extLst>
              <a:ext uri="{FF2B5EF4-FFF2-40B4-BE49-F238E27FC236}">
                <a16:creationId xmlns:a16="http://schemas.microsoft.com/office/drawing/2014/main" id="{3A8A6352-38D4-33FF-E5CF-141EB71B6B8D}"/>
              </a:ext>
            </a:extLst>
          </p:cNvPr>
          <p:cNvSpPr/>
          <p:nvPr/>
        </p:nvSpPr>
        <p:spPr>
          <a:xfrm>
            <a:off x="3500271" y="4778349"/>
            <a:ext cx="909501" cy="256545"/>
          </a:xfrm>
          <a:prstGeom prst="rect">
            <a:avLst/>
          </a:prstGeom>
        </p:spPr>
        <p:txBody>
          <a:bodyPr wrap="square">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p>
        </p:txBody>
      </p:sp>
      <p:sp>
        <p:nvSpPr>
          <p:cNvPr id="258" name="OTLSHAPE_M_39ea6ebc19a94c9fab6ef5006c31df58_Shape">
            <a:extLst>
              <a:ext uri="{FF2B5EF4-FFF2-40B4-BE49-F238E27FC236}">
                <a16:creationId xmlns:a16="http://schemas.microsoft.com/office/drawing/2014/main" id="{2CA2F08F-9406-24D7-FBEC-C12283A5658E}"/>
              </a:ext>
            </a:extLst>
          </p:cNvPr>
          <p:cNvSpPr/>
          <p:nvPr>
            <p:custDataLst>
              <p:tags r:id="rId9"/>
            </p:custDataLst>
          </p:nvPr>
        </p:nvSpPr>
        <p:spPr bwMode="auto">
          <a:xfrm rot="16200000">
            <a:off x="1796145" y="4663477"/>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9257FE4E-8868-17EE-B9A5-73529BCA9A55}"/>
              </a:ext>
            </a:extLst>
          </p:cNvPr>
          <p:cNvSpPr txBox="1"/>
          <p:nvPr>
            <p:custDataLst>
              <p:tags r:id="rId10"/>
            </p:custDataLst>
          </p:nvPr>
        </p:nvSpPr>
        <p:spPr>
          <a:xfrm>
            <a:off x="1577467" y="4764991"/>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1" name="Rectangle 73">
            <a:extLst>
              <a:ext uri="{FF2B5EF4-FFF2-40B4-BE49-F238E27FC236}">
                <a16:creationId xmlns:a16="http://schemas.microsoft.com/office/drawing/2014/main" id="{FE056DF9-F20F-BEE8-238D-46840CB32CC9}"/>
              </a:ext>
            </a:extLst>
          </p:cNvPr>
          <p:cNvSpPr/>
          <p:nvPr/>
        </p:nvSpPr>
        <p:spPr>
          <a:xfrm>
            <a:off x="4698884" y="4718824"/>
            <a:ext cx="389851"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2" name="OTLSHAPE_T_e17f3958430f4cff8650518c93c7635e_StartDate">
            <a:extLst>
              <a:ext uri="{FF2B5EF4-FFF2-40B4-BE49-F238E27FC236}">
                <a16:creationId xmlns:a16="http://schemas.microsoft.com/office/drawing/2014/main" id="{BD065237-5C63-F27E-602A-8ABA56DCC2FE}"/>
              </a:ext>
            </a:extLst>
          </p:cNvPr>
          <p:cNvSpPr txBox="1"/>
          <p:nvPr>
            <p:custDataLst>
              <p:tags r:id="rId11"/>
            </p:custDataLst>
          </p:nvPr>
        </p:nvSpPr>
        <p:spPr>
          <a:xfrm rot="19296833">
            <a:off x="4668761" y="4070874"/>
            <a:ext cx="91114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Sep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64" name="Rectangle 55">
            <a:extLst>
              <a:ext uri="{FF2B5EF4-FFF2-40B4-BE49-F238E27FC236}">
                <a16:creationId xmlns:a16="http://schemas.microsoft.com/office/drawing/2014/main" id="{9605F83E-6F51-DE51-A186-E114A692C21B}"/>
              </a:ext>
            </a:extLst>
          </p:cNvPr>
          <p:cNvSpPr/>
          <p:nvPr/>
        </p:nvSpPr>
        <p:spPr>
          <a:xfrm>
            <a:off x="4695919" y="2563973"/>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4BE4A206-0455-8883-B405-9935D659B978}"/>
              </a:ext>
            </a:extLst>
          </p:cNvPr>
          <p:cNvSpPr txBox="1"/>
          <p:nvPr>
            <p:custDataLst>
              <p:tags r:id="rId12"/>
            </p:custDataLst>
          </p:nvPr>
        </p:nvSpPr>
        <p:spPr>
          <a:xfrm rot="19148296">
            <a:off x="4657496" y="1971559"/>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Sep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68" name="Rectangle 55">
            <a:extLst>
              <a:ext uri="{FF2B5EF4-FFF2-40B4-BE49-F238E27FC236}">
                <a16:creationId xmlns:a16="http://schemas.microsoft.com/office/drawing/2014/main" id="{599DB5B4-6617-8FE9-AE0F-6B55128D47D2}"/>
              </a:ext>
            </a:extLst>
          </p:cNvPr>
          <p:cNvSpPr/>
          <p:nvPr/>
        </p:nvSpPr>
        <p:spPr>
          <a:xfrm>
            <a:off x="7034236" y="2563974"/>
            <a:ext cx="92685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71" name="Rectangle 55">
            <a:extLst>
              <a:ext uri="{FF2B5EF4-FFF2-40B4-BE49-F238E27FC236}">
                <a16:creationId xmlns:a16="http://schemas.microsoft.com/office/drawing/2014/main" id="{FC54E31F-E69A-41B9-0200-8A2159CD9112}"/>
              </a:ext>
            </a:extLst>
          </p:cNvPr>
          <p:cNvSpPr/>
          <p:nvPr/>
        </p:nvSpPr>
        <p:spPr>
          <a:xfrm>
            <a:off x="7575680" y="4462280"/>
            <a:ext cx="926857" cy="256544"/>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72" name="OTLSHAPE_T_e17f3958430f4cff8650518c93c7635e_StartDate">
            <a:extLst>
              <a:ext uri="{FF2B5EF4-FFF2-40B4-BE49-F238E27FC236}">
                <a16:creationId xmlns:a16="http://schemas.microsoft.com/office/drawing/2014/main" id="{A37DF498-038A-1504-3EF3-05EC8D26313D}"/>
              </a:ext>
            </a:extLst>
          </p:cNvPr>
          <p:cNvSpPr txBox="1"/>
          <p:nvPr>
            <p:custDataLst>
              <p:tags r:id="rId13"/>
            </p:custDataLst>
          </p:nvPr>
        </p:nvSpPr>
        <p:spPr>
          <a:xfrm>
            <a:off x="7001194" y="4252407"/>
            <a:ext cx="911148" cy="164213"/>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Nov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3" name="Star: 4 Points 143">
            <a:extLst>
              <a:ext uri="{FF2B5EF4-FFF2-40B4-BE49-F238E27FC236}">
                <a16:creationId xmlns:a16="http://schemas.microsoft.com/office/drawing/2014/main" id="{1EACD682-4611-3109-4B17-F6129CF1AA33}"/>
              </a:ext>
            </a:extLst>
          </p:cNvPr>
          <p:cNvSpPr/>
          <p:nvPr/>
        </p:nvSpPr>
        <p:spPr bwMode="auto">
          <a:xfrm>
            <a:off x="1994521"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2CA62E63-0A0E-39CD-FF85-530FEF69F7AB}"/>
              </a:ext>
            </a:extLst>
          </p:cNvPr>
          <p:cNvSpPr/>
          <p:nvPr/>
        </p:nvSpPr>
        <p:spPr bwMode="auto">
          <a:xfrm>
            <a:off x="4802419"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5" name="Star: 4 Points 143">
            <a:extLst>
              <a:ext uri="{FF2B5EF4-FFF2-40B4-BE49-F238E27FC236}">
                <a16:creationId xmlns:a16="http://schemas.microsoft.com/office/drawing/2014/main" id="{F4D8C8D4-ABFF-F853-74DB-4C30D3D9C9F4}"/>
              </a:ext>
            </a:extLst>
          </p:cNvPr>
          <p:cNvSpPr/>
          <p:nvPr/>
        </p:nvSpPr>
        <p:spPr bwMode="auto">
          <a:xfrm>
            <a:off x="7398420"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6" name="Star: 4 Points 143">
            <a:extLst>
              <a:ext uri="{FF2B5EF4-FFF2-40B4-BE49-F238E27FC236}">
                <a16:creationId xmlns:a16="http://schemas.microsoft.com/office/drawing/2014/main" id="{BC8E3125-8B5A-BE2F-326E-FC505726CEB0}"/>
              </a:ext>
            </a:extLst>
          </p:cNvPr>
          <p:cNvSpPr/>
          <p:nvPr/>
        </p:nvSpPr>
        <p:spPr bwMode="auto">
          <a:xfrm>
            <a:off x="3524463" y="463264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7" name="Star: 4 Points 143">
            <a:extLst>
              <a:ext uri="{FF2B5EF4-FFF2-40B4-BE49-F238E27FC236}">
                <a16:creationId xmlns:a16="http://schemas.microsoft.com/office/drawing/2014/main" id="{1D8485F4-90E7-9D7E-E193-7A00CE7DE22E}"/>
              </a:ext>
            </a:extLst>
          </p:cNvPr>
          <p:cNvSpPr/>
          <p:nvPr/>
        </p:nvSpPr>
        <p:spPr bwMode="auto">
          <a:xfrm>
            <a:off x="4793696" y="463264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8" name="Star: 4 Points 143">
            <a:extLst>
              <a:ext uri="{FF2B5EF4-FFF2-40B4-BE49-F238E27FC236}">
                <a16:creationId xmlns:a16="http://schemas.microsoft.com/office/drawing/2014/main" id="{869C085E-E456-9309-DB54-4FD47CB6CD14}"/>
              </a:ext>
            </a:extLst>
          </p:cNvPr>
          <p:cNvSpPr/>
          <p:nvPr/>
        </p:nvSpPr>
        <p:spPr bwMode="auto">
          <a:xfrm>
            <a:off x="7422234" y="447925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97" name="Rectangle 100">
            <a:extLst>
              <a:ext uri="{FF2B5EF4-FFF2-40B4-BE49-F238E27FC236}">
                <a16:creationId xmlns:a16="http://schemas.microsoft.com/office/drawing/2014/main" id="{02A4BA5C-7347-DDB3-155E-491912E97BCD}"/>
              </a:ext>
            </a:extLst>
          </p:cNvPr>
          <p:cNvSpPr/>
          <p:nvPr/>
        </p:nvSpPr>
        <p:spPr>
          <a:xfrm>
            <a:off x="7078931" y="2053666"/>
            <a:ext cx="837089"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Nov 2027</a:t>
            </a:r>
          </a:p>
        </p:txBody>
      </p:sp>
      <p:sp>
        <p:nvSpPr>
          <p:cNvPr id="310" name="文本框 160">
            <a:extLst>
              <a:ext uri="{FF2B5EF4-FFF2-40B4-BE49-F238E27FC236}">
                <a16:creationId xmlns:a16="http://schemas.microsoft.com/office/drawing/2014/main" id="{6854E511-3B88-9768-D11F-8F198389D13C}"/>
              </a:ext>
            </a:extLst>
          </p:cNvPr>
          <p:cNvSpPr txBox="1"/>
          <p:nvPr/>
        </p:nvSpPr>
        <p:spPr>
          <a:xfrm>
            <a:off x="8148059" y="2028171"/>
            <a:ext cx="3686888" cy="1004530"/>
          </a:xfrm>
          <a:prstGeom prst="roundRect">
            <a:avLst/>
          </a:prstGeom>
          <a:noFill/>
          <a:ln>
            <a:solidFill>
              <a:srgbClr val="076D7E"/>
            </a:solidFill>
            <a:prstDash val="lgDash"/>
          </a:ln>
        </p:spPr>
        <p:txBody>
          <a:bodyPr wrap="square" rtlCol="0" anchor="ctr">
            <a:spAutoFit/>
          </a:bodyPr>
          <a:lstStyle/>
          <a:p>
            <a:pPr defTabSz="1219170">
              <a:spcAft>
                <a:spcPts val="267"/>
              </a:spcAft>
              <a:defRPr/>
            </a:pPr>
            <a:r>
              <a:rPr lang="en-GB" altLang="zh-CN" sz="1000" b="1" i="1">
                <a:solidFill>
                  <a:srgbClr val="002060"/>
                </a:solidFill>
                <a:latin typeface="Boehringer Forward Head"/>
              </a:rPr>
              <a:t>Global Update: </a:t>
            </a:r>
          </a:p>
          <a:p>
            <a:pPr marL="171450" indent="-171450" defTabSz="1219170">
              <a:spcAft>
                <a:spcPts val="267"/>
              </a:spcAft>
              <a:buFont typeface="Arial" panose="020B0604020202020204" pitchFamily="34" charset="0"/>
              <a:buChar char="•"/>
              <a:defRPr/>
            </a:pPr>
            <a:r>
              <a:rPr lang="en-US" altLang="zh-CN" sz="1000" b="1" i="1">
                <a:solidFill>
                  <a:srgbClr val="002060"/>
                </a:solidFill>
                <a:latin typeface="Boehringer Forward Head"/>
              </a:rPr>
              <a:t>THULITE Ph2 Ongoing:</a:t>
            </a:r>
            <a:r>
              <a:rPr lang="en-US" altLang="zh-CN"/>
              <a:t> </a:t>
            </a:r>
            <a:r>
              <a:rPr lang="en-US" altLang="zh-CN" sz="1000" i="1">
                <a:solidFill>
                  <a:srgbClr val="002060"/>
                </a:solidFill>
                <a:latin typeface="Boehringer Forward Head"/>
              </a:rPr>
              <a:t>: 61</a:t>
            </a:r>
            <a:r>
              <a:rPr lang="zh-CN" altLang="en-US" sz="1000" i="1">
                <a:solidFill>
                  <a:srgbClr val="002060"/>
                </a:solidFill>
                <a:latin typeface="Boehringer Forward Head"/>
              </a:rPr>
              <a:t> </a:t>
            </a:r>
            <a:r>
              <a:rPr lang="en-US" altLang="zh-CN" sz="1000" i="1">
                <a:solidFill>
                  <a:srgbClr val="002060"/>
                </a:solidFill>
                <a:latin typeface="Boehringer Forward Head"/>
              </a:rPr>
              <a:t>patients</a:t>
            </a:r>
            <a:r>
              <a:rPr lang="zh-CN" altLang="en-US" sz="1000" i="1">
                <a:solidFill>
                  <a:srgbClr val="002060"/>
                </a:solidFill>
                <a:latin typeface="Boehringer Forward Head"/>
              </a:rPr>
              <a:t> </a:t>
            </a:r>
            <a:r>
              <a:rPr lang="en-US" altLang="zh-CN" sz="1000" i="1">
                <a:solidFill>
                  <a:srgbClr val="002060"/>
                </a:solidFill>
                <a:latin typeface="Boehringer Forward Head"/>
              </a:rPr>
              <a:t>enrolled vs.153 planned, by 24 Apr; </a:t>
            </a:r>
          </a:p>
          <a:p>
            <a:pPr marL="171450" indent="-171450" defTabSz="1219170">
              <a:spcAft>
                <a:spcPts val="267"/>
              </a:spcAft>
              <a:buFont typeface="Arial" panose="020B0604020202020204" pitchFamily="34" charset="0"/>
              <a:buChar char="•"/>
              <a:defRPr/>
            </a:pPr>
            <a:endParaRPr lang="en-US" altLang="zh-CN" sz="1000" i="1">
              <a:solidFill>
                <a:srgbClr val="002060"/>
              </a:solidFill>
              <a:latin typeface="Boehringer Forward Head"/>
            </a:endParaRPr>
          </a:p>
        </p:txBody>
      </p:sp>
      <p:sp>
        <p:nvSpPr>
          <p:cNvPr id="5" name="OTLSHAPE_T_e17f3958430f4cff8650518c93c7635e_Shape">
            <a:extLst>
              <a:ext uri="{FF2B5EF4-FFF2-40B4-BE49-F238E27FC236}">
                <a16:creationId xmlns:a16="http://schemas.microsoft.com/office/drawing/2014/main" id="{88F64CEC-0B72-8200-CC33-23325DCA2DEA}"/>
              </a:ext>
            </a:extLst>
          </p:cNvPr>
          <p:cNvSpPr/>
          <p:nvPr>
            <p:custDataLst>
              <p:tags r:id="rId14"/>
            </p:custDataLst>
          </p:nvPr>
        </p:nvSpPr>
        <p:spPr bwMode="auto">
          <a:xfrm>
            <a:off x="9027776" y="3339440"/>
            <a:ext cx="2916508"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2 x Ph3</a:t>
            </a:r>
            <a:endParaRPr lang="en-US" altLang="zh-CN" sz="1067" b="1">
              <a:solidFill>
                <a:srgbClr val="000000"/>
              </a:solidFill>
              <a:ea typeface="等线" panose="02010600030101010101" pitchFamily="2" charset="-122"/>
              <a:cs typeface="Calibri" panose="020F0502020204030204" pitchFamily="34" charset="0"/>
            </a:endParaRPr>
          </a:p>
        </p:txBody>
      </p:sp>
      <p:sp>
        <p:nvSpPr>
          <p:cNvPr id="7" name="Rectangle 52">
            <a:extLst>
              <a:ext uri="{FF2B5EF4-FFF2-40B4-BE49-F238E27FC236}">
                <a16:creationId xmlns:a16="http://schemas.microsoft.com/office/drawing/2014/main" id="{D661AA88-DD48-9513-3216-D4B188EC8C66}"/>
              </a:ext>
            </a:extLst>
          </p:cNvPr>
          <p:cNvSpPr/>
          <p:nvPr/>
        </p:nvSpPr>
        <p:spPr>
          <a:xfrm>
            <a:off x="8819943" y="3392317"/>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8" name="OTLSHAPE_T_e17f3958430f4cff8650518c93c7635e_StartDate">
            <a:extLst>
              <a:ext uri="{FF2B5EF4-FFF2-40B4-BE49-F238E27FC236}">
                <a16:creationId xmlns:a16="http://schemas.microsoft.com/office/drawing/2014/main" id="{8AEE521E-CEDE-AE05-01E6-A679E170FF8B}"/>
              </a:ext>
            </a:extLst>
          </p:cNvPr>
          <p:cNvSpPr txBox="1"/>
          <p:nvPr>
            <p:custDataLst>
              <p:tags r:id="rId15"/>
            </p:custDataLst>
          </p:nvPr>
        </p:nvSpPr>
        <p:spPr>
          <a:xfrm>
            <a:off x="8580329" y="3613045"/>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Aug 2028</a:t>
            </a:r>
            <a:endParaRPr lang="zh-CN" altLang="en-US" sz="1067" b="1" i="1">
              <a:solidFill>
                <a:schemeClr val="bg1">
                  <a:lumMod val="65000"/>
                </a:schemeClr>
              </a:solidFill>
              <a:ea typeface="等线" panose="02010600030101010101" pitchFamily="2" charset="-122"/>
            </a:endParaRPr>
          </a:p>
        </p:txBody>
      </p:sp>
      <p:sp>
        <p:nvSpPr>
          <p:cNvPr id="9" name="Star: 4 Points 143">
            <a:extLst>
              <a:ext uri="{FF2B5EF4-FFF2-40B4-BE49-F238E27FC236}">
                <a16:creationId xmlns:a16="http://schemas.microsoft.com/office/drawing/2014/main" id="{1D2977C4-1DB4-7DF9-82D8-F40D27559563}"/>
              </a:ext>
            </a:extLst>
          </p:cNvPr>
          <p:cNvSpPr/>
          <p:nvPr/>
        </p:nvSpPr>
        <p:spPr bwMode="auto">
          <a:xfrm>
            <a:off x="8926544" y="329434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10" name="Isosceles Triangle 128">
            <a:extLst>
              <a:ext uri="{FF2B5EF4-FFF2-40B4-BE49-F238E27FC236}">
                <a16:creationId xmlns:a16="http://schemas.microsoft.com/office/drawing/2014/main" id="{D743E859-421B-19BC-DCFE-3BFAD7D91F4B}"/>
              </a:ext>
            </a:extLst>
          </p:cNvPr>
          <p:cNvSpPr/>
          <p:nvPr/>
        </p:nvSpPr>
        <p:spPr>
          <a:xfrm rot="5400000">
            <a:off x="11941788" y="3365426"/>
            <a:ext cx="256543" cy="230532"/>
          </a:xfrm>
          <a:prstGeom prst="triangle">
            <a:avLst/>
          </a:prstGeom>
          <a:solidFill>
            <a:srgbClr val="D5E9EC"/>
          </a:solidFill>
          <a:ln w="12700">
            <a:solidFill>
              <a:srgbClr val="D5E9EC"/>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11" name="TextBox 64">
            <a:extLst>
              <a:ext uri="{FF2B5EF4-FFF2-40B4-BE49-F238E27FC236}">
                <a16:creationId xmlns:a16="http://schemas.microsoft.com/office/drawing/2014/main" id="{D741B4AD-66C5-29AA-7AC0-7494B9AFFF95}"/>
              </a:ext>
            </a:extLst>
          </p:cNvPr>
          <p:cNvSpPr txBox="1"/>
          <p:nvPr/>
        </p:nvSpPr>
        <p:spPr>
          <a:xfrm>
            <a:off x="31595" y="2986003"/>
            <a:ext cx="825189"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Ph3 -</a:t>
            </a:r>
          </a:p>
          <a:p>
            <a:pPr algn="ctr" defTabSz="914377">
              <a:defRPr/>
            </a:pPr>
            <a:r>
              <a:rPr lang="en-US" altLang="zh-CN" sz="1067" b="1">
                <a:solidFill>
                  <a:srgbClr val="08312A"/>
                </a:solidFill>
                <a:cs typeface="Calibri" panose="020F0502020204030204" pitchFamily="34" charset="0"/>
              </a:rPr>
              <a:t>1485-0019/</a:t>
            </a:r>
          </a:p>
          <a:p>
            <a:pPr algn="ctr" defTabSz="914377">
              <a:defRPr/>
            </a:pPr>
            <a:r>
              <a:rPr lang="en-US" altLang="zh-CN" sz="1067" b="1">
                <a:solidFill>
                  <a:srgbClr val="08312A"/>
                </a:solidFill>
                <a:cs typeface="Calibri" panose="020F0502020204030204" pitchFamily="34" charset="0"/>
              </a:rPr>
              <a:t>1485-0020</a:t>
            </a:r>
            <a:endParaRPr lang="en-US" sz="1067" b="1">
              <a:solidFill>
                <a:srgbClr val="08312A"/>
              </a:solidFill>
              <a:cs typeface="Calibri" panose="020F0502020204030204" pitchFamily="34" charset="0"/>
            </a:endParaRPr>
          </a:p>
        </p:txBody>
      </p:sp>
      <p:sp>
        <p:nvSpPr>
          <p:cNvPr id="12" name="TextBox 64">
            <a:extLst>
              <a:ext uri="{FF2B5EF4-FFF2-40B4-BE49-F238E27FC236}">
                <a16:creationId xmlns:a16="http://schemas.microsoft.com/office/drawing/2014/main" id="{FCAC7FD3-EE80-4195-EFF4-0DABC9095A9C}"/>
              </a:ext>
            </a:extLst>
          </p:cNvPr>
          <p:cNvSpPr txBox="1"/>
          <p:nvPr/>
        </p:nvSpPr>
        <p:spPr>
          <a:xfrm>
            <a:off x="31595" y="4392997"/>
            <a:ext cx="825189"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Ph2 -</a:t>
            </a:r>
          </a:p>
          <a:p>
            <a:pPr algn="ctr" defTabSz="914377">
              <a:defRPr/>
            </a:pPr>
            <a:r>
              <a:rPr lang="en-US" altLang="zh-CN" sz="1067" b="1">
                <a:solidFill>
                  <a:srgbClr val="08312A"/>
                </a:solidFill>
                <a:cs typeface="Calibri" panose="020F0502020204030204" pitchFamily="34" charset="0"/>
              </a:rPr>
              <a:t>1485-0018</a:t>
            </a:r>
          </a:p>
          <a:p>
            <a:pPr algn="ctr" defTabSz="914377">
              <a:defRPr/>
            </a:pPr>
            <a:r>
              <a:rPr lang="en-US" sz="1067" b="1">
                <a:solidFill>
                  <a:srgbClr val="08312A"/>
                </a:solidFill>
                <a:cs typeface="Calibri" panose="020F0502020204030204" pitchFamily="34" charset="0"/>
              </a:rPr>
              <a:t>THULITE</a:t>
            </a:r>
          </a:p>
        </p:txBody>
      </p:sp>
      <p:sp>
        <p:nvSpPr>
          <p:cNvPr id="18" name="OTLSHAPE_T_e17f3958430f4cff8650518c93c7635e_Shape">
            <a:extLst>
              <a:ext uri="{FF2B5EF4-FFF2-40B4-BE49-F238E27FC236}">
                <a16:creationId xmlns:a16="http://schemas.microsoft.com/office/drawing/2014/main" id="{7BE66429-DF3E-818C-BED0-67FB08040063}"/>
              </a:ext>
            </a:extLst>
          </p:cNvPr>
          <p:cNvSpPr/>
          <p:nvPr>
            <p:custDataLst>
              <p:tags r:id="rId16"/>
            </p:custDataLst>
          </p:nvPr>
        </p:nvSpPr>
        <p:spPr bwMode="auto">
          <a:xfrm>
            <a:off x="3515134" y="4426114"/>
            <a:ext cx="184243" cy="288000"/>
          </a:xfrm>
          <a:prstGeom prst="roundRect">
            <a:avLst/>
          </a:prstGeom>
          <a:solidFill>
            <a:srgbClr val="EE6541">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endParaRPr lang="en-US" altLang="zh-CN" sz="900" b="1">
              <a:solidFill>
                <a:prstClr val="black"/>
              </a:solidFill>
              <a:ea typeface="等线" panose="02010600030101010101" pitchFamily="2" charset="-122"/>
              <a:cs typeface="Calibri" panose="020F0502020204030204" pitchFamily="34" charset="0"/>
            </a:endParaRPr>
          </a:p>
        </p:txBody>
      </p:sp>
      <p:sp>
        <p:nvSpPr>
          <p:cNvPr id="20" name="Star: 4 Points 143">
            <a:extLst>
              <a:ext uri="{FF2B5EF4-FFF2-40B4-BE49-F238E27FC236}">
                <a16:creationId xmlns:a16="http://schemas.microsoft.com/office/drawing/2014/main" id="{E462BCD9-EF5F-70A6-6796-8851C3BFFF61}"/>
              </a:ext>
            </a:extLst>
          </p:cNvPr>
          <p:cNvSpPr/>
          <p:nvPr/>
        </p:nvSpPr>
        <p:spPr bwMode="auto">
          <a:xfrm>
            <a:off x="3412984" y="463264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1" name="Rectangle 77">
            <a:extLst>
              <a:ext uri="{FF2B5EF4-FFF2-40B4-BE49-F238E27FC236}">
                <a16:creationId xmlns:a16="http://schemas.microsoft.com/office/drawing/2014/main" id="{F783265A-E62D-C3AB-24C1-238C9D3B63DB}"/>
              </a:ext>
            </a:extLst>
          </p:cNvPr>
          <p:cNvSpPr/>
          <p:nvPr/>
        </p:nvSpPr>
        <p:spPr>
          <a:xfrm>
            <a:off x="3005354" y="4791812"/>
            <a:ext cx="794450" cy="256545"/>
          </a:xfrm>
          <a:prstGeom prst="rect">
            <a:avLst/>
          </a:prstGeom>
        </p:spPr>
        <p:txBody>
          <a:bodyPr wrap="square">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CoA</a:t>
            </a:r>
          </a:p>
        </p:txBody>
      </p:sp>
      <p:sp>
        <p:nvSpPr>
          <p:cNvPr id="22" name="OTLSHAPE_T_e17f3958430f4cff8650518c93c7635e_StartDate">
            <a:extLst>
              <a:ext uri="{FF2B5EF4-FFF2-40B4-BE49-F238E27FC236}">
                <a16:creationId xmlns:a16="http://schemas.microsoft.com/office/drawing/2014/main" id="{A0D6E2CD-C2F8-EFEB-3F61-667DDB9D731B}"/>
              </a:ext>
            </a:extLst>
          </p:cNvPr>
          <p:cNvSpPr txBox="1"/>
          <p:nvPr>
            <p:custDataLst>
              <p:tags r:id="rId17"/>
            </p:custDataLst>
          </p:nvPr>
        </p:nvSpPr>
        <p:spPr>
          <a:xfrm rot="19210600">
            <a:off x="3233544" y="3965566"/>
            <a:ext cx="910164"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21 Jan2026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30" name="Rectangle 55">
            <a:extLst>
              <a:ext uri="{FF2B5EF4-FFF2-40B4-BE49-F238E27FC236}">
                <a16:creationId xmlns:a16="http://schemas.microsoft.com/office/drawing/2014/main" id="{67028A64-A1C8-7DD5-D870-84E056D6A564}"/>
              </a:ext>
            </a:extLst>
          </p:cNvPr>
          <p:cNvSpPr/>
          <p:nvPr/>
        </p:nvSpPr>
        <p:spPr>
          <a:xfrm>
            <a:off x="4936686" y="2552487"/>
            <a:ext cx="499789"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IA</a:t>
            </a:r>
            <a:r>
              <a:rPr lang="en-US" altLang="zh-CN" sz="1067" b="1" baseline="30000">
                <a:solidFill>
                  <a:srgbClr val="44546A"/>
                </a:solidFill>
                <a:ea typeface="等线" panose="02010600030101010101" pitchFamily="2" charset="-122"/>
                <a:cs typeface="Calibri" panose="020F0502020204030204" pitchFamily="34" charset="0"/>
              </a:rPr>
              <a:t>*</a:t>
            </a:r>
            <a:endParaRPr lang="zh-CN" altLang="en-US" sz="1067" b="1" baseline="30000">
              <a:solidFill>
                <a:srgbClr val="44546A"/>
              </a:solidFill>
              <a:ea typeface="等线" panose="02010600030101010101" pitchFamily="2" charset="-122"/>
              <a:cs typeface="Calibri" panose="020F0502020204030204" pitchFamily="34" charset="0"/>
            </a:endParaRPr>
          </a:p>
        </p:txBody>
      </p:sp>
      <p:sp>
        <p:nvSpPr>
          <p:cNvPr id="231" name="Star: 4 Points 143">
            <a:extLst>
              <a:ext uri="{FF2B5EF4-FFF2-40B4-BE49-F238E27FC236}">
                <a16:creationId xmlns:a16="http://schemas.microsoft.com/office/drawing/2014/main" id="{079D9193-89A9-8013-12A2-44E44C324365}"/>
              </a:ext>
            </a:extLst>
          </p:cNvPr>
          <p:cNvSpPr/>
          <p:nvPr/>
        </p:nvSpPr>
        <p:spPr bwMode="auto">
          <a:xfrm>
            <a:off x="5103772" y="246577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35" name="Rectangle 55">
            <a:extLst>
              <a:ext uri="{FF2B5EF4-FFF2-40B4-BE49-F238E27FC236}">
                <a16:creationId xmlns:a16="http://schemas.microsoft.com/office/drawing/2014/main" id="{1E84EC06-1CE5-E555-890A-A8950D20ED76}"/>
              </a:ext>
            </a:extLst>
          </p:cNvPr>
          <p:cNvSpPr/>
          <p:nvPr/>
        </p:nvSpPr>
        <p:spPr>
          <a:xfrm>
            <a:off x="5065720" y="3104861"/>
            <a:ext cx="575989" cy="276999"/>
          </a:xfrm>
          <a:prstGeom prst="rect">
            <a:avLst/>
          </a:prstGeom>
          <a:solidFill>
            <a:schemeClr val="tx2"/>
          </a:solidFill>
          <a:ln>
            <a:solidFill>
              <a:schemeClr val="accent2"/>
            </a:solidFill>
          </a:ln>
        </p:spPr>
        <p:txBody>
          <a:bodyPr wrap="square">
            <a:spAutoFit/>
          </a:bodyPr>
          <a:lstStyle/>
          <a:p>
            <a:pPr algn="ctr" defTabSz="1219108">
              <a:defRPr/>
            </a:pPr>
            <a:r>
              <a:rPr lang="en-US" altLang="zh-CN" sz="1200" b="1" i="1">
                <a:solidFill>
                  <a:srgbClr val="44546A"/>
                </a:solidFill>
                <a:ea typeface="等线" panose="02010600030101010101" pitchFamily="2" charset="-122"/>
                <a:cs typeface="Calibri" panose="020F0502020204030204" pitchFamily="34" charset="0"/>
              </a:rPr>
              <a:t>PoC</a:t>
            </a:r>
            <a:r>
              <a:rPr lang="en-US" altLang="zh-CN" sz="1200" b="1" baseline="30000">
                <a:solidFill>
                  <a:srgbClr val="44546A"/>
                </a:solidFill>
                <a:ea typeface="等线" panose="02010600030101010101" pitchFamily="2" charset="-122"/>
                <a:cs typeface="Calibri" panose="020F0502020204030204" pitchFamily="34" charset="0"/>
              </a:rPr>
              <a:t> *</a:t>
            </a:r>
            <a:endParaRPr lang="zh-CN" altLang="en-US" sz="1200" b="1" i="1">
              <a:solidFill>
                <a:srgbClr val="44546A"/>
              </a:solidFill>
              <a:ea typeface="等线" panose="02010600030101010101" pitchFamily="2" charset="-122"/>
              <a:cs typeface="Calibri" panose="020F0502020204030204" pitchFamily="34" charset="0"/>
            </a:endParaRPr>
          </a:p>
        </p:txBody>
      </p:sp>
      <p:sp>
        <p:nvSpPr>
          <p:cNvPr id="236" name="Star: 4 Points 143">
            <a:extLst>
              <a:ext uri="{FF2B5EF4-FFF2-40B4-BE49-F238E27FC236}">
                <a16:creationId xmlns:a16="http://schemas.microsoft.com/office/drawing/2014/main" id="{46038629-ADC1-AA17-E107-4E4E53E55344}"/>
              </a:ext>
            </a:extLst>
          </p:cNvPr>
          <p:cNvSpPr/>
          <p:nvPr/>
        </p:nvSpPr>
        <p:spPr bwMode="auto">
          <a:xfrm>
            <a:off x="5269439" y="289758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270" name="Group 269">
            <a:extLst>
              <a:ext uri="{FF2B5EF4-FFF2-40B4-BE49-F238E27FC236}">
                <a16:creationId xmlns:a16="http://schemas.microsoft.com/office/drawing/2014/main" id="{2341B2DE-714B-A71B-079D-915157737D29}"/>
              </a:ext>
            </a:extLst>
          </p:cNvPr>
          <p:cNvGrpSpPr/>
          <p:nvPr/>
        </p:nvGrpSpPr>
        <p:grpSpPr>
          <a:xfrm>
            <a:off x="3822383" y="1688058"/>
            <a:ext cx="598242" cy="3030765"/>
            <a:chOff x="2444277" y="1675830"/>
            <a:chExt cx="598242" cy="4062432"/>
          </a:xfrm>
        </p:grpSpPr>
        <p:cxnSp>
          <p:nvCxnSpPr>
            <p:cNvPr id="248" name="Straight Connector 147">
              <a:extLst>
                <a:ext uri="{FF2B5EF4-FFF2-40B4-BE49-F238E27FC236}">
                  <a16:creationId xmlns:a16="http://schemas.microsoft.com/office/drawing/2014/main" id="{D9BC0603-1729-B1EF-62D4-F51E4DDB77ED}"/>
                </a:ext>
              </a:extLst>
            </p:cNvPr>
            <p:cNvCxnSpPr>
              <a:cxnSpLocks/>
            </p:cNvCxnSpPr>
            <p:nvPr/>
          </p:nvCxnSpPr>
          <p:spPr bwMode="auto">
            <a:xfrm flipV="1">
              <a:off x="2763718" y="1932376"/>
              <a:ext cx="0" cy="3805886"/>
            </a:xfrm>
            <a:prstGeom prst="line">
              <a:avLst/>
            </a:prstGeom>
            <a:solidFill>
              <a:schemeClr val="accent1"/>
            </a:solidFill>
            <a:ln w="15875" cap="flat" cmpd="sng" algn="ctr">
              <a:solidFill>
                <a:srgbClr val="FF0000"/>
              </a:solidFill>
              <a:prstDash val="sysDash"/>
              <a:round/>
              <a:headEnd type="none" w="med" len="med"/>
              <a:tailEnd type="none" w="med" len="med"/>
            </a:ln>
            <a:effectLst/>
          </p:spPr>
        </p:cxnSp>
        <p:sp>
          <p:nvSpPr>
            <p:cNvPr id="263" name="Rectangle 52">
              <a:extLst>
                <a:ext uri="{FF2B5EF4-FFF2-40B4-BE49-F238E27FC236}">
                  <a16:creationId xmlns:a16="http://schemas.microsoft.com/office/drawing/2014/main" id="{21A5AB7A-456D-1763-2222-2332FA08629F}"/>
                </a:ext>
              </a:extLst>
            </p:cNvPr>
            <p:cNvSpPr/>
            <p:nvPr/>
          </p:nvSpPr>
          <p:spPr>
            <a:xfrm>
              <a:off x="2444277" y="1675830"/>
              <a:ext cx="598242" cy="256545"/>
            </a:xfrm>
            <a:prstGeom prst="rect">
              <a:avLst/>
            </a:prstGeom>
          </p:spPr>
          <p:txBody>
            <a:bodyPr wrap="none">
              <a:spAutoFit/>
            </a:bodyPr>
            <a:lstStyle/>
            <a:p>
              <a:pPr algn="ctr" defTabSz="1219108">
                <a:defRPr/>
              </a:pPr>
              <a:r>
                <a:rPr lang="en-US" altLang="zh-CN" sz="1067" b="1">
                  <a:solidFill>
                    <a:srgbClr val="FF0000"/>
                  </a:solidFill>
                  <a:ea typeface="等线" panose="02010600030101010101" pitchFamily="2" charset="-122"/>
                </a:rPr>
                <a:t>Today</a:t>
              </a:r>
              <a:endParaRPr lang="zh-CN" altLang="en-US" sz="1067" b="1">
                <a:solidFill>
                  <a:srgbClr val="FF0000"/>
                </a:solidFill>
                <a:ea typeface="等线" panose="02010600030101010101" pitchFamily="2" charset="-122"/>
              </a:endParaRPr>
            </a:p>
          </p:txBody>
        </p:sp>
      </p:grpSp>
      <p:sp>
        <p:nvSpPr>
          <p:cNvPr id="312" name="文本框 160">
            <a:extLst>
              <a:ext uri="{FF2B5EF4-FFF2-40B4-BE49-F238E27FC236}">
                <a16:creationId xmlns:a16="http://schemas.microsoft.com/office/drawing/2014/main" id="{7566354C-8117-1CB0-AAE5-4303206C1B87}"/>
              </a:ext>
            </a:extLst>
          </p:cNvPr>
          <p:cNvSpPr txBox="1"/>
          <p:nvPr/>
        </p:nvSpPr>
        <p:spPr>
          <a:xfrm>
            <a:off x="6356003" y="4369941"/>
            <a:ext cx="5478943" cy="2102703"/>
          </a:xfrm>
          <a:prstGeom prst="roundRect">
            <a:avLst/>
          </a:prstGeom>
          <a:solidFill>
            <a:schemeClr val="bg1"/>
          </a:solidFill>
          <a:ln>
            <a:solidFill>
              <a:srgbClr val="076D7E"/>
            </a:solidFill>
            <a:prstDash val="lgDash"/>
          </a:ln>
        </p:spPr>
        <p:txBody>
          <a:bodyPr wrap="square" lIns="91440" tIns="45720" rIns="91440" bIns="45720" rtlCol="0" anchor="ctr">
            <a:spAutoFit/>
          </a:bodyPr>
          <a:lstStyle/>
          <a:p>
            <a:pPr defTabSz="1219170">
              <a:spcAft>
                <a:spcPts val="300"/>
              </a:spcAft>
              <a:defRPr/>
            </a:pPr>
            <a:r>
              <a:rPr lang="en-US" altLang="zh-CN" sz="1000" b="1" i="1">
                <a:solidFill>
                  <a:srgbClr val="002060"/>
                </a:solidFill>
                <a:cs typeface="Calibri"/>
              </a:rPr>
              <a:t>THULITE Trial Update:</a:t>
            </a:r>
            <a:endParaRPr lang="en-US" altLang="zh-CN" sz="1000" i="1">
              <a:solidFill>
                <a:srgbClr val="002060"/>
              </a:solidFill>
              <a:cs typeface="Calibri"/>
            </a:endParaRPr>
          </a:p>
          <a:p>
            <a:pPr marL="95885" indent="-95885" defTabSz="1219170">
              <a:spcAft>
                <a:spcPts val="300"/>
              </a:spcAft>
              <a:buFont typeface="Arial" panose="020B0604020202020204" pitchFamily="34" charset="0"/>
              <a:buChar char="•"/>
              <a:defRPr/>
            </a:pPr>
            <a:r>
              <a:rPr lang="en-US" altLang="zh-CN" sz="1000" i="1">
                <a:solidFill>
                  <a:srgbClr val="002060"/>
                </a:solidFill>
                <a:cs typeface="Calibri"/>
              </a:rPr>
              <a:t>All 5 sites activated by 30 Mar. </a:t>
            </a:r>
          </a:p>
          <a:p>
            <a:pPr marL="95885" indent="-95885" defTabSz="1219170">
              <a:spcAft>
                <a:spcPts val="300"/>
              </a:spcAft>
              <a:buFont typeface="Arial" panose="020B0604020202020204" pitchFamily="34" charset="0"/>
              <a:buChar char="•"/>
              <a:defRPr/>
            </a:pPr>
            <a:r>
              <a:rPr lang="en-US" altLang="zh-CN" sz="1000" i="1">
                <a:solidFill>
                  <a:srgbClr val="002060"/>
                </a:solidFill>
                <a:cs typeface="Calibri"/>
              </a:rPr>
              <a:t>Recruitment: </a:t>
            </a:r>
          </a:p>
          <a:p>
            <a:pPr marL="553085" lvl="1" indent="-95885" defTabSz="1219170">
              <a:spcAft>
                <a:spcPts val="300"/>
              </a:spcAft>
              <a:buFont typeface="Arial" panose="020B0604020202020204" pitchFamily="34" charset="0"/>
              <a:buChar char="•"/>
              <a:defRPr/>
            </a:pPr>
            <a:r>
              <a:rPr lang="en-US" altLang="zh-CN" sz="1000" i="1">
                <a:solidFill>
                  <a:srgbClr val="002060"/>
                </a:solidFill>
                <a:cs typeface="Calibri"/>
              </a:rPr>
              <a:t>FPS achieved: 27 Mar. </a:t>
            </a:r>
          </a:p>
          <a:p>
            <a:pPr marL="553085" lvl="1" indent="-95885" defTabSz="1219170">
              <a:spcAft>
                <a:spcPts val="300"/>
              </a:spcAft>
              <a:buFont typeface="Arial" panose="020B0604020202020204" pitchFamily="34" charset="0"/>
              <a:buChar char="•"/>
              <a:defRPr/>
            </a:pPr>
            <a:r>
              <a:rPr lang="en-US" altLang="zh-CN" sz="1000" i="1">
                <a:solidFill>
                  <a:srgbClr val="002060"/>
                </a:solidFill>
                <a:cs typeface="Calibri"/>
              </a:rPr>
              <a:t>Screened: 3 actual vs. 6 planned (1 Screen failure; 2 ongoing)</a:t>
            </a:r>
          </a:p>
          <a:p>
            <a:pPr marL="553085" lvl="1" indent="-95885" defTabSz="1219170">
              <a:spcAft>
                <a:spcPts val="300"/>
              </a:spcAft>
              <a:buFont typeface="Arial" panose="020B0604020202020204" pitchFamily="34" charset="0"/>
              <a:buChar char="•"/>
              <a:defRPr/>
            </a:pPr>
            <a:r>
              <a:rPr lang="en-US" altLang="zh-CN" sz="1000" i="1">
                <a:solidFill>
                  <a:srgbClr val="002060"/>
                </a:solidFill>
                <a:cs typeface="Calibri"/>
              </a:rPr>
              <a:t>Pre-screened: 431 patients (incl. 16 PI-referred); 29 high potential patients further assessed with 22 failed (incl. 7 refusals)</a:t>
            </a:r>
          </a:p>
          <a:p>
            <a:pPr defTabSz="1219170">
              <a:spcAft>
                <a:spcPts val="300"/>
              </a:spcAft>
              <a:defRPr/>
            </a:pPr>
            <a:r>
              <a:rPr lang="en-US" altLang="zh-CN" sz="1000" b="1" i="1">
                <a:solidFill>
                  <a:srgbClr val="002060"/>
                </a:solidFill>
                <a:cs typeface="Calibri"/>
              </a:rPr>
              <a:t>Other:</a:t>
            </a:r>
            <a:endParaRPr lang="en-US" altLang="zh-CN" sz="1000" i="1">
              <a:solidFill>
                <a:srgbClr val="002060"/>
              </a:solidFill>
              <a:cs typeface="Calibri"/>
            </a:endParaRPr>
          </a:p>
          <a:p>
            <a:pPr marL="87313" indent="-87313">
              <a:buFont typeface="Arial" panose="020B0604020202020204" pitchFamily="34" charset="0"/>
              <a:buChar char="•"/>
            </a:pPr>
            <a:r>
              <a:rPr lang="en-US" altLang="zh-CN" sz="1000" i="1">
                <a:solidFill>
                  <a:srgbClr val="002060"/>
                </a:solidFill>
                <a:cs typeface="Calibri"/>
              </a:rPr>
              <a:t>Site engagement: </a:t>
            </a:r>
          </a:p>
          <a:p>
            <a:pPr marL="271463" lvl="1" indent="-96838">
              <a:buFont typeface="Arial" panose="020B0604020202020204" pitchFamily="34" charset="0"/>
              <a:buChar char="•"/>
            </a:pPr>
            <a:r>
              <a:rPr lang="en-US" altLang="zh-CN" sz="1000" i="1">
                <a:solidFill>
                  <a:srgbClr val="002060"/>
                </a:solidFill>
                <a:cs typeface="Calibri"/>
              </a:rPr>
              <a:t>CHN2 (West China Hospital) visited  for recruitment boost on 8 Apr </a:t>
            </a:r>
          </a:p>
        </p:txBody>
      </p:sp>
      <p:sp>
        <p:nvSpPr>
          <p:cNvPr id="14" name="Rectangle 100">
            <a:extLst>
              <a:ext uri="{FF2B5EF4-FFF2-40B4-BE49-F238E27FC236}">
                <a16:creationId xmlns:a16="http://schemas.microsoft.com/office/drawing/2014/main" id="{D92F13C8-7882-5544-8C55-E9D6449C5EA5}"/>
              </a:ext>
            </a:extLst>
          </p:cNvPr>
          <p:cNvSpPr/>
          <p:nvPr/>
        </p:nvSpPr>
        <p:spPr>
          <a:xfrm rot="19269311">
            <a:off x="5018160" y="1968026"/>
            <a:ext cx="808235"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Oct 2026</a:t>
            </a:r>
          </a:p>
        </p:txBody>
      </p:sp>
      <p:cxnSp>
        <p:nvCxnSpPr>
          <p:cNvPr id="16" name="Connector: Elbow 15">
            <a:extLst>
              <a:ext uri="{FF2B5EF4-FFF2-40B4-BE49-F238E27FC236}">
                <a16:creationId xmlns:a16="http://schemas.microsoft.com/office/drawing/2014/main" id="{6C600A78-A9C2-CD55-08C8-6482006F060A}"/>
              </a:ext>
            </a:extLst>
          </p:cNvPr>
          <p:cNvCxnSpPr>
            <a:cxnSpLocks/>
          </p:cNvCxnSpPr>
          <p:nvPr/>
        </p:nvCxnSpPr>
        <p:spPr bwMode="gray">
          <a:xfrm rot="16200000" flipH="1">
            <a:off x="5114788" y="2837280"/>
            <a:ext cx="226444" cy="82858"/>
          </a:xfrm>
          <a:prstGeom prst="bentConnector3">
            <a:avLst>
              <a:gd name="adj1" fmla="val 50000"/>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7438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AB09858-ED99-DB9C-D442-E8FF01E2D9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D537A6-106E-ADF4-DC75-AC55FBFA4363}"/>
              </a:ext>
            </a:extLst>
          </p:cNvPr>
          <p:cNvSpPr>
            <a:spLocks noGrp="1"/>
          </p:cNvSpPr>
          <p:nvPr>
            <p:ph type="title"/>
          </p:nvPr>
        </p:nvSpPr>
        <p:spPr/>
        <p:txBody>
          <a:bodyPr/>
          <a:lstStyle/>
          <a:p>
            <a:r>
              <a:rPr lang="en-US" altLang="zh-CN"/>
              <a:t>Recruitment Status - Global</a:t>
            </a:r>
            <a:endParaRPr lang="zh-CN" altLang="en-US"/>
          </a:p>
        </p:txBody>
      </p:sp>
      <p:sp>
        <p:nvSpPr>
          <p:cNvPr id="4" name="Text Placeholder 3">
            <a:extLst>
              <a:ext uri="{FF2B5EF4-FFF2-40B4-BE49-F238E27FC236}">
                <a16:creationId xmlns:a16="http://schemas.microsoft.com/office/drawing/2014/main" id="{8918325A-5148-41A2-CFB6-979E984FBCA1}"/>
              </a:ext>
            </a:extLst>
          </p:cNvPr>
          <p:cNvSpPr>
            <a:spLocks noGrp="1"/>
          </p:cNvSpPr>
          <p:nvPr>
            <p:ph type="body" sz="quarter" idx="13"/>
          </p:nvPr>
        </p:nvSpPr>
        <p:spPr/>
        <p:txBody>
          <a:bodyPr/>
          <a:lstStyle/>
          <a:p>
            <a:endParaRPr lang="zh-CN" altLang="en-US"/>
          </a:p>
        </p:txBody>
      </p:sp>
      <p:sp>
        <p:nvSpPr>
          <p:cNvPr id="5" name="Slide Number Placeholder 4">
            <a:extLst>
              <a:ext uri="{FF2B5EF4-FFF2-40B4-BE49-F238E27FC236}">
                <a16:creationId xmlns:a16="http://schemas.microsoft.com/office/drawing/2014/main" id="{A53B4843-35DD-3EF7-2E20-54536F0742D1}"/>
              </a:ext>
            </a:extLst>
          </p:cNvPr>
          <p:cNvSpPr>
            <a:spLocks noGrp="1"/>
          </p:cNvSpPr>
          <p:nvPr>
            <p:ph type="sldNum" sz="quarter" idx="20"/>
          </p:nvPr>
        </p:nvSpPr>
        <p:spPr/>
        <p:txBody>
          <a:bodyPr/>
          <a:lstStyle/>
          <a:p>
            <a:fld id="{DF4E8F9F-5B1F-4F5B-BE49-3245D8C18D9F}" type="slidenum">
              <a:rPr lang="en-US" smtClean="0"/>
              <a:pPr/>
              <a:t>13</a:t>
            </a:fld>
            <a:endParaRPr lang="en-US"/>
          </a:p>
        </p:txBody>
      </p:sp>
      <p:pic>
        <p:nvPicPr>
          <p:cNvPr id="8" name="Content Placeholder 7">
            <a:extLst>
              <a:ext uri="{FF2B5EF4-FFF2-40B4-BE49-F238E27FC236}">
                <a16:creationId xmlns:a16="http://schemas.microsoft.com/office/drawing/2014/main" id="{AE5ED822-F31B-752B-C1A8-0101B91A974C}"/>
              </a:ext>
            </a:extLst>
          </p:cNvPr>
          <p:cNvPicPr>
            <a:picLocks noGrp="1" noChangeAspect="1"/>
          </p:cNvPicPr>
          <p:nvPr>
            <p:ph idx="1"/>
          </p:nvPr>
        </p:nvPicPr>
        <p:blipFill>
          <a:blip r:embed="rId2"/>
          <a:stretch>
            <a:fillRect/>
          </a:stretch>
        </p:blipFill>
        <p:spPr bwMode="gray">
          <a:xfrm>
            <a:off x="1074360" y="1197000"/>
            <a:ext cx="10043279" cy="4608489"/>
          </a:xfrm>
          <a:prstGeom prst="rect">
            <a:avLst/>
          </a:prstGeom>
        </p:spPr>
      </p:pic>
      <p:sp>
        <p:nvSpPr>
          <p:cNvPr id="9" name="Rectangle: Rounded Corners 8">
            <a:extLst>
              <a:ext uri="{FF2B5EF4-FFF2-40B4-BE49-F238E27FC236}">
                <a16:creationId xmlns:a16="http://schemas.microsoft.com/office/drawing/2014/main" id="{99F7269B-2A55-E37C-DC49-80458DBFBF92}"/>
              </a:ext>
            </a:extLst>
          </p:cNvPr>
          <p:cNvSpPr/>
          <p:nvPr/>
        </p:nvSpPr>
        <p:spPr bwMode="gray">
          <a:xfrm>
            <a:off x="8291246" y="4315146"/>
            <a:ext cx="523982" cy="1166613"/>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Tree>
    <p:extLst>
      <p:ext uri="{BB962C8B-B14F-4D97-AF65-F5344CB8AC3E}">
        <p14:creationId xmlns:p14="http://schemas.microsoft.com/office/powerpoint/2010/main" val="1340917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722103C3-0935-C2B9-F21C-688E718F72CE}"/>
              </a:ext>
            </a:extLst>
          </p:cNvPr>
          <p:cNvPicPr>
            <a:picLocks noGrp="1" noChangeAspect="1"/>
          </p:cNvPicPr>
          <p:nvPr>
            <p:ph idx="1"/>
          </p:nvPr>
        </p:nvPicPr>
        <p:blipFill>
          <a:blip r:embed="rId2"/>
          <a:stretch>
            <a:fillRect/>
          </a:stretch>
        </p:blipFill>
        <p:spPr bwMode="gray">
          <a:xfrm>
            <a:off x="479426" y="1268512"/>
            <a:ext cx="11275249" cy="4680752"/>
          </a:xfrm>
          <a:prstGeom prst="rect">
            <a:avLst/>
          </a:prstGeom>
        </p:spPr>
      </p:pic>
      <p:sp>
        <p:nvSpPr>
          <p:cNvPr id="2" name="Title 1">
            <a:extLst>
              <a:ext uri="{FF2B5EF4-FFF2-40B4-BE49-F238E27FC236}">
                <a16:creationId xmlns:a16="http://schemas.microsoft.com/office/drawing/2014/main" id="{FDF45A7C-90B1-BC0C-342C-309A17570F61}"/>
              </a:ext>
            </a:extLst>
          </p:cNvPr>
          <p:cNvSpPr>
            <a:spLocks noGrp="1"/>
          </p:cNvSpPr>
          <p:nvPr>
            <p:ph type="title"/>
          </p:nvPr>
        </p:nvSpPr>
        <p:spPr/>
        <p:txBody>
          <a:bodyPr/>
          <a:lstStyle/>
          <a:p>
            <a:r>
              <a:rPr lang="en-US" altLang="zh-CN"/>
              <a:t>Recruitment Status - China</a:t>
            </a:r>
            <a:endParaRPr lang="zh-CN" altLang="en-US"/>
          </a:p>
        </p:txBody>
      </p:sp>
      <p:sp>
        <p:nvSpPr>
          <p:cNvPr id="4" name="Text Placeholder 3">
            <a:extLst>
              <a:ext uri="{FF2B5EF4-FFF2-40B4-BE49-F238E27FC236}">
                <a16:creationId xmlns:a16="http://schemas.microsoft.com/office/drawing/2014/main" id="{23191C05-BD4B-B575-4AF0-EB1CDCD1505F}"/>
              </a:ext>
            </a:extLst>
          </p:cNvPr>
          <p:cNvSpPr>
            <a:spLocks noGrp="1"/>
          </p:cNvSpPr>
          <p:nvPr>
            <p:ph type="body" sz="quarter" idx="13"/>
          </p:nvPr>
        </p:nvSpPr>
        <p:spPr/>
        <p:txBody>
          <a:bodyPr/>
          <a:lstStyle/>
          <a:p>
            <a:endParaRPr lang="zh-CN" altLang="en-US"/>
          </a:p>
        </p:txBody>
      </p:sp>
      <p:sp>
        <p:nvSpPr>
          <p:cNvPr id="5" name="Slide Number Placeholder 4">
            <a:extLst>
              <a:ext uri="{FF2B5EF4-FFF2-40B4-BE49-F238E27FC236}">
                <a16:creationId xmlns:a16="http://schemas.microsoft.com/office/drawing/2014/main" id="{6C153A01-02FE-934D-6FCD-1E204877FD4F}"/>
              </a:ext>
            </a:extLst>
          </p:cNvPr>
          <p:cNvSpPr>
            <a:spLocks noGrp="1"/>
          </p:cNvSpPr>
          <p:nvPr>
            <p:ph type="sldNum" sz="quarter" idx="20"/>
          </p:nvPr>
        </p:nvSpPr>
        <p:spPr/>
        <p:txBody>
          <a:bodyPr/>
          <a:lstStyle/>
          <a:p>
            <a:fld id="{DF4E8F9F-5B1F-4F5B-BE49-3245D8C18D9F}" type="slidenum">
              <a:rPr lang="en-US" smtClean="0"/>
              <a:pPr/>
              <a:t>14</a:t>
            </a:fld>
            <a:endParaRPr lang="en-US"/>
          </a:p>
        </p:txBody>
      </p:sp>
      <p:sp>
        <p:nvSpPr>
          <p:cNvPr id="14" name="Rectangle: Rounded Corners 13">
            <a:extLst>
              <a:ext uri="{FF2B5EF4-FFF2-40B4-BE49-F238E27FC236}">
                <a16:creationId xmlns:a16="http://schemas.microsoft.com/office/drawing/2014/main" id="{FA357395-DCAA-E3AB-251C-F9F6B2797E74}"/>
              </a:ext>
            </a:extLst>
          </p:cNvPr>
          <p:cNvSpPr/>
          <p:nvPr/>
        </p:nvSpPr>
        <p:spPr bwMode="gray">
          <a:xfrm>
            <a:off x="4726113" y="4567139"/>
            <a:ext cx="523982" cy="1166613"/>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Tree>
    <p:extLst>
      <p:ext uri="{BB962C8B-B14F-4D97-AF65-F5344CB8AC3E}">
        <p14:creationId xmlns:p14="http://schemas.microsoft.com/office/powerpoint/2010/main" val="4248584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4A60140-145F-D831-BC8E-08921C54EB75}"/>
              </a:ext>
            </a:extLst>
          </p:cNvPr>
          <p:cNvSpPr/>
          <p:nvPr/>
        </p:nvSpPr>
        <p:spPr bwMode="gray">
          <a:xfrm>
            <a:off x="419704" y="1295038"/>
            <a:ext cx="4268254" cy="4717364"/>
          </a:xfrm>
          <a:prstGeom prst="rect">
            <a:avLst/>
          </a:prstGeom>
          <a:solidFill>
            <a:schemeClr val="bg2">
              <a:lumMod val="10000"/>
              <a:lumOff val="9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4" name="Text Placeholder 3">
            <a:extLst>
              <a:ext uri="{FF2B5EF4-FFF2-40B4-BE49-F238E27FC236}">
                <a16:creationId xmlns:a16="http://schemas.microsoft.com/office/drawing/2014/main" id="{48EEFD53-19BD-9F76-C916-45D6D25E8F11}"/>
              </a:ext>
            </a:extLst>
          </p:cNvPr>
          <p:cNvSpPr>
            <a:spLocks noGrp="1"/>
          </p:cNvSpPr>
          <p:nvPr>
            <p:ph type="body" sz="quarter" idx="13"/>
          </p:nvPr>
        </p:nvSpPr>
        <p:spPr/>
        <p:txBody>
          <a:bodyPr/>
          <a:lstStyle/>
          <a:p>
            <a:endParaRPr lang="zh-CN" altLang="en-US"/>
          </a:p>
        </p:txBody>
      </p:sp>
      <p:sp>
        <p:nvSpPr>
          <p:cNvPr id="5" name="Slide Number Placeholder 4">
            <a:extLst>
              <a:ext uri="{FF2B5EF4-FFF2-40B4-BE49-F238E27FC236}">
                <a16:creationId xmlns:a16="http://schemas.microsoft.com/office/drawing/2014/main" id="{7D2A3B3F-B2BF-2D3D-025A-221282A4072D}"/>
              </a:ext>
            </a:extLst>
          </p:cNvPr>
          <p:cNvSpPr>
            <a:spLocks noGrp="1"/>
          </p:cNvSpPr>
          <p:nvPr>
            <p:ph type="sldNum" sz="quarter" idx="20"/>
          </p:nvPr>
        </p:nvSpPr>
        <p:spPr>
          <a:xfrm>
            <a:off x="4962390" y="6570000"/>
            <a:ext cx="288000" cy="288000"/>
          </a:xfrm>
        </p:spPr>
        <p:txBody>
          <a:bodyPr/>
          <a:lstStyle/>
          <a:p>
            <a:fld id="{DF4E8F9F-5B1F-4F5B-BE49-3245D8C18D9F}" type="slidenum">
              <a:rPr lang="en-US" smtClean="0"/>
              <a:pPr/>
              <a:t>15</a:t>
            </a:fld>
            <a:endParaRPr lang="en-US"/>
          </a:p>
        </p:txBody>
      </p:sp>
      <p:graphicFrame>
        <p:nvGraphicFramePr>
          <p:cNvPr id="7" name="图表 2">
            <a:extLst>
              <a:ext uri="{FF2B5EF4-FFF2-40B4-BE49-F238E27FC236}">
                <a16:creationId xmlns:a16="http://schemas.microsoft.com/office/drawing/2014/main" id="{14564618-36E9-1863-681E-19B6F5B53A9F}"/>
              </a:ext>
            </a:extLst>
          </p:cNvPr>
          <p:cNvGraphicFramePr>
            <a:graphicFrameLocks/>
          </p:cNvGraphicFramePr>
          <p:nvPr>
            <p:extLst>
              <p:ext uri="{D42A27DB-BD31-4B8C-83A1-F6EECF244321}">
                <p14:modId xmlns:p14="http://schemas.microsoft.com/office/powerpoint/2010/main" val="1906978734"/>
              </p:ext>
            </p:extLst>
          </p:nvPr>
        </p:nvGraphicFramePr>
        <p:xfrm>
          <a:off x="524525" y="1281076"/>
          <a:ext cx="4099876" cy="275319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6">
            <a:extLst>
              <a:ext uri="{FF2B5EF4-FFF2-40B4-BE49-F238E27FC236}">
                <a16:creationId xmlns:a16="http://schemas.microsoft.com/office/drawing/2014/main" id="{FF3FBAF7-69C7-A06C-0037-6D10832730CB}"/>
              </a:ext>
            </a:extLst>
          </p:cNvPr>
          <p:cNvGraphicFramePr>
            <a:graphicFrameLocks/>
          </p:cNvGraphicFramePr>
          <p:nvPr>
            <p:extLst>
              <p:ext uri="{D42A27DB-BD31-4B8C-83A1-F6EECF244321}">
                <p14:modId xmlns:p14="http://schemas.microsoft.com/office/powerpoint/2010/main" val="24906239"/>
              </p:ext>
            </p:extLst>
          </p:nvPr>
        </p:nvGraphicFramePr>
        <p:xfrm>
          <a:off x="581600" y="3730502"/>
          <a:ext cx="4137607" cy="2281090"/>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Box 15">
            <a:extLst>
              <a:ext uri="{FF2B5EF4-FFF2-40B4-BE49-F238E27FC236}">
                <a16:creationId xmlns:a16="http://schemas.microsoft.com/office/drawing/2014/main" id="{A43FCD66-9CC1-1083-A178-1ECA60FBA556}"/>
              </a:ext>
            </a:extLst>
          </p:cNvPr>
          <p:cNvSpPr txBox="1"/>
          <p:nvPr/>
        </p:nvSpPr>
        <p:spPr bwMode="gray">
          <a:xfrm>
            <a:off x="426720" y="846183"/>
            <a:ext cx="556568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a:solidFill>
                  <a:schemeClr val="accent5">
                    <a:lumMod val="75000"/>
                  </a:schemeClr>
                </a:solidFill>
              </a:rPr>
              <a:t>China</a:t>
            </a:r>
            <a:r>
              <a:rPr lang="en-US" altLang="zh-CN"/>
              <a:t> Pre-Screen Failure Data_20260420</a:t>
            </a:r>
          </a:p>
        </p:txBody>
      </p:sp>
      <p:pic>
        <p:nvPicPr>
          <p:cNvPr id="21" name="Picture 20">
            <a:extLst>
              <a:ext uri="{FF2B5EF4-FFF2-40B4-BE49-F238E27FC236}">
                <a16:creationId xmlns:a16="http://schemas.microsoft.com/office/drawing/2014/main" id="{05AE1894-991B-214E-B0D0-D29F56DF73AC}"/>
              </a:ext>
            </a:extLst>
          </p:cNvPr>
          <p:cNvPicPr>
            <a:picLocks noChangeAspect="1"/>
          </p:cNvPicPr>
          <p:nvPr/>
        </p:nvPicPr>
        <p:blipFill>
          <a:blip r:embed="rId5"/>
          <a:stretch>
            <a:fillRect/>
          </a:stretch>
        </p:blipFill>
        <p:spPr>
          <a:xfrm>
            <a:off x="6404551" y="1274350"/>
            <a:ext cx="5443279" cy="2778957"/>
          </a:xfrm>
          <a:prstGeom prst="rect">
            <a:avLst/>
          </a:prstGeom>
        </p:spPr>
      </p:pic>
      <p:sp>
        <p:nvSpPr>
          <p:cNvPr id="22" name="TextBox 21">
            <a:extLst>
              <a:ext uri="{FF2B5EF4-FFF2-40B4-BE49-F238E27FC236}">
                <a16:creationId xmlns:a16="http://schemas.microsoft.com/office/drawing/2014/main" id="{44E032AA-92E1-F9BA-FDB2-3CF5A5FD1E54}"/>
              </a:ext>
            </a:extLst>
          </p:cNvPr>
          <p:cNvSpPr txBox="1"/>
          <p:nvPr/>
        </p:nvSpPr>
        <p:spPr bwMode="gray">
          <a:xfrm>
            <a:off x="6253971" y="833144"/>
            <a:ext cx="618236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a:solidFill>
                  <a:schemeClr val="accent5">
                    <a:lumMod val="75000"/>
                  </a:schemeClr>
                </a:solidFill>
              </a:rPr>
              <a:t>Global</a:t>
            </a:r>
            <a:r>
              <a:rPr lang="en-US" altLang="zh-CN"/>
              <a:t> Pre-Screen Failure Data_20260331</a:t>
            </a:r>
          </a:p>
        </p:txBody>
      </p:sp>
      <p:sp>
        <p:nvSpPr>
          <p:cNvPr id="23" name="TextBox 22">
            <a:extLst>
              <a:ext uri="{FF2B5EF4-FFF2-40B4-BE49-F238E27FC236}">
                <a16:creationId xmlns:a16="http://schemas.microsoft.com/office/drawing/2014/main" id="{13A183A5-1FC5-7430-FC84-86205CEEFAAD}"/>
              </a:ext>
            </a:extLst>
          </p:cNvPr>
          <p:cNvSpPr txBox="1"/>
          <p:nvPr/>
        </p:nvSpPr>
        <p:spPr>
          <a:xfrm>
            <a:off x="6389802" y="4125181"/>
            <a:ext cx="5458029" cy="1985159"/>
          </a:xfrm>
          <a:prstGeom prst="rect">
            <a:avLst/>
          </a:prstGeom>
          <a:solidFill>
            <a:schemeClr val="accent3">
              <a:lumMod val="20000"/>
              <a:lumOff val="80000"/>
            </a:schemeClr>
          </a:solidFill>
        </p:spPr>
        <p:txBody>
          <a:bodyPr wrap="square" rtlCol="0">
            <a:spAutoFit/>
          </a:bodyPr>
          <a:lstStyle/>
          <a:p>
            <a:pPr>
              <a:lnSpc>
                <a:spcPct val="150000"/>
              </a:lnSpc>
              <a:buFont typeface="Wingdings" panose="05000000000000000000" pitchFamily="2" charset="2"/>
              <a:buChar char="Ø"/>
            </a:pPr>
            <a:r>
              <a:rPr lang="en-US" altLang="zh-CN" sz="1100" b="1">
                <a:solidFill>
                  <a:schemeClr val="accent5">
                    <a:lumMod val="75000"/>
                  </a:schemeClr>
                </a:solidFill>
                <a:latin typeface="Boehringer Forward Text (Body)"/>
              </a:rPr>
              <a:t>Actions taken by local team to promote recruitment</a:t>
            </a:r>
            <a:r>
              <a:rPr lang="en-US" altLang="zh-CN" sz="1100">
                <a:solidFill>
                  <a:schemeClr val="accent5">
                    <a:lumMod val="75000"/>
                  </a:schemeClr>
                </a:solidFill>
                <a:latin typeface="Boehringer Forward Text (Body)"/>
              </a:rPr>
              <a:t>:</a:t>
            </a:r>
          </a:p>
          <a:p>
            <a:pPr marL="171450" indent="-171450">
              <a:lnSpc>
                <a:spcPct val="150000"/>
              </a:lnSpc>
              <a:buFont typeface="Arial" panose="020B0604020202020204" pitchFamily="34" charset="0"/>
              <a:buChar char="•"/>
            </a:pPr>
            <a:r>
              <a:rPr lang="en-US" altLang="zh-CN" sz="1100">
                <a:solidFill>
                  <a:srgbClr val="212121"/>
                </a:solidFill>
                <a:latin typeface="Boehringer Forward Text (Body)"/>
              </a:rPr>
              <a:t>Conducted 3 site engagement visits since SIVs to enhance recruitment efforts.</a:t>
            </a:r>
          </a:p>
          <a:p>
            <a:pPr marL="171450" indent="-171450">
              <a:lnSpc>
                <a:spcPct val="150000"/>
              </a:lnSpc>
              <a:buFont typeface="Arial" panose="020B0604020202020204" pitchFamily="34" charset="0"/>
              <a:buChar char="•"/>
            </a:pPr>
            <a:r>
              <a:rPr lang="en-US" altLang="zh-CN" sz="1100">
                <a:solidFill>
                  <a:srgbClr val="212121"/>
                </a:solidFill>
                <a:latin typeface="Boehringer Forward Text (Body)"/>
              </a:rPr>
              <a:t>Maintained close collaboration with the IQVIA China team through:</a:t>
            </a:r>
          </a:p>
          <a:p>
            <a:pPr marL="315447" lvl="1" indent="-171450">
              <a:buFont typeface="Arial" panose="020B0604020202020204" pitchFamily="34" charset="0"/>
              <a:buChar char="•"/>
            </a:pPr>
            <a:r>
              <a:rPr lang="en-US" altLang="zh-CN" sz="900" u="sng">
                <a:solidFill>
                  <a:srgbClr val="212121"/>
                </a:solidFill>
                <a:latin typeface="Boehringer Forward Text (Body)"/>
              </a:rPr>
              <a:t>Weekly updates on site recruitment status</a:t>
            </a:r>
            <a:r>
              <a:rPr lang="en-US" altLang="zh-CN" sz="900">
                <a:solidFill>
                  <a:srgbClr val="212121"/>
                </a:solidFill>
                <a:latin typeface="Boehringer Forward Text (Body)"/>
              </a:rPr>
              <a:t>, including pre-screening number and reason.</a:t>
            </a:r>
          </a:p>
          <a:p>
            <a:pPr marL="315447" lvl="1" indent="-171450">
              <a:buFont typeface="Arial" panose="020B0604020202020204" pitchFamily="34" charset="0"/>
              <a:buChar char="•"/>
            </a:pPr>
            <a:r>
              <a:rPr lang="en-US" altLang="zh-CN" sz="900" u="sng">
                <a:solidFill>
                  <a:srgbClr val="212121"/>
                </a:solidFill>
                <a:latin typeface="Boehringer Forward Text (Body)"/>
              </a:rPr>
              <a:t>Bi-weekly catch-up meetings </a:t>
            </a:r>
            <a:r>
              <a:rPr lang="en-US" altLang="zh-CN" sz="900">
                <a:solidFill>
                  <a:srgbClr val="212121"/>
                </a:solidFill>
                <a:latin typeface="Boehringer Forward Text (Body)"/>
              </a:rPr>
              <a:t>to discuss site recruitment challenges and align strategies.</a:t>
            </a:r>
          </a:p>
          <a:p>
            <a:pPr marL="315447" lvl="1" indent="-171450">
              <a:buFont typeface="Arial" panose="020B0604020202020204" pitchFamily="34" charset="0"/>
              <a:buChar char="•"/>
            </a:pPr>
            <a:r>
              <a:rPr lang="en-US" altLang="zh-CN" sz="900" u="sng">
                <a:solidFill>
                  <a:srgbClr val="212121"/>
                </a:solidFill>
                <a:latin typeface="Boehringer Forward Text (Body)"/>
              </a:rPr>
              <a:t>Regular huddle meetings </a:t>
            </a:r>
            <a:r>
              <a:rPr lang="en-US" altLang="zh-CN" sz="900">
                <a:solidFill>
                  <a:srgbClr val="212121"/>
                </a:solidFill>
                <a:latin typeface="Boehringer Forward Text (Body)"/>
              </a:rPr>
              <a:t>with BI &amp; IQVIA global and local teams.</a:t>
            </a:r>
          </a:p>
          <a:p>
            <a:pPr marL="171450" indent="-171450">
              <a:lnSpc>
                <a:spcPct val="150000"/>
              </a:lnSpc>
              <a:buFont typeface="Arial" panose="020B0604020202020204" pitchFamily="34" charset="0"/>
              <a:buChar char="•"/>
            </a:pPr>
            <a:r>
              <a:rPr lang="en-US" altLang="zh-CN" sz="1100">
                <a:solidFill>
                  <a:srgbClr val="212121"/>
                </a:solidFill>
                <a:latin typeface="Boehringer Forward Text (Body)"/>
              </a:rPr>
              <a:t>Performed detailed recruitment analysis for each site, including:</a:t>
            </a:r>
          </a:p>
          <a:p>
            <a:pPr marL="315447" lvl="1" indent="-171450">
              <a:buFont typeface="Arial" panose="020B0604020202020204" pitchFamily="34" charset="0"/>
              <a:buChar char="•"/>
            </a:pPr>
            <a:r>
              <a:rPr lang="en-US" altLang="zh-CN" sz="1000">
                <a:solidFill>
                  <a:srgbClr val="212121"/>
                </a:solidFill>
                <a:latin typeface="Boehringer Forward Text (Body)"/>
              </a:rPr>
              <a:t>Evaluation of recruitment routes and measures implemented.</a:t>
            </a:r>
          </a:p>
          <a:p>
            <a:pPr marL="315447" lvl="1" indent="-171450">
              <a:buFont typeface="Arial" panose="020B0604020202020204" pitchFamily="34" charset="0"/>
              <a:buChar char="•"/>
            </a:pPr>
            <a:r>
              <a:rPr lang="en-US" altLang="zh-CN" sz="1000">
                <a:solidFill>
                  <a:srgbClr val="212121"/>
                </a:solidFill>
                <a:latin typeface="Boehringer Forward Text (Body)"/>
              </a:rPr>
              <a:t>Identification of challenges and development of mitigation strategies.</a:t>
            </a:r>
          </a:p>
          <a:p>
            <a:endParaRPr lang="zh-CN" altLang="en-US" sz="1000"/>
          </a:p>
        </p:txBody>
      </p:sp>
      <p:sp>
        <p:nvSpPr>
          <p:cNvPr id="24" name="Arrow: Right 23">
            <a:extLst>
              <a:ext uri="{FF2B5EF4-FFF2-40B4-BE49-F238E27FC236}">
                <a16:creationId xmlns:a16="http://schemas.microsoft.com/office/drawing/2014/main" id="{744D3975-736F-4628-C386-8418F6A57D0A}"/>
              </a:ext>
            </a:extLst>
          </p:cNvPr>
          <p:cNvSpPr/>
          <p:nvPr/>
        </p:nvSpPr>
        <p:spPr bwMode="gray">
          <a:xfrm>
            <a:off x="5151000" y="5083909"/>
            <a:ext cx="521808" cy="294640"/>
          </a:xfrm>
          <a:prstGeom prst="rightArrow">
            <a:avLst/>
          </a:prstGeom>
          <a:solidFill>
            <a:schemeClr val="accent5">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5" name="TextBox 24">
            <a:extLst>
              <a:ext uri="{FF2B5EF4-FFF2-40B4-BE49-F238E27FC236}">
                <a16:creationId xmlns:a16="http://schemas.microsoft.com/office/drawing/2014/main" id="{633E334E-BDBD-E329-ABC6-731560580E76}"/>
              </a:ext>
            </a:extLst>
          </p:cNvPr>
          <p:cNvSpPr txBox="1"/>
          <p:nvPr/>
        </p:nvSpPr>
        <p:spPr bwMode="gray">
          <a:xfrm>
            <a:off x="5364319" y="889274"/>
            <a:ext cx="750899" cy="315920"/>
          </a:xfrm>
          <a:prstGeom prst="rect">
            <a:avLst/>
          </a:prstGeom>
          <a:noFill/>
        </p:spPr>
        <p:txBody>
          <a:bodyPr wrap="square" lIns="0" tIns="0" rIns="0" bIns="0" rtlCol="0">
            <a:spAutoFit/>
          </a:bodyPr>
          <a:lstStyle/>
          <a:p>
            <a:pPr algn="l">
              <a:lnSpc>
                <a:spcPct val="140000"/>
              </a:lnSpc>
            </a:pPr>
            <a:r>
              <a:rPr lang="en-US" altLang="zh-CN" sz="1600" b="1"/>
              <a:t>VS.</a:t>
            </a:r>
            <a:endParaRPr lang="zh-CN" altLang="en-US" sz="1600" b="1"/>
          </a:p>
        </p:txBody>
      </p:sp>
      <p:sp>
        <p:nvSpPr>
          <p:cNvPr id="26" name="TextBox 25">
            <a:extLst>
              <a:ext uri="{FF2B5EF4-FFF2-40B4-BE49-F238E27FC236}">
                <a16:creationId xmlns:a16="http://schemas.microsoft.com/office/drawing/2014/main" id="{CB828FD4-D84B-06D2-C9CC-C03FD428786F}"/>
              </a:ext>
            </a:extLst>
          </p:cNvPr>
          <p:cNvSpPr txBox="1"/>
          <p:nvPr/>
        </p:nvSpPr>
        <p:spPr bwMode="gray">
          <a:xfrm>
            <a:off x="426720" y="253829"/>
            <a:ext cx="11173553" cy="394916"/>
          </a:xfrm>
          <a:prstGeom prst="rect">
            <a:avLst/>
          </a:prstGeom>
          <a:noFill/>
        </p:spPr>
        <p:txBody>
          <a:bodyPr wrap="square" lIns="0" tIns="0" rIns="0" bIns="0" rtlCol="0">
            <a:spAutoFit/>
          </a:bodyPr>
          <a:lstStyle/>
          <a:p>
            <a:pPr algn="l">
              <a:lnSpc>
                <a:spcPct val="140000"/>
              </a:lnSpc>
            </a:pPr>
            <a:r>
              <a:rPr lang="en-US" altLang="zh-CN" sz="2000" b="1">
                <a:solidFill>
                  <a:schemeClr val="accent1"/>
                </a:solidFill>
              </a:rPr>
              <a:t>Pre-screen Failure Reasons: China vs. Global with Similarity and Differences </a:t>
            </a:r>
            <a:endParaRPr lang="zh-CN" altLang="en-US" sz="2000" b="1">
              <a:solidFill>
                <a:schemeClr val="accent1"/>
              </a:solidFill>
            </a:endParaRPr>
          </a:p>
        </p:txBody>
      </p:sp>
      <p:sp>
        <p:nvSpPr>
          <p:cNvPr id="28" name="TextBox 27">
            <a:extLst>
              <a:ext uri="{FF2B5EF4-FFF2-40B4-BE49-F238E27FC236}">
                <a16:creationId xmlns:a16="http://schemas.microsoft.com/office/drawing/2014/main" id="{1BB0F35C-9A30-0956-C224-2EDA12FEC150}"/>
              </a:ext>
            </a:extLst>
          </p:cNvPr>
          <p:cNvSpPr txBox="1"/>
          <p:nvPr/>
        </p:nvSpPr>
        <p:spPr bwMode="gray">
          <a:xfrm>
            <a:off x="4983811" y="1403290"/>
            <a:ext cx="1187328" cy="2373407"/>
          </a:xfrm>
          <a:prstGeom prst="rect">
            <a:avLst/>
          </a:prstGeom>
          <a:noFill/>
        </p:spPr>
        <p:txBody>
          <a:bodyPr wrap="square" lIns="0" tIns="0" rIns="0" bIns="0" rtlCol="0">
            <a:spAutoFit/>
          </a:bodyPr>
          <a:lstStyle/>
          <a:p>
            <a:pPr algn="l">
              <a:lnSpc>
                <a:spcPct val="140000"/>
              </a:lnSpc>
            </a:pPr>
            <a:r>
              <a:rPr lang="en-US" altLang="zh-CN" sz="1200" b="1">
                <a:solidFill>
                  <a:schemeClr val="tx2"/>
                </a:solidFill>
              </a:rPr>
              <a:t>Similarity</a:t>
            </a:r>
          </a:p>
          <a:p>
            <a:pPr algn="l">
              <a:lnSpc>
                <a:spcPct val="140000"/>
              </a:lnSpc>
            </a:pPr>
            <a:r>
              <a:rPr lang="en-US" altLang="zh-CN" sz="1100"/>
              <a:t>IVT history</a:t>
            </a:r>
          </a:p>
          <a:p>
            <a:pPr algn="l">
              <a:lnSpc>
                <a:spcPct val="140000"/>
              </a:lnSpc>
            </a:pPr>
            <a:endParaRPr lang="en-US" altLang="zh-CN" sz="1200" b="1">
              <a:solidFill>
                <a:schemeClr val="tx2"/>
              </a:solidFill>
            </a:endParaRPr>
          </a:p>
          <a:p>
            <a:pPr algn="l">
              <a:lnSpc>
                <a:spcPct val="140000"/>
              </a:lnSpc>
            </a:pPr>
            <a:r>
              <a:rPr lang="en-US" altLang="zh-CN" sz="1200" b="1">
                <a:solidFill>
                  <a:schemeClr val="tx2"/>
                </a:solidFill>
              </a:rPr>
              <a:t>Differences</a:t>
            </a:r>
            <a:r>
              <a:rPr lang="en-US" altLang="zh-CN" sz="1400" b="1">
                <a:solidFill>
                  <a:schemeClr val="tx2"/>
                </a:solidFill>
              </a:rPr>
              <a:t>*</a:t>
            </a:r>
            <a:r>
              <a:rPr lang="en-US" altLang="zh-CN" sz="1200" b="1">
                <a:solidFill>
                  <a:schemeClr val="tx2"/>
                </a:solidFill>
              </a:rPr>
              <a:t> </a:t>
            </a:r>
            <a:r>
              <a:rPr lang="zh-CN" altLang="en-US" sz="1200" b="1">
                <a:solidFill>
                  <a:schemeClr val="tx2"/>
                </a:solidFill>
              </a:rPr>
              <a:t>（</a:t>
            </a:r>
            <a:r>
              <a:rPr lang="en-US" altLang="zh-CN" sz="1200" b="1">
                <a:solidFill>
                  <a:schemeClr val="tx2"/>
                </a:solidFill>
              </a:rPr>
              <a:t>China)</a:t>
            </a:r>
          </a:p>
          <a:p>
            <a:pPr algn="l">
              <a:lnSpc>
                <a:spcPct val="140000"/>
              </a:lnSpc>
            </a:pPr>
            <a:r>
              <a:rPr lang="en-US" altLang="zh-CN" sz="1000"/>
              <a:t>   Joining other trials</a:t>
            </a:r>
          </a:p>
          <a:p>
            <a:pPr marL="87313" lvl="1">
              <a:lnSpc>
                <a:spcPct val="140000"/>
              </a:lnSpc>
            </a:pPr>
            <a:r>
              <a:rPr lang="en-US" altLang="zh-CN" sz="1000">
                <a:highlight>
                  <a:srgbClr val="FFFF00"/>
                </a:highlight>
              </a:rPr>
              <a:t>Patient Refusal</a:t>
            </a:r>
          </a:p>
          <a:p>
            <a:pPr marL="87313" lvl="1">
              <a:lnSpc>
                <a:spcPct val="140000"/>
              </a:lnSpc>
            </a:pPr>
            <a:r>
              <a:rPr lang="en-US" altLang="zh-CN" sz="1000"/>
              <a:t>PRP Laser</a:t>
            </a:r>
          </a:p>
          <a:p>
            <a:pPr marL="87313" lvl="1">
              <a:lnSpc>
                <a:spcPct val="140000"/>
              </a:lnSpc>
            </a:pPr>
            <a:r>
              <a:rPr lang="en-US" altLang="zh-CN" sz="1000"/>
              <a:t>Macular Laser</a:t>
            </a:r>
          </a:p>
          <a:p>
            <a:pPr marL="87313" lvl="1">
              <a:lnSpc>
                <a:spcPct val="140000"/>
              </a:lnSpc>
            </a:pPr>
            <a:r>
              <a:rPr lang="en-US" altLang="zh-CN" sz="1000"/>
              <a:t>Metformin</a:t>
            </a:r>
          </a:p>
        </p:txBody>
      </p:sp>
      <p:cxnSp>
        <p:nvCxnSpPr>
          <p:cNvPr id="32" name="Straight Arrow Connector 31">
            <a:extLst>
              <a:ext uri="{FF2B5EF4-FFF2-40B4-BE49-F238E27FC236}">
                <a16:creationId xmlns:a16="http://schemas.microsoft.com/office/drawing/2014/main" id="{424CD01C-9EA2-C073-CB63-29807E9BC68F}"/>
              </a:ext>
            </a:extLst>
          </p:cNvPr>
          <p:cNvCxnSpPr>
            <a:cxnSpLocks/>
          </p:cNvCxnSpPr>
          <p:nvPr/>
        </p:nvCxnSpPr>
        <p:spPr bwMode="gray">
          <a:xfrm flipV="1">
            <a:off x="4967834" y="3184688"/>
            <a:ext cx="0" cy="18288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7603FC07-C16E-67C3-8EF4-99381216337E}"/>
              </a:ext>
            </a:extLst>
          </p:cNvPr>
          <p:cNvCxnSpPr>
            <a:cxnSpLocks/>
          </p:cNvCxnSpPr>
          <p:nvPr/>
        </p:nvCxnSpPr>
        <p:spPr bwMode="gray">
          <a:xfrm flipH="1">
            <a:off x="4957762" y="3401002"/>
            <a:ext cx="10073" cy="172772"/>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FA4263C8-416B-F70D-44B6-F0297FAFC7B7}"/>
              </a:ext>
            </a:extLst>
          </p:cNvPr>
          <p:cNvCxnSpPr>
            <a:cxnSpLocks/>
          </p:cNvCxnSpPr>
          <p:nvPr/>
        </p:nvCxnSpPr>
        <p:spPr bwMode="gray">
          <a:xfrm flipV="1">
            <a:off x="4967834" y="2968150"/>
            <a:ext cx="0" cy="18288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98FDC1A0-48A7-6226-710E-002B32CD1A46}"/>
              </a:ext>
            </a:extLst>
          </p:cNvPr>
          <p:cNvCxnSpPr>
            <a:cxnSpLocks/>
          </p:cNvCxnSpPr>
          <p:nvPr/>
        </p:nvCxnSpPr>
        <p:spPr bwMode="gray">
          <a:xfrm>
            <a:off x="4970770" y="3578740"/>
            <a:ext cx="0" cy="14996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1" name="Star: 5 Points 40">
            <a:extLst>
              <a:ext uri="{FF2B5EF4-FFF2-40B4-BE49-F238E27FC236}">
                <a16:creationId xmlns:a16="http://schemas.microsoft.com/office/drawing/2014/main" id="{20F115E1-FD71-8138-9B7C-15D558D2D85E}"/>
              </a:ext>
            </a:extLst>
          </p:cNvPr>
          <p:cNvSpPr/>
          <p:nvPr/>
        </p:nvSpPr>
        <p:spPr bwMode="gray">
          <a:xfrm>
            <a:off x="6037010" y="2928394"/>
            <a:ext cx="124130" cy="182880"/>
          </a:xfrm>
          <a:prstGeom prst="star5">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42" name="Star: 5 Points 41">
            <a:extLst>
              <a:ext uri="{FF2B5EF4-FFF2-40B4-BE49-F238E27FC236}">
                <a16:creationId xmlns:a16="http://schemas.microsoft.com/office/drawing/2014/main" id="{247EFCF8-0326-AEB8-B3E5-E55913127A98}"/>
              </a:ext>
            </a:extLst>
          </p:cNvPr>
          <p:cNvSpPr/>
          <p:nvPr/>
        </p:nvSpPr>
        <p:spPr bwMode="gray">
          <a:xfrm>
            <a:off x="4977305" y="3980761"/>
            <a:ext cx="124130" cy="182880"/>
          </a:xfrm>
          <a:prstGeom prst="star5">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43" name="TextBox 42">
            <a:extLst>
              <a:ext uri="{FF2B5EF4-FFF2-40B4-BE49-F238E27FC236}">
                <a16:creationId xmlns:a16="http://schemas.microsoft.com/office/drawing/2014/main" id="{BD237E71-AAE7-A376-6011-F232190369BF}"/>
              </a:ext>
            </a:extLst>
          </p:cNvPr>
          <p:cNvSpPr txBox="1"/>
          <p:nvPr/>
        </p:nvSpPr>
        <p:spPr bwMode="gray">
          <a:xfrm>
            <a:off x="5151000" y="3991088"/>
            <a:ext cx="1001768" cy="177677"/>
          </a:xfrm>
          <a:prstGeom prst="rect">
            <a:avLst/>
          </a:prstGeom>
          <a:noFill/>
        </p:spPr>
        <p:txBody>
          <a:bodyPr wrap="square" lIns="0" tIns="0" rIns="0" bIns="0" rtlCol="0">
            <a:spAutoFit/>
          </a:bodyPr>
          <a:lstStyle/>
          <a:p>
            <a:pPr algn="l">
              <a:lnSpc>
                <a:spcPct val="140000"/>
              </a:lnSpc>
            </a:pPr>
            <a:r>
              <a:rPr lang="en-US" altLang="zh-CN" sz="900"/>
              <a:t>To be optimized</a:t>
            </a:r>
            <a:endParaRPr lang="zh-CN" altLang="en-US" sz="900"/>
          </a:p>
        </p:txBody>
      </p:sp>
      <p:sp>
        <p:nvSpPr>
          <p:cNvPr id="44" name="Right Brace 43">
            <a:extLst>
              <a:ext uri="{FF2B5EF4-FFF2-40B4-BE49-F238E27FC236}">
                <a16:creationId xmlns:a16="http://schemas.microsoft.com/office/drawing/2014/main" id="{AFCA6A3B-2280-F3F9-FB1F-4817B9F8159A}"/>
              </a:ext>
            </a:extLst>
          </p:cNvPr>
          <p:cNvSpPr/>
          <p:nvPr/>
        </p:nvSpPr>
        <p:spPr bwMode="gray">
          <a:xfrm>
            <a:off x="5882530" y="3174531"/>
            <a:ext cx="122813" cy="571040"/>
          </a:xfrm>
          <a:prstGeom prst="rightBrac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Star: 4 Points 44">
            <a:extLst>
              <a:ext uri="{FF2B5EF4-FFF2-40B4-BE49-F238E27FC236}">
                <a16:creationId xmlns:a16="http://schemas.microsoft.com/office/drawing/2014/main" id="{0038BD61-32C9-4285-D2DB-6E601DDEC61B}"/>
              </a:ext>
            </a:extLst>
          </p:cNvPr>
          <p:cNvSpPr/>
          <p:nvPr/>
        </p:nvSpPr>
        <p:spPr bwMode="gray">
          <a:xfrm>
            <a:off x="6019378" y="3325751"/>
            <a:ext cx="138753" cy="194269"/>
          </a:xfrm>
          <a:prstGeom prst="star4">
            <a:avLst/>
          </a:prstGeom>
          <a:solidFill>
            <a:schemeClr val="tx1">
              <a:lumMod val="50000"/>
              <a:lumOff val="5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46" name="Star: 4 Points 45">
            <a:extLst>
              <a:ext uri="{FF2B5EF4-FFF2-40B4-BE49-F238E27FC236}">
                <a16:creationId xmlns:a16="http://schemas.microsoft.com/office/drawing/2014/main" id="{1183490B-ECA5-23AA-3020-8847A9CDC918}"/>
              </a:ext>
            </a:extLst>
          </p:cNvPr>
          <p:cNvSpPr/>
          <p:nvPr/>
        </p:nvSpPr>
        <p:spPr bwMode="gray">
          <a:xfrm>
            <a:off x="4970991" y="4244936"/>
            <a:ext cx="138753" cy="194269"/>
          </a:xfrm>
          <a:prstGeom prst="star4">
            <a:avLst/>
          </a:prstGeom>
          <a:solidFill>
            <a:schemeClr val="tx1">
              <a:lumMod val="50000"/>
              <a:lumOff val="5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47" name="TextBox 46">
            <a:extLst>
              <a:ext uri="{FF2B5EF4-FFF2-40B4-BE49-F238E27FC236}">
                <a16:creationId xmlns:a16="http://schemas.microsoft.com/office/drawing/2014/main" id="{D6939EB6-FC16-276B-BDF9-95DB8AD19CEC}"/>
              </a:ext>
            </a:extLst>
          </p:cNvPr>
          <p:cNvSpPr txBox="1"/>
          <p:nvPr/>
        </p:nvSpPr>
        <p:spPr bwMode="gray">
          <a:xfrm>
            <a:off x="5159372" y="4244936"/>
            <a:ext cx="1001768" cy="415498"/>
          </a:xfrm>
          <a:prstGeom prst="rect">
            <a:avLst/>
          </a:prstGeom>
          <a:noFill/>
        </p:spPr>
        <p:txBody>
          <a:bodyPr wrap="square" lIns="0" tIns="0" rIns="0" bIns="0" rtlCol="0">
            <a:spAutoFit/>
          </a:bodyPr>
          <a:lstStyle/>
          <a:p>
            <a:pPr algn="l"/>
            <a:r>
              <a:rPr lang="en-US" altLang="zh-CN" sz="900"/>
              <a:t>Due to local treatment pattern</a:t>
            </a:r>
          </a:p>
          <a:p>
            <a:pPr algn="l"/>
            <a:r>
              <a:rPr lang="en-US" altLang="zh-CN" sz="900"/>
              <a:t> </a:t>
            </a:r>
            <a:endParaRPr lang="zh-CN" altLang="en-US" sz="900"/>
          </a:p>
        </p:txBody>
      </p:sp>
      <p:cxnSp>
        <p:nvCxnSpPr>
          <p:cNvPr id="48" name="Straight Arrow Connector 47">
            <a:extLst>
              <a:ext uri="{FF2B5EF4-FFF2-40B4-BE49-F238E27FC236}">
                <a16:creationId xmlns:a16="http://schemas.microsoft.com/office/drawing/2014/main" id="{C9AFDF03-FCB0-ACF5-F2C0-F2AE9F43108D}"/>
              </a:ext>
            </a:extLst>
          </p:cNvPr>
          <p:cNvCxnSpPr>
            <a:cxnSpLocks/>
          </p:cNvCxnSpPr>
          <p:nvPr/>
        </p:nvCxnSpPr>
        <p:spPr bwMode="gray">
          <a:xfrm flipV="1">
            <a:off x="4969510" y="2758816"/>
            <a:ext cx="0" cy="18288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89AFFA6F-4876-F349-6B27-C32DB774FB04}"/>
              </a:ext>
            </a:extLst>
          </p:cNvPr>
          <p:cNvSpPr txBox="1"/>
          <p:nvPr/>
        </p:nvSpPr>
        <p:spPr bwMode="gray">
          <a:xfrm>
            <a:off x="4959886" y="4585571"/>
            <a:ext cx="1235177" cy="430887"/>
          </a:xfrm>
          <a:prstGeom prst="rect">
            <a:avLst/>
          </a:prstGeom>
          <a:noFill/>
        </p:spPr>
        <p:txBody>
          <a:bodyPr wrap="square" lIns="0" tIns="0" rIns="0" bIns="0" rtlCol="0">
            <a:spAutoFit/>
          </a:bodyPr>
          <a:lstStyle/>
          <a:p>
            <a:pPr algn="l"/>
            <a:r>
              <a:rPr lang="en-US" altLang="zh-CN" sz="1200" b="1"/>
              <a:t>*</a:t>
            </a:r>
            <a:r>
              <a:rPr lang="en-US" altLang="zh-CN" sz="800">
                <a:solidFill>
                  <a:schemeClr val="tx2"/>
                </a:solidFill>
              </a:rPr>
              <a:t>Some differences are due to different starting point or screening funnel</a:t>
            </a:r>
            <a:endParaRPr lang="zh-CN" altLang="en-US" sz="1000">
              <a:solidFill>
                <a:schemeClr val="tx2"/>
              </a:solidFill>
            </a:endParaRPr>
          </a:p>
        </p:txBody>
      </p:sp>
    </p:spTree>
    <p:extLst>
      <p:ext uri="{BB962C8B-B14F-4D97-AF65-F5344CB8AC3E}">
        <p14:creationId xmlns:p14="http://schemas.microsoft.com/office/powerpoint/2010/main" val="9997396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9BEC4BE-E75C-0307-D9D4-7CE062EF48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273B0C-3A87-9DCF-9394-9846608D2817}"/>
              </a:ext>
            </a:extLst>
          </p:cNvPr>
          <p:cNvSpPr>
            <a:spLocks noGrp="1"/>
          </p:cNvSpPr>
          <p:nvPr>
            <p:ph type="title"/>
          </p:nvPr>
        </p:nvSpPr>
        <p:spPr/>
        <p:txBody>
          <a:bodyPr/>
          <a:lstStyle/>
          <a:p>
            <a:r>
              <a:rPr lang="en-US" altLang="zh-CN">
                <a:latin typeface="+mn-lt"/>
              </a:rPr>
              <a:t>BI 764524 / Anti-Sema3A, Diabetic Retinopathy (DR), Development Plan </a:t>
            </a:r>
            <a:endParaRPr lang="zh-CN" altLang="en-US">
              <a:latin typeface="+mn-lt"/>
            </a:endParaRPr>
          </a:p>
        </p:txBody>
      </p:sp>
      <p:sp>
        <p:nvSpPr>
          <p:cNvPr id="4" name="Text Placeholder 3">
            <a:extLst>
              <a:ext uri="{FF2B5EF4-FFF2-40B4-BE49-F238E27FC236}">
                <a16:creationId xmlns:a16="http://schemas.microsoft.com/office/drawing/2014/main" id="{752C30EF-6F40-6BE8-0628-F146A1B50E04}"/>
              </a:ext>
            </a:extLst>
          </p:cNvPr>
          <p:cNvSpPr>
            <a:spLocks noGrp="1"/>
          </p:cNvSpPr>
          <p:nvPr>
            <p:ph type="body" sz="quarter" idx="13"/>
          </p:nvPr>
        </p:nvSpPr>
        <p:spPr>
          <a:xfrm>
            <a:off x="484544" y="6706792"/>
            <a:ext cx="11232000" cy="144000"/>
          </a:xfrm>
        </p:spPr>
        <p:txBody>
          <a:bodyPr/>
          <a:lstStyle/>
          <a:p>
            <a:r>
              <a:rPr lang="en-US" altLang="zh-CN"/>
              <a:t>DR: Diabetic Retinopathy; CI-DME: Center-Involved Diabetic Macular Edema; RNP: Retinol Non-Perfusion; PRP: </a:t>
            </a:r>
            <a:r>
              <a:rPr lang="en-US" altLang="zh-CN" err="1"/>
              <a:t>Panretinal</a:t>
            </a:r>
            <a:r>
              <a:rPr lang="en-US" altLang="zh-CN"/>
              <a:t> Photocoagulation </a:t>
            </a:r>
            <a:endParaRPr lang="zh-CN" altLang="en-US"/>
          </a:p>
        </p:txBody>
      </p:sp>
      <p:sp>
        <p:nvSpPr>
          <p:cNvPr id="6" name="Slide Number Placeholder 5">
            <a:extLst>
              <a:ext uri="{FF2B5EF4-FFF2-40B4-BE49-F238E27FC236}">
                <a16:creationId xmlns:a16="http://schemas.microsoft.com/office/drawing/2014/main" id="{F876FF69-E445-682D-2F32-EE2ECA4E369E}"/>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F743BF8B-7982-99BC-FCC3-C01B67F1CA10}"/>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16</a:t>
            </a:fld>
            <a:endParaRPr lang="en-US" kern="0">
              <a:solidFill>
                <a:srgbClr val="08312A"/>
              </a:solidFill>
              <a:cs typeface="Arial"/>
              <a:sym typeface="Arial"/>
            </a:endParaRPr>
          </a:p>
        </p:txBody>
      </p:sp>
      <p:sp>
        <p:nvSpPr>
          <p:cNvPr id="240" name="OTLSHAPE_T_5a934a26f311425e8ebaa0f45e6533ad_Shape">
            <a:extLst>
              <a:ext uri="{FF2B5EF4-FFF2-40B4-BE49-F238E27FC236}">
                <a16:creationId xmlns:a16="http://schemas.microsoft.com/office/drawing/2014/main" id="{AF20707D-06DD-E9CD-AA70-74317D5662A8}"/>
              </a:ext>
            </a:extLst>
          </p:cNvPr>
          <p:cNvSpPr/>
          <p:nvPr>
            <p:custDataLst>
              <p:tags r:id="rId1"/>
            </p:custDataLst>
          </p:nvPr>
        </p:nvSpPr>
        <p:spPr bwMode="auto">
          <a:xfrm>
            <a:off x="4157517" y="2278100"/>
            <a:ext cx="3196564"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graphicFrame>
        <p:nvGraphicFramePr>
          <p:cNvPr id="241" name="Table 3">
            <a:extLst>
              <a:ext uri="{FF2B5EF4-FFF2-40B4-BE49-F238E27FC236}">
                <a16:creationId xmlns:a16="http://schemas.microsoft.com/office/drawing/2014/main" id="{FB7DDFBA-A776-73D1-CFCA-57C6AF9A341D}"/>
              </a:ext>
            </a:extLst>
          </p:cNvPr>
          <p:cNvGraphicFramePr>
            <a:graphicFrameLocks noGrp="1"/>
          </p:cNvGraphicFramePr>
          <p:nvPr/>
        </p:nvGraphicFramePr>
        <p:xfrm>
          <a:off x="1285344" y="1027483"/>
          <a:ext cx="10658940"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31B940A1-AE57-58D4-AE26-A50D390FD430}"/>
              </a:ext>
            </a:extLst>
          </p:cNvPr>
          <p:cNvCxnSpPr>
            <a:cxnSpLocks/>
          </p:cNvCxnSpPr>
          <p:nvPr/>
        </p:nvCxnSpPr>
        <p:spPr bwMode="auto">
          <a:xfrm flipH="1">
            <a:off x="0" y="4079220"/>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04443C5A-9139-60A3-ED2F-C30350811A70}"/>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D908A37F-12F7-C375-04F6-67F8CB9BBFC8}"/>
              </a:ext>
            </a:extLst>
          </p:cNvPr>
          <p:cNvSpPr/>
          <p:nvPr/>
        </p:nvSpPr>
        <p:spPr>
          <a:xfrm rot="5400000">
            <a:off x="11736946" y="1254539"/>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3A58E601-81EE-A112-B522-047FC144B5A5}"/>
              </a:ext>
            </a:extLst>
          </p:cNvPr>
          <p:cNvSpPr txBox="1"/>
          <p:nvPr/>
        </p:nvSpPr>
        <p:spPr>
          <a:xfrm>
            <a:off x="31595" y="2220808"/>
            <a:ext cx="825189"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Ph2b -</a:t>
            </a:r>
          </a:p>
          <a:p>
            <a:pPr algn="ctr" defTabSz="914377">
              <a:defRPr/>
            </a:pPr>
            <a:r>
              <a:rPr lang="en-US" altLang="zh-CN" sz="1067" b="1">
                <a:solidFill>
                  <a:srgbClr val="08312A"/>
                </a:solidFill>
                <a:cs typeface="Calibri" panose="020F0502020204030204" pitchFamily="34" charset="0"/>
              </a:rPr>
              <a:t>1436-0007</a:t>
            </a:r>
          </a:p>
          <a:p>
            <a:pPr algn="ctr" defTabSz="914377">
              <a:defRPr/>
            </a:pPr>
            <a:r>
              <a:rPr lang="en-US" sz="1067" b="1">
                <a:solidFill>
                  <a:srgbClr val="08312A"/>
                </a:solidFill>
                <a:cs typeface="Calibri" panose="020F0502020204030204" pitchFamily="34" charset="0"/>
              </a:rPr>
              <a:t>CRIMSON</a:t>
            </a:r>
          </a:p>
        </p:txBody>
      </p:sp>
      <p:pic>
        <p:nvPicPr>
          <p:cNvPr id="246" name="Picture 4">
            <a:extLst>
              <a:ext uri="{FF2B5EF4-FFF2-40B4-BE49-F238E27FC236}">
                <a16:creationId xmlns:a16="http://schemas.microsoft.com/office/drawing/2014/main" id="{82BE6810-AD72-8444-BB36-8CB60FA95AFF}"/>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62F36FF7-B539-B248-4C14-A3CDE92E9A01}"/>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27783" y="4098683"/>
            <a:ext cx="1138019" cy="560880"/>
          </a:xfrm>
          <a:prstGeom prst="rect">
            <a:avLst/>
          </a:prstGeom>
        </p:spPr>
      </p:pic>
      <p:sp>
        <p:nvSpPr>
          <p:cNvPr id="249" name="Rectangle 52">
            <a:extLst>
              <a:ext uri="{FF2B5EF4-FFF2-40B4-BE49-F238E27FC236}">
                <a16:creationId xmlns:a16="http://schemas.microsoft.com/office/drawing/2014/main" id="{2F2C283F-3D49-F8E1-ED08-302C04BA624E}"/>
              </a:ext>
            </a:extLst>
          </p:cNvPr>
          <p:cNvSpPr/>
          <p:nvPr/>
        </p:nvSpPr>
        <p:spPr>
          <a:xfrm>
            <a:off x="909910" y="2563974"/>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47107144-64CF-4511-D3FB-19ACE8C801A9}"/>
              </a:ext>
            </a:extLst>
          </p:cNvPr>
          <p:cNvSpPr txBox="1"/>
          <p:nvPr>
            <p:custDataLst>
              <p:tags r:id="rId2"/>
            </p:custDataLst>
          </p:nvPr>
        </p:nvSpPr>
        <p:spPr>
          <a:xfrm>
            <a:off x="586363" y="2099832"/>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May 2024</a:t>
            </a:r>
            <a:endParaRPr lang="zh-CN" altLang="en-US" sz="1067" b="1" i="1">
              <a:solidFill>
                <a:schemeClr val="bg1">
                  <a:lumMod val="65000"/>
                </a:schemeClr>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42848E62-C9AE-E461-5409-BBB0859A4674}"/>
              </a:ext>
            </a:extLst>
          </p:cNvPr>
          <p:cNvSpPr/>
          <p:nvPr>
            <p:custDataLst>
              <p:tags r:id="rId3"/>
            </p:custDataLst>
          </p:nvPr>
        </p:nvSpPr>
        <p:spPr bwMode="auto">
          <a:xfrm>
            <a:off x="1110236" y="2273316"/>
            <a:ext cx="3047603"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Ph2b in NPDR without CI-DME, CRIMSON,</a:t>
            </a:r>
            <a:r>
              <a:rPr lang="zh-CN" altLang="en-US" sz="1067" b="1">
                <a:solidFill>
                  <a:prstClr val="black"/>
                </a:solidFill>
                <a:ea typeface="等线" panose="02010600030101010101" pitchFamily="2" charset="-122"/>
                <a:cs typeface="Calibri" panose="020F0502020204030204" pitchFamily="34" charset="0"/>
              </a:rPr>
              <a:t> </a:t>
            </a:r>
            <a:r>
              <a:rPr lang="en-US" altLang="zh-CN" sz="1067" b="1">
                <a:solidFill>
                  <a:prstClr val="black"/>
                </a:solidFill>
                <a:ea typeface="等线" panose="02010600030101010101" pitchFamily="2" charset="-122"/>
                <a:cs typeface="Calibri" panose="020F0502020204030204" pitchFamily="34" charset="0"/>
              </a:rPr>
              <a:t>N=178 </a:t>
            </a:r>
            <a:endParaRPr lang="en-US" altLang="zh-CN" sz="1067" b="1">
              <a:solidFill>
                <a:srgbClr val="000000"/>
              </a:solidFill>
              <a:ea typeface="等线" panose="02010600030101010101" pitchFamily="2" charset="-122"/>
              <a:cs typeface="Calibri" panose="020F0502020204030204" pitchFamily="34" charset="0"/>
            </a:endParaRPr>
          </a:p>
        </p:txBody>
      </p:sp>
      <p:sp>
        <p:nvSpPr>
          <p:cNvPr id="252" name="OTLSHAPE_T_e17f3958430f4cff8650518c93c7635e_Shape">
            <a:extLst>
              <a:ext uri="{FF2B5EF4-FFF2-40B4-BE49-F238E27FC236}">
                <a16:creationId xmlns:a16="http://schemas.microsoft.com/office/drawing/2014/main" id="{30250655-D700-6B93-FD66-85F590B485BB}"/>
              </a:ext>
            </a:extLst>
          </p:cNvPr>
          <p:cNvSpPr/>
          <p:nvPr>
            <p:custDataLst>
              <p:tags r:id="rId4"/>
            </p:custDataLst>
          </p:nvPr>
        </p:nvSpPr>
        <p:spPr bwMode="auto">
          <a:xfrm>
            <a:off x="8614815" y="4784832"/>
            <a:ext cx="1611405"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kumimoji="0" lang="en-US" altLang="zh-CN" sz="700" b="1"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rPr>
              <a:t>Ph3 in NPDR without CI-DME</a:t>
            </a:r>
          </a:p>
          <a:p>
            <a:pPr algn="ctr" defTabSz="1219108"/>
            <a:r>
              <a:rPr kumimoji="0" lang="en-US" altLang="zh-CN" sz="700" b="1"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rPr>
              <a:t>Ph3 in PDR</a:t>
            </a:r>
            <a:endParaRPr lang="en-US" altLang="zh-CN" sz="1050" b="1">
              <a:solidFill>
                <a:prstClr val="black"/>
              </a:solidFill>
              <a:ea typeface="等线" panose="02010600030101010101" pitchFamily="2" charset="-122"/>
              <a:cs typeface="Calibri" panose="020F0502020204030204" pitchFamily="34" charset="0"/>
            </a:endParaRPr>
          </a:p>
        </p:txBody>
      </p:sp>
      <p:sp>
        <p:nvSpPr>
          <p:cNvPr id="254" name="OTLSHAPE_T_e17f3958430f4cff8650518c93c7635e_Shape">
            <a:extLst>
              <a:ext uri="{FF2B5EF4-FFF2-40B4-BE49-F238E27FC236}">
                <a16:creationId xmlns:a16="http://schemas.microsoft.com/office/drawing/2014/main" id="{D5BE2779-E433-F631-4C07-3EF763B5160D}"/>
              </a:ext>
            </a:extLst>
          </p:cNvPr>
          <p:cNvSpPr/>
          <p:nvPr>
            <p:custDataLst>
              <p:tags r:id="rId5"/>
            </p:custDataLst>
          </p:nvPr>
        </p:nvSpPr>
        <p:spPr bwMode="auto">
          <a:xfrm>
            <a:off x="7438261" y="4791139"/>
            <a:ext cx="1179956"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+ 1</a:t>
            </a:r>
            <a:r>
              <a:rPr lang="en-US" altLang="zh-CN" sz="800" b="1" baseline="30000">
                <a:solidFill>
                  <a:srgbClr val="000000"/>
                </a:solidFill>
                <a:ea typeface="等线" panose="02010600030101010101" pitchFamily="2" charset="-122"/>
                <a:cs typeface="Calibri" panose="020F0502020204030204" pitchFamily="34" charset="0"/>
              </a:rPr>
              <a:t>st</a:t>
            </a:r>
            <a:r>
              <a:rPr lang="en-US" altLang="zh-CN" sz="800" b="1">
                <a:solidFill>
                  <a:srgbClr val="000000"/>
                </a:solidFill>
                <a:ea typeface="等线" panose="02010600030101010101" pitchFamily="2" charset="-122"/>
                <a:cs typeface="Calibri" panose="020F0502020204030204" pitchFamily="34" charset="0"/>
              </a:rPr>
              <a:t> SIV</a:t>
            </a:r>
            <a:endParaRPr lang="zh-CN" altLang="en-US" sz="800" b="1">
              <a:solidFill>
                <a:srgbClr val="000000"/>
              </a:solidFill>
              <a:ea typeface="等线" panose="02010600030101010101" pitchFamily="2" charset="-122"/>
              <a:cs typeface="Calibri" panose="020F0502020204030204" pitchFamily="34" charset="0"/>
            </a:endParaRPr>
          </a:p>
        </p:txBody>
      </p:sp>
      <p:sp>
        <p:nvSpPr>
          <p:cNvPr id="256" name="Rectangle 77">
            <a:extLst>
              <a:ext uri="{FF2B5EF4-FFF2-40B4-BE49-F238E27FC236}">
                <a16:creationId xmlns:a16="http://schemas.microsoft.com/office/drawing/2014/main" id="{1D49B15E-AAA6-69E4-2B50-80F9AB7AE21A}"/>
              </a:ext>
            </a:extLst>
          </p:cNvPr>
          <p:cNvSpPr/>
          <p:nvPr/>
        </p:nvSpPr>
        <p:spPr>
          <a:xfrm>
            <a:off x="8393761" y="5079430"/>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sp>
        <p:nvSpPr>
          <p:cNvPr id="258" name="OTLSHAPE_M_39ea6ebc19a94c9fab6ef5006c31df58_Shape">
            <a:extLst>
              <a:ext uri="{FF2B5EF4-FFF2-40B4-BE49-F238E27FC236}">
                <a16:creationId xmlns:a16="http://schemas.microsoft.com/office/drawing/2014/main" id="{5A274EC8-C2A1-B64C-7678-8F93DCB78797}"/>
              </a:ext>
            </a:extLst>
          </p:cNvPr>
          <p:cNvSpPr/>
          <p:nvPr>
            <p:custDataLst>
              <p:tags r:id="rId6"/>
            </p:custDataLst>
          </p:nvPr>
        </p:nvSpPr>
        <p:spPr bwMode="auto">
          <a:xfrm rot="16200000">
            <a:off x="7427484" y="5024082"/>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1DE5DEC0-43F9-E8FA-8828-A8FA3B2BB621}"/>
              </a:ext>
            </a:extLst>
          </p:cNvPr>
          <p:cNvSpPr txBox="1"/>
          <p:nvPr>
            <p:custDataLst>
              <p:tags r:id="rId7"/>
            </p:custDataLst>
          </p:nvPr>
        </p:nvSpPr>
        <p:spPr>
          <a:xfrm>
            <a:off x="7208806" y="5125596"/>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4" name="Rectangle 55">
            <a:extLst>
              <a:ext uri="{FF2B5EF4-FFF2-40B4-BE49-F238E27FC236}">
                <a16:creationId xmlns:a16="http://schemas.microsoft.com/office/drawing/2014/main" id="{2800F8C4-B222-E7BB-F968-0AD803FF2800}"/>
              </a:ext>
            </a:extLst>
          </p:cNvPr>
          <p:cNvSpPr/>
          <p:nvPr/>
        </p:nvSpPr>
        <p:spPr>
          <a:xfrm>
            <a:off x="3786228" y="2590970"/>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150F9172-907D-BAF4-6554-3533A0479C38}"/>
              </a:ext>
            </a:extLst>
          </p:cNvPr>
          <p:cNvSpPr txBox="1"/>
          <p:nvPr>
            <p:custDataLst>
              <p:tags r:id="rId8"/>
            </p:custDataLst>
          </p:nvPr>
        </p:nvSpPr>
        <p:spPr>
          <a:xfrm>
            <a:off x="3673812" y="2099832"/>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Apr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68" name="Rectangle 55">
            <a:extLst>
              <a:ext uri="{FF2B5EF4-FFF2-40B4-BE49-F238E27FC236}">
                <a16:creationId xmlns:a16="http://schemas.microsoft.com/office/drawing/2014/main" id="{BA102A08-D7E4-EAAA-93E3-5055EE92AE19}"/>
              </a:ext>
            </a:extLst>
          </p:cNvPr>
          <p:cNvSpPr/>
          <p:nvPr/>
        </p:nvSpPr>
        <p:spPr>
          <a:xfrm rot="18483593">
            <a:off x="6948890" y="2563974"/>
            <a:ext cx="987771"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Final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9" name="OTLSHAPE_T_e17f3958430f4cff8650518c93c7635e_StartDate">
            <a:extLst>
              <a:ext uri="{FF2B5EF4-FFF2-40B4-BE49-F238E27FC236}">
                <a16:creationId xmlns:a16="http://schemas.microsoft.com/office/drawing/2014/main" id="{DA9C2BE8-544E-B4D6-47F1-CFCDA44DFEFD}"/>
              </a:ext>
            </a:extLst>
          </p:cNvPr>
          <p:cNvSpPr txBox="1"/>
          <p:nvPr>
            <p:custDataLst>
              <p:tags r:id="rId9"/>
            </p:custDataLst>
          </p:nvPr>
        </p:nvSpPr>
        <p:spPr>
          <a:xfrm rot="18777782">
            <a:off x="6895635" y="2099832"/>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Oct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3" name="Star: 4 Points 143">
            <a:extLst>
              <a:ext uri="{FF2B5EF4-FFF2-40B4-BE49-F238E27FC236}">
                <a16:creationId xmlns:a16="http://schemas.microsoft.com/office/drawing/2014/main" id="{68189283-3E8B-2387-4A58-6C3B4578005D}"/>
              </a:ext>
            </a:extLst>
          </p:cNvPr>
          <p:cNvSpPr/>
          <p:nvPr/>
        </p:nvSpPr>
        <p:spPr bwMode="auto">
          <a:xfrm>
            <a:off x="1016511"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B1273E1B-8A50-5702-E3AA-2627B0158E9A}"/>
              </a:ext>
            </a:extLst>
          </p:cNvPr>
          <p:cNvSpPr/>
          <p:nvPr/>
        </p:nvSpPr>
        <p:spPr bwMode="auto">
          <a:xfrm>
            <a:off x="3919323" y="245536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5" name="Star: 4 Points 143">
            <a:extLst>
              <a:ext uri="{FF2B5EF4-FFF2-40B4-BE49-F238E27FC236}">
                <a16:creationId xmlns:a16="http://schemas.microsoft.com/office/drawing/2014/main" id="{1B49EF60-E4D8-8C61-9095-4F2C43FF455E}"/>
              </a:ext>
            </a:extLst>
          </p:cNvPr>
          <p:cNvSpPr/>
          <p:nvPr/>
        </p:nvSpPr>
        <p:spPr bwMode="auto">
          <a:xfrm>
            <a:off x="7259090"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6" name="Star: 4 Points 143">
            <a:extLst>
              <a:ext uri="{FF2B5EF4-FFF2-40B4-BE49-F238E27FC236}">
                <a16:creationId xmlns:a16="http://schemas.microsoft.com/office/drawing/2014/main" id="{D1A47E0E-26C2-ACE0-B3C1-C0AD58F8B2B0}"/>
              </a:ext>
            </a:extLst>
          </p:cNvPr>
          <p:cNvSpPr/>
          <p:nvPr/>
        </p:nvSpPr>
        <p:spPr bwMode="auto">
          <a:xfrm>
            <a:off x="8523670" y="499324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5" name="Rectangle 55">
            <a:extLst>
              <a:ext uri="{FF2B5EF4-FFF2-40B4-BE49-F238E27FC236}">
                <a16:creationId xmlns:a16="http://schemas.microsoft.com/office/drawing/2014/main" id="{55E23D3A-B453-E234-EF5B-8775B6AC9BA6}"/>
              </a:ext>
            </a:extLst>
          </p:cNvPr>
          <p:cNvSpPr/>
          <p:nvPr/>
        </p:nvSpPr>
        <p:spPr>
          <a:xfrm>
            <a:off x="5807628" y="2565299"/>
            <a:ext cx="135325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52-wk 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7" name="OTLSHAPE_T_e17f3958430f4cff8650518c93c7635e_StartDate">
            <a:extLst>
              <a:ext uri="{FF2B5EF4-FFF2-40B4-BE49-F238E27FC236}">
                <a16:creationId xmlns:a16="http://schemas.microsoft.com/office/drawing/2014/main" id="{52AA1CEF-88A9-EBE1-5915-4EF644E5E8D5}"/>
              </a:ext>
            </a:extLst>
          </p:cNvPr>
          <p:cNvSpPr txBox="1"/>
          <p:nvPr>
            <p:custDataLst>
              <p:tags r:id="rId10"/>
            </p:custDataLst>
          </p:nvPr>
        </p:nvSpPr>
        <p:spPr>
          <a:xfrm>
            <a:off x="5979910" y="2101158"/>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May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8" name="Star: 4 Points 143">
            <a:extLst>
              <a:ext uri="{FF2B5EF4-FFF2-40B4-BE49-F238E27FC236}">
                <a16:creationId xmlns:a16="http://schemas.microsoft.com/office/drawing/2014/main" id="{02588EE3-FFF9-B6CD-F0A0-BDF0AFB6A917}"/>
              </a:ext>
            </a:extLst>
          </p:cNvPr>
          <p:cNvSpPr/>
          <p:nvPr/>
        </p:nvSpPr>
        <p:spPr bwMode="auto">
          <a:xfrm>
            <a:off x="6385010" y="246732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9" name="OTLSHAPE_T_5a934a26f311425e8ebaa0f45e6533ad_Shape">
            <a:extLst>
              <a:ext uri="{FF2B5EF4-FFF2-40B4-BE49-F238E27FC236}">
                <a16:creationId xmlns:a16="http://schemas.microsoft.com/office/drawing/2014/main" id="{3FE6342F-66AB-294D-CE08-4E5998ADB92A}"/>
              </a:ext>
            </a:extLst>
          </p:cNvPr>
          <p:cNvSpPr/>
          <p:nvPr>
            <p:custDataLst>
              <p:tags r:id="rId11"/>
            </p:custDataLst>
          </p:nvPr>
        </p:nvSpPr>
        <p:spPr bwMode="auto">
          <a:xfrm>
            <a:off x="10226221" y="3231974"/>
            <a:ext cx="1876211"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10" name="Rectangle 52">
            <a:extLst>
              <a:ext uri="{FF2B5EF4-FFF2-40B4-BE49-F238E27FC236}">
                <a16:creationId xmlns:a16="http://schemas.microsoft.com/office/drawing/2014/main" id="{918791C7-D30A-FB76-C130-F3D9AC1C9185}"/>
              </a:ext>
            </a:extLst>
          </p:cNvPr>
          <p:cNvSpPr/>
          <p:nvPr/>
        </p:nvSpPr>
        <p:spPr>
          <a:xfrm>
            <a:off x="8411353" y="3525804"/>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11" name="OTLSHAPE_T_e17f3958430f4cff8650518c93c7635e_Shape">
            <a:extLst>
              <a:ext uri="{FF2B5EF4-FFF2-40B4-BE49-F238E27FC236}">
                <a16:creationId xmlns:a16="http://schemas.microsoft.com/office/drawing/2014/main" id="{BD2E7EF4-D87A-0FEB-4075-937D4934AEDF}"/>
              </a:ext>
            </a:extLst>
          </p:cNvPr>
          <p:cNvSpPr/>
          <p:nvPr>
            <p:custDataLst>
              <p:tags r:id="rId12"/>
            </p:custDataLst>
          </p:nvPr>
        </p:nvSpPr>
        <p:spPr bwMode="auto">
          <a:xfrm>
            <a:off x="8614816" y="3229377"/>
            <a:ext cx="1611406"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700" b="1">
                <a:solidFill>
                  <a:prstClr val="black"/>
                </a:solidFill>
                <a:ea typeface="等线" panose="02010600030101010101" pitchFamily="2" charset="-122"/>
                <a:cs typeface="Calibri" panose="020F0502020204030204" pitchFamily="34" charset="0"/>
              </a:rPr>
              <a:t>2 x Ph3 in NPDR wo CI-DME</a:t>
            </a:r>
          </a:p>
          <a:p>
            <a:pPr algn="ctr" defTabSz="1219108">
              <a:defRPr/>
            </a:pPr>
            <a:r>
              <a:rPr lang="en-US" altLang="zh-CN" sz="700" b="1">
                <a:solidFill>
                  <a:prstClr val="black"/>
                </a:solidFill>
                <a:ea typeface="等线" panose="02010600030101010101" pitchFamily="2" charset="-122"/>
                <a:cs typeface="Calibri" panose="020F0502020204030204" pitchFamily="34" charset="0"/>
              </a:rPr>
              <a:t>1 x Ph3 in PDR</a:t>
            </a:r>
            <a:endParaRPr lang="en-US" altLang="zh-CN" sz="700" b="1">
              <a:solidFill>
                <a:srgbClr val="000000"/>
              </a:solidFill>
              <a:ea typeface="等线" panose="02010600030101010101" pitchFamily="2" charset="-122"/>
              <a:cs typeface="Calibri" panose="020F0502020204030204" pitchFamily="34" charset="0"/>
            </a:endParaRPr>
          </a:p>
        </p:txBody>
      </p:sp>
      <p:sp>
        <p:nvSpPr>
          <p:cNvPr id="12" name="Rectangle 55">
            <a:extLst>
              <a:ext uri="{FF2B5EF4-FFF2-40B4-BE49-F238E27FC236}">
                <a16:creationId xmlns:a16="http://schemas.microsoft.com/office/drawing/2014/main" id="{58444C2C-9654-9C7B-A97C-1346D70F9114}"/>
              </a:ext>
            </a:extLst>
          </p:cNvPr>
          <p:cNvSpPr/>
          <p:nvPr/>
        </p:nvSpPr>
        <p:spPr>
          <a:xfrm>
            <a:off x="10026988" y="3520034"/>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13" name="OTLSHAPE_T_e17f3958430f4cff8650518c93c7635e_StartDate">
            <a:extLst>
              <a:ext uri="{FF2B5EF4-FFF2-40B4-BE49-F238E27FC236}">
                <a16:creationId xmlns:a16="http://schemas.microsoft.com/office/drawing/2014/main" id="{EF623347-424E-3402-1E5D-69A99AFB05C7}"/>
              </a:ext>
            </a:extLst>
          </p:cNvPr>
          <p:cNvSpPr txBox="1"/>
          <p:nvPr>
            <p:custDataLst>
              <p:tags r:id="rId13"/>
            </p:custDataLst>
          </p:nvPr>
        </p:nvSpPr>
        <p:spPr>
          <a:xfrm>
            <a:off x="9737906" y="3055893"/>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May 2029</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6" name="Star: 4 Points 143">
            <a:extLst>
              <a:ext uri="{FF2B5EF4-FFF2-40B4-BE49-F238E27FC236}">
                <a16:creationId xmlns:a16="http://schemas.microsoft.com/office/drawing/2014/main" id="{77D8BC43-1C4F-E7D5-6092-0D83E083CD88}"/>
              </a:ext>
            </a:extLst>
          </p:cNvPr>
          <p:cNvSpPr/>
          <p:nvPr/>
        </p:nvSpPr>
        <p:spPr bwMode="auto">
          <a:xfrm>
            <a:off x="8513356" y="342206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17" name="Star: 4 Points 143">
            <a:extLst>
              <a:ext uri="{FF2B5EF4-FFF2-40B4-BE49-F238E27FC236}">
                <a16:creationId xmlns:a16="http://schemas.microsoft.com/office/drawing/2014/main" id="{39A3F6D3-0091-8A8D-883B-DC173A2EFEC3}"/>
              </a:ext>
            </a:extLst>
          </p:cNvPr>
          <p:cNvSpPr/>
          <p:nvPr/>
        </p:nvSpPr>
        <p:spPr bwMode="auto">
          <a:xfrm>
            <a:off x="10133488" y="342206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19" name="Rectangle 55">
            <a:extLst>
              <a:ext uri="{FF2B5EF4-FFF2-40B4-BE49-F238E27FC236}">
                <a16:creationId xmlns:a16="http://schemas.microsoft.com/office/drawing/2014/main" id="{94563A6C-AC4A-BF2D-366D-A24BF367D7E6}"/>
              </a:ext>
            </a:extLst>
          </p:cNvPr>
          <p:cNvSpPr/>
          <p:nvPr/>
        </p:nvSpPr>
        <p:spPr>
          <a:xfrm rot="19614369">
            <a:off x="10561807" y="3620962"/>
            <a:ext cx="938077" cy="278153"/>
          </a:xfrm>
          <a:prstGeom prst="rect">
            <a:avLst/>
          </a:prstGeom>
        </p:spPr>
        <p:txBody>
          <a:bodyPr wrap="none">
            <a:spAutoFit/>
          </a:bodyPr>
          <a:lstStyle/>
          <a:p>
            <a:pPr algn="ctr" defTabSz="1219108">
              <a:lnSpc>
                <a:spcPts val="700"/>
              </a:lnSpc>
              <a:defRPr/>
            </a:pPr>
            <a:r>
              <a:rPr lang="en-US" altLang="zh-CN" sz="800" b="1">
                <a:solidFill>
                  <a:srgbClr val="44546A"/>
                </a:solidFill>
                <a:ea typeface="等线" panose="02010600030101010101" pitchFamily="2" charset="-122"/>
                <a:cs typeface="Calibri" panose="020F0502020204030204" pitchFamily="34" charset="0"/>
              </a:rPr>
              <a:t>52-wk </a:t>
            </a:r>
          </a:p>
          <a:p>
            <a:pPr algn="ctr" defTabSz="1219108">
              <a:lnSpc>
                <a:spcPts val="700"/>
              </a:lnSpc>
              <a:defRPr/>
            </a:pPr>
            <a:r>
              <a:rPr lang="en-US" altLang="zh-CN" sz="800" b="1">
                <a:solidFill>
                  <a:srgbClr val="44546A"/>
                </a:solidFill>
                <a:ea typeface="等线" panose="02010600030101010101" pitchFamily="2" charset="-122"/>
                <a:cs typeface="Calibri" panose="020F0502020204030204" pitchFamily="34" charset="0"/>
              </a:rPr>
              <a:t>primary results</a:t>
            </a:r>
            <a:endParaRPr lang="zh-CN" altLang="en-US" sz="800" b="1">
              <a:solidFill>
                <a:srgbClr val="44546A"/>
              </a:solidFill>
              <a:ea typeface="等线" panose="02010600030101010101" pitchFamily="2" charset="-122"/>
              <a:cs typeface="Calibri" panose="020F0502020204030204" pitchFamily="34" charset="0"/>
            </a:endParaRPr>
          </a:p>
        </p:txBody>
      </p:sp>
      <p:sp>
        <p:nvSpPr>
          <p:cNvPr id="20" name="OTLSHAPE_T_e17f3958430f4cff8650518c93c7635e_StartDate">
            <a:extLst>
              <a:ext uri="{FF2B5EF4-FFF2-40B4-BE49-F238E27FC236}">
                <a16:creationId xmlns:a16="http://schemas.microsoft.com/office/drawing/2014/main" id="{E6355972-3ECA-F154-7C1D-CE229D680431}"/>
              </a:ext>
            </a:extLst>
          </p:cNvPr>
          <p:cNvSpPr txBox="1"/>
          <p:nvPr>
            <p:custDataLst>
              <p:tags r:id="rId14"/>
            </p:custDataLst>
          </p:nvPr>
        </p:nvSpPr>
        <p:spPr>
          <a:xfrm rot="19699925">
            <a:off x="10831704" y="2983301"/>
            <a:ext cx="911151" cy="123111"/>
          </a:xfrm>
          <a:prstGeom prst="rect">
            <a:avLst/>
          </a:prstGeom>
          <a:noFill/>
        </p:spPr>
        <p:txBody>
          <a:bodyPr vert="horz" wrap="square" lIns="0" tIns="0" rIns="0" bIns="0" rtlCol="0" anchor="ctr" anchorCtr="0">
            <a:spAutoFit/>
          </a:bodyPr>
          <a:lstStyle/>
          <a:p>
            <a:pPr algn="ctr" defTabSz="1219108">
              <a:defRPr/>
            </a:pPr>
            <a:r>
              <a:rPr lang="en-US" altLang="zh-CN" sz="800" b="1" i="1">
                <a:solidFill>
                  <a:schemeClr val="bg1">
                    <a:lumMod val="65000"/>
                  </a:schemeClr>
                </a:solidFill>
                <a:ea typeface="等线" panose="02010600030101010101" pitchFamily="2" charset="-122"/>
                <a:cs typeface="Calibri" panose="020F0502020204030204" pitchFamily="34" charset="0"/>
              </a:rPr>
              <a:t>May 2030</a:t>
            </a:r>
            <a:endParaRPr lang="zh-CN" altLang="en-US" sz="800" b="1" i="1">
              <a:solidFill>
                <a:schemeClr val="bg1">
                  <a:lumMod val="65000"/>
                </a:schemeClr>
              </a:solidFill>
              <a:ea typeface="等线" panose="02010600030101010101" pitchFamily="2" charset="-122"/>
              <a:cs typeface="Calibri" panose="020F0502020204030204" pitchFamily="34" charset="0"/>
            </a:endParaRPr>
          </a:p>
        </p:txBody>
      </p:sp>
      <p:sp>
        <p:nvSpPr>
          <p:cNvPr id="21" name="Star: 4 Points 143">
            <a:extLst>
              <a:ext uri="{FF2B5EF4-FFF2-40B4-BE49-F238E27FC236}">
                <a16:creationId xmlns:a16="http://schemas.microsoft.com/office/drawing/2014/main" id="{37D4231A-191C-4904-F608-1FF1AF5A2860}"/>
              </a:ext>
            </a:extLst>
          </p:cNvPr>
          <p:cNvSpPr/>
          <p:nvPr/>
        </p:nvSpPr>
        <p:spPr bwMode="auto">
          <a:xfrm>
            <a:off x="11148870" y="342338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2" name="TextBox 64">
            <a:extLst>
              <a:ext uri="{FF2B5EF4-FFF2-40B4-BE49-F238E27FC236}">
                <a16:creationId xmlns:a16="http://schemas.microsoft.com/office/drawing/2014/main" id="{55267957-6587-AE8E-D90C-BF5DA20E3EF0}"/>
              </a:ext>
            </a:extLst>
          </p:cNvPr>
          <p:cNvSpPr txBox="1"/>
          <p:nvPr/>
        </p:nvSpPr>
        <p:spPr>
          <a:xfrm>
            <a:off x="31594" y="3297806"/>
            <a:ext cx="825189" cy="656846"/>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Ph3 -</a:t>
            </a:r>
          </a:p>
          <a:p>
            <a:pPr algn="ctr" defTabSz="914377">
              <a:defRPr/>
            </a:pPr>
            <a:r>
              <a:rPr lang="en-US" altLang="zh-CN" sz="1067" b="1">
                <a:solidFill>
                  <a:srgbClr val="08312A"/>
                </a:solidFill>
                <a:cs typeface="Calibri" panose="020F0502020204030204" pitchFamily="34" charset="0"/>
              </a:rPr>
              <a:t>1436-0009/</a:t>
            </a:r>
          </a:p>
          <a:p>
            <a:pPr algn="ctr" defTabSz="914377">
              <a:defRPr/>
            </a:pPr>
            <a:r>
              <a:rPr lang="en-US" altLang="zh-CN" sz="1067" b="1">
                <a:solidFill>
                  <a:srgbClr val="08312A"/>
                </a:solidFill>
                <a:cs typeface="Calibri" panose="020F0502020204030204" pitchFamily="34" charset="0"/>
              </a:rPr>
              <a:t>1436-0010/</a:t>
            </a:r>
          </a:p>
          <a:p>
            <a:pPr algn="ctr" defTabSz="914377">
              <a:defRPr/>
            </a:pPr>
            <a:r>
              <a:rPr lang="en-US" altLang="zh-CN" sz="1067" b="1">
                <a:solidFill>
                  <a:srgbClr val="08312A"/>
                </a:solidFill>
                <a:cs typeface="Calibri" panose="020F0502020204030204" pitchFamily="34" charset="0"/>
              </a:rPr>
              <a:t>1436-0012</a:t>
            </a:r>
          </a:p>
        </p:txBody>
      </p:sp>
      <p:sp>
        <p:nvSpPr>
          <p:cNvPr id="23" name="OTLSHAPE_T_e17f3958430f4cff8650518c93c7635e_StartDate">
            <a:extLst>
              <a:ext uri="{FF2B5EF4-FFF2-40B4-BE49-F238E27FC236}">
                <a16:creationId xmlns:a16="http://schemas.microsoft.com/office/drawing/2014/main" id="{547B36CF-F40F-A095-D2E8-DB86B78678C7}"/>
              </a:ext>
            </a:extLst>
          </p:cNvPr>
          <p:cNvSpPr txBox="1"/>
          <p:nvPr>
            <p:custDataLst>
              <p:tags r:id="rId15"/>
            </p:custDataLst>
          </p:nvPr>
        </p:nvSpPr>
        <p:spPr>
          <a:xfrm>
            <a:off x="8149903" y="3071249"/>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May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98" name="五角星 55">
            <a:extLst>
              <a:ext uri="{FF2B5EF4-FFF2-40B4-BE49-F238E27FC236}">
                <a16:creationId xmlns:a16="http://schemas.microsoft.com/office/drawing/2014/main" id="{B7296E48-8F4B-FFD6-E5B3-369576523B55}"/>
              </a:ext>
            </a:extLst>
          </p:cNvPr>
          <p:cNvSpPr>
            <a:spLocks/>
          </p:cNvSpPr>
          <p:nvPr/>
        </p:nvSpPr>
        <p:spPr bwMode="auto">
          <a:xfrm>
            <a:off x="11598478" y="3442084"/>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24" name="OTLSHAPE_T_e17f3958430f4cff8650518c93c7635e_StartDate">
            <a:extLst>
              <a:ext uri="{FF2B5EF4-FFF2-40B4-BE49-F238E27FC236}">
                <a16:creationId xmlns:a16="http://schemas.microsoft.com/office/drawing/2014/main" id="{DA2436C4-FDAE-4F0E-019E-4FC1A81A0CD9}"/>
              </a:ext>
            </a:extLst>
          </p:cNvPr>
          <p:cNvSpPr txBox="1"/>
          <p:nvPr>
            <p:custDataLst>
              <p:tags r:id="rId16"/>
            </p:custDataLst>
          </p:nvPr>
        </p:nvSpPr>
        <p:spPr>
          <a:xfrm rot="19699925">
            <a:off x="11424398" y="3001500"/>
            <a:ext cx="911151" cy="123111"/>
          </a:xfrm>
          <a:prstGeom prst="rect">
            <a:avLst/>
          </a:prstGeom>
          <a:noFill/>
        </p:spPr>
        <p:txBody>
          <a:bodyPr vert="horz" wrap="square" lIns="0" tIns="0" rIns="0" bIns="0" rtlCol="0" anchor="ctr" anchorCtr="0">
            <a:spAutoFit/>
          </a:bodyPr>
          <a:lstStyle/>
          <a:p>
            <a:pPr algn="ctr" defTabSz="1219108">
              <a:defRPr/>
            </a:pPr>
            <a:r>
              <a:rPr lang="en-US" altLang="zh-CN" sz="800" b="1" i="1">
                <a:solidFill>
                  <a:schemeClr val="bg1">
                    <a:lumMod val="65000"/>
                  </a:schemeClr>
                </a:solidFill>
                <a:ea typeface="等线" panose="02010600030101010101" pitchFamily="2" charset="-122"/>
                <a:cs typeface="Calibri" panose="020F0502020204030204" pitchFamily="34" charset="0"/>
              </a:rPr>
              <a:t>Sep 2030</a:t>
            </a:r>
            <a:endParaRPr lang="zh-CN" altLang="en-US" sz="800" b="1" i="1">
              <a:solidFill>
                <a:schemeClr val="bg1">
                  <a:lumMod val="65000"/>
                </a:schemeClr>
              </a:solidFill>
              <a:ea typeface="等线" panose="02010600030101010101" pitchFamily="2" charset="-122"/>
              <a:cs typeface="Calibri" panose="020F0502020204030204" pitchFamily="34" charset="0"/>
            </a:endParaRPr>
          </a:p>
        </p:txBody>
      </p:sp>
      <p:sp>
        <p:nvSpPr>
          <p:cNvPr id="25" name="Rectangle 55">
            <a:extLst>
              <a:ext uri="{FF2B5EF4-FFF2-40B4-BE49-F238E27FC236}">
                <a16:creationId xmlns:a16="http://schemas.microsoft.com/office/drawing/2014/main" id="{B33ADB29-8703-F136-8BCC-2B7CF6DC0183}"/>
              </a:ext>
            </a:extLst>
          </p:cNvPr>
          <p:cNvSpPr/>
          <p:nvPr/>
        </p:nvSpPr>
        <p:spPr>
          <a:xfrm rot="19614369">
            <a:off x="11349305" y="3665112"/>
            <a:ext cx="643125" cy="188385"/>
          </a:xfrm>
          <a:prstGeom prst="rect">
            <a:avLst/>
          </a:prstGeom>
        </p:spPr>
        <p:txBody>
          <a:bodyPr wrap="none">
            <a:spAutoFit/>
          </a:bodyPr>
          <a:lstStyle/>
          <a:p>
            <a:pPr algn="ctr" defTabSz="1219108">
              <a:lnSpc>
                <a:spcPts val="700"/>
              </a:lnSpc>
              <a:defRPr/>
            </a:pPr>
            <a:r>
              <a:rPr lang="en-US" altLang="zh-CN" sz="800" b="1">
                <a:solidFill>
                  <a:srgbClr val="44546A"/>
                </a:solidFill>
                <a:ea typeface="等线" panose="02010600030101010101" pitchFamily="2" charset="-122"/>
                <a:cs typeface="Calibri" panose="020F0502020204030204" pitchFamily="34" charset="0"/>
              </a:rPr>
              <a:t>NDA sub.</a:t>
            </a:r>
            <a:endParaRPr lang="zh-CN" altLang="en-US" sz="800" b="1">
              <a:solidFill>
                <a:srgbClr val="44546A"/>
              </a:solidFill>
              <a:ea typeface="等线" panose="02010600030101010101" pitchFamily="2" charset="-122"/>
              <a:cs typeface="Calibri" panose="020F0502020204030204" pitchFamily="34" charset="0"/>
            </a:endParaRPr>
          </a:p>
        </p:txBody>
      </p:sp>
      <p:sp>
        <p:nvSpPr>
          <p:cNvPr id="26" name="Isosceles Triangle 128">
            <a:extLst>
              <a:ext uri="{FF2B5EF4-FFF2-40B4-BE49-F238E27FC236}">
                <a16:creationId xmlns:a16="http://schemas.microsoft.com/office/drawing/2014/main" id="{FBB2E94E-EB66-0204-5EE0-8950AC67F9DE}"/>
              </a:ext>
            </a:extLst>
          </p:cNvPr>
          <p:cNvSpPr/>
          <p:nvPr/>
        </p:nvSpPr>
        <p:spPr>
          <a:xfrm rot="5400000">
            <a:off x="12089428" y="3270168"/>
            <a:ext cx="256543" cy="230532"/>
          </a:xfrm>
          <a:prstGeom prst="triangle">
            <a:avLst/>
          </a:prstGeom>
          <a:pattFill prst="pct25">
            <a:fgClr>
              <a:srgbClr val="00B050"/>
            </a:fgClr>
            <a:bgClr>
              <a:schemeClr val="bg1"/>
            </a:bgClr>
          </a:patt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9" name="TextBox 64">
            <a:extLst>
              <a:ext uri="{FF2B5EF4-FFF2-40B4-BE49-F238E27FC236}">
                <a16:creationId xmlns:a16="http://schemas.microsoft.com/office/drawing/2014/main" id="{170003EE-9912-0A6A-0DC6-E6CC91293402}"/>
              </a:ext>
            </a:extLst>
          </p:cNvPr>
          <p:cNvSpPr txBox="1"/>
          <p:nvPr/>
        </p:nvSpPr>
        <p:spPr>
          <a:xfrm>
            <a:off x="31594" y="4663117"/>
            <a:ext cx="825189" cy="656846"/>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Ph3 -</a:t>
            </a:r>
          </a:p>
          <a:p>
            <a:pPr algn="ctr" defTabSz="914377">
              <a:defRPr/>
            </a:pPr>
            <a:r>
              <a:rPr lang="en-US" altLang="zh-CN" sz="1067" b="1">
                <a:solidFill>
                  <a:srgbClr val="08312A"/>
                </a:solidFill>
                <a:cs typeface="Calibri" panose="020F0502020204030204" pitchFamily="34" charset="0"/>
              </a:rPr>
              <a:t>1436-0009/</a:t>
            </a:r>
          </a:p>
          <a:p>
            <a:pPr algn="ctr" defTabSz="914377">
              <a:defRPr/>
            </a:pPr>
            <a:r>
              <a:rPr lang="en-US" altLang="zh-CN" sz="1067" b="1">
                <a:solidFill>
                  <a:srgbClr val="08312A"/>
                </a:solidFill>
                <a:cs typeface="Calibri" panose="020F0502020204030204" pitchFamily="34" charset="0"/>
              </a:rPr>
              <a:t>1436-0010/</a:t>
            </a:r>
          </a:p>
          <a:p>
            <a:pPr algn="ctr" defTabSz="914377">
              <a:defRPr/>
            </a:pPr>
            <a:r>
              <a:rPr lang="en-US" altLang="zh-CN" sz="1067" b="1">
                <a:solidFill>
                  <a:srgbClr val="08312A"/>
                </a:solidFill>
                <a:cs typeface="Calibri" panose="020F0502020204030204" pitchFamily="34" charset="0"/>
              </a:rPr>
              <a:t>1436-0012</a:t>
            </a:r>
          </a:p>
        </p:txBody>
      </p:sp>
      <p:sp>
        <p:nvSpPr>
          <p:cNvPr id="30" name="OTLSHAPE_T_5a934a26f311425e8ebaa0f45e6533ad_Shape">
            <a:extLst>
              <a:ext uri="{FF2B5EF4-FFF2-40B4-BE49-F238E27FC236}">
                <a16:creationId xmlns:a16="http://schemas.microsoft.com/office/drawing/2014/main" id="{8AAB61A2-B766-61E2-307B-3F03D3FD1A08}"/>
              </a:ext>
            </a:extLst>
          </p:cNvPr>
          <p:cNvSpPr/>
          <p:nvPr>
            <p:custDataLst>
              <p:tags r:id="rId17"/>
            </p:custDataLst>
          </p:nvPr>
        </p:nvSpPr>
        <p:spPr bwMode="auto">
          <a:xfrm>
            <a:off x="10226221" y="4791863"/>
            <a:ext cx="1718219"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31" name="Rectangle 55">
            <a:extLst>
              <a:ext uri="{FF2B5EF4-FFF2-40B4-BE49-F238E27FC236}">
                <a16:creationId xmlns:a16="http://schemas.microsoft.com/office/drawing/2014/main" id="{394E00C6-1EF7-3F5C-14F7-B5F16CE3C73A}"/>
              </a:ext>
            </a:extLst>
          </p:cNvPr>
          <p:cNvSpPr/>
          <p:nvPr/>
        </p:nvSpPr>
        <p:spPr>
          <a:xfrm>
            <a:off x="10027136" y="5079923"/>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25" name="Star: 4 Points 143">
            <a:extLst>
              <a:ext uri="{FF2B5EF4-FFF2-40B4-BE49-F238E27FC236}">
                <a16:creationId xmlns:a16="http://schemas.microsoft.com/office/drawing/2014/main" id="{D75B0D08-0F2B-8891-1378-088F1D5F7430}"/>
              </a:ext>
            </a:extLst>
          </p:cNvPr>
          <p:cNvSpPr/>
          <p:nvPr/>
        </p:nvSpPr>
        <p:spPr bwMode="auto">
          <a:xfrm>
            <a:off x="10133636" y="498195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28" name="五角星 55">
            <a:extLst>
              <a:ext uri="{FF2B5EF4-FFF2-40B4-BE49-F238E27FC236}">
                <a16:creationId xmlns:a16="http://schemas.microsoft.com/office/drawing/2014/main" id="{E171FA6F-0065-1440-3258-E5BB281E6EDC}"/>
              </a:ext>
            </a:extLst>
          </p:cNvPr>
          <p:cNvSpPr>
            <a:spLocks/>
          </p:cNvSpPr>
          <p:nvPr/>
        </p:nvSpPr>
        <p:spPr bwMode="auto">
          <a:xfrm>
            <a:off x="11683070" y="5001973"/>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229" name="OTLSHAPE_T_e17f3958430f4cff8650518c93c7635e_StartDate">
            <a:extLst>
              <a:ext uri="{FF2B5EF4-FFF2-40B4-BE49-F238E27FC236}">
                <a16:creationId xmlns:a16="http://schemas.microsoft.com/office/drawing/2014/main" id="{72E2FCC2-514D-5200-38E9-31B389CCB4AA}"/>
              </a:ext>
            </a:extLst>
          </p:cNvPr>
          <p:cNvSpPr txBox="1"/>
          <p:nvPr>
            <p:custDataLst>
              <p:tags r:id="rId18"/>
            </p:custDataLst>
          </p:nvPr>
        </p:nvSpPr>
        <p:spPr>
          <a:xfrm rot="19699925">
            <a:off x="11461366" y="4544647"/>
            <a:ext cx="911151" cy="123111"/>
          </a:xfrm>
          <a:prstGeom prst="rect">
            <a:avLst/>
          </a:prstGeom>
          <a:noFill/>
        </p:spPr>
        <p:txBody>
          <a:bodyPr vert="horz" wrap="square" lIns="0" tIns="0" rIns="0" bIns="0" rtlCol="0" anchor="ctr" anchorCtr="0">
            <a:spAutoFit/>
          </a:bodyPr>
          <a:lstStyle/>
          <a:p>
            <a:pPr algn="ctr" defTabSz="1219108">
              <a:defRPr/>
            </a:pPr>
            <a:r>
              <a:rPr lang="en-US" altLang="zh-CN" sz="800" b="1" i="1">
                <a:solidFill>
                  <a:schemeClr val="bg1">
                    <a:lumMod val="65000"/>
                  </a:schemeClr>
                </a:solidFill>
                <a:ea typeface="等线" panose="02010600030101010101" pitchFamily="2" charset="-122"/>
                <a:cs typeface="Calibri" panose="020F0502020204030204" pitchFamily="34" charset="0"/>
              </a:rPr>
              <a:t>Oct 2030</a:t>
            </a:r>
            <a:endParaRPr lang="zh-CN" altLang="en-US" sz="800" b="1" i="1">
              <a:solidFill>
                <a:schemeClr val="bg1">
                  <a:lumMod val="65000"/>
                </a:schemeClr>
              </a:solidFill>
              <a:ea typeface="等线" panose="02010600030101010101" pitchFamily="2" charset="-122"/>
              <a:cs typeface="Calibri" panose="020F0502020204030204" pitchFamily="34" charset="0"/>
            </a:endParaRPr>
          </a:p>
        </p:txBody>
      </p:sp>
      <p:sp>
        <p:nvSpPr>
          <p:cNvPr id="230" name="Rectangle 55">
            <a:extLst>
              <a:ext uri="{FF2B5EF4-FFF2-40B4-BE49-F238E27FC236}">
                <a16:creationId xmlns:a16="http://schemas.microsoft.com/office/drawing/2014/main" id="{39E7D0CB-B4CB-7306-59B3-B6265C5E459C}"/>
              </a:ext>
            </a:extLst>
          </p:cNvPr>
          <p:cNvSpPr/>
          <p:nvPr/>
        </p:nvSpPr>
        <p:spPr>
          <a:xfrm rot="19614369">
            <a:off x="11393697" y="5164424"/>
            <a:ext cx="827471" cy="188385"/>
          </a:xfrm>
          <a:prstGeom prst="rect">
            <a:avLst/>
          </a:prstGeom>
        </p:spPr>
        <p:txBody>
          <a:bodyPr wrap="none">
            <a:spAutoFit/>
          </a:bodyPr>
          <a:lstStyle/>
          <a:p>
            <a:pPr algn="ctr" defTabSz="1219108">
              <a:lnSpc>
                <a:spcPts val="700"/>
              </a:lnSpc>
              <a:defRPr/>
            </a:pPr>
            <a:r>
              <a:rPr lang="en-US" altLang="zh-CN" sz="800" b="1">
                <a:solidFill>
                  <a:srgbClr val="44546A"/>
                </a:solidFill>
                <a:ea typeface="等线" panose="02010600030101010101" pitchFamily="2" charset="-122"/>
                <a:cs typeface="Calibri" panose="020F0502020204030204" pitchFamily="34" charset="0"/>
              </a:rPr>
              <a:t>CN NDA sub.</a:t>
            </a:r>
            <a:endParaRPr lang="zh-CN" altLang="en-US" sz="800" b="1">
              <a:solidFill>
                <a:srgbClr val="44546A"/>
              </a:solidFill>
              <a:ea typeface="等线" panose="02010600030101010101" pitchFamily="2" charset="-122"/>
              <a:cs typeface="Calibri" panose="020F0502020204030204" pitchFamily="34" charset="0"/>
            </a:endParaRPr>
          </a:p>
        </p:txBody>
      </p:sp>
      <p:sp>
        <p:nvSpPr>
          <p:cNvPr id="232" name="OTLSHAPE_T_e17f3958430f4cff8650518c93c7635e_StartDate">
            <a:extLst>
              <a:ext uri="{FF2B5EF4-FFF2-40B4-BE49-F238E27FC236}">
                <a16:creationId xmlns:a16="http://schemas.microsoft.com/office/drawing/2014/main" id="{F6485CFB-0767-31B3-7064-7CB778A9C3F8}"/>
              </a:ext>
            </a:extLst>
          </p:cNvPr>
          <p:cNvSpPr txBox="1"/>
          <p:nvPr>
            <p:custDataLst>
              <p:tags r:id="rId19"/>
            </p:custDataLst>
          </p:nvPr>
        </p:nvSpPr>
        <p:spPr>
          <a:xfrm>
            <a:off x="9765096" y="4630363"/>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May 2029</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cxnSp>
        <p:nvCxnSpPr>
          <p:cNvPr id="233" name="Connector: Elbow 232">
            <a:extLst>
              <a:ext uri="{FF2B5EF4-FFF2-40B4-BE49-F238E27FC236}">
                <a16:creationId xmlns:a16="http://schemas.microsoft.com/office/drawing/2014/main" id="{79B3E3E0-D8B3-E83A-C62C-9DBEE910450C}"/>
              </a:ext>
            </a:extLst>
          </p:cNvPr>
          <p:cNvCxnSpPr>
            <a:cxnSpLocks/>
            <a:stCxn id="5" idx="2"/>
            <a:endCxn id="235" idx="0"/>
          </p:cNvCxnSpPr>
          <p:nvPr/>
        </p:nvCxnSpPr>
        <p:spPr bwMode="gray">
          <a:xfrm rot="16200000" flipH="1">
            <a:off x="6403889" y="2902210"/>
            <a:ext cx="162638" cy="1905"/>
          </a:xfrm>
          <a:prstGeom prst="bentConnector3">
            <a:avLst>
              <a:gd name="adj1" fmla="val 50000"/>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5" name="Star: 4 Points 143">
            <a:extLst>
              <a:ext uri="{FF2B5EF4-FFF2-40B4-BE49-F238E27FC236}">
                <a16:creationId xmlns:a16="http://schemas.microsoft.com/office/drawing/2014/main" id="{C3695904-785B-39F3-FF3B-1C9A671490D5}"/>
              </a:ext>
            </a:extLst>
          </p:cNvPr>
          <p:cNvSpPr/>
          <p:nvPr/>
        </p:nvSpPr>
        <p:spPr bwMode="auto">
          <a:xfrm>
            <a:off x="6394039" y="298448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37" name="Rectangle 55">
            <a:extLst>
              <a:ext uri="{FF2B5EF4-FFF2-40B4-BE49-F238E27FC236}">
                <a16:creationId xmlns:a16="http://schemas.microsoft.com/office/drawing/2014/main" id="{401FCF7D-BA56-F282-20FF-B4D10E73CC71}"/>
              </a:ext>
            </a:extLst>
          </p:cNvPr>
          <p:cNvSpPr/>
          <p:nvPr/>
        </p:nvSpPr>
        <p:spPr>
          <a:xfrm>
            <a:off x="6236265" y="3159838"/>
            <a:ext cx="499789" cy="276999"/>
          </a:xfrm>
          <a:prstGeom prst="rect">
            <a:avLst/>
          </a:prstGeom>
          <a:solidFill>
            <a:schemeClr val="tx2"/>
          </a:solidFill>
          <a:ln>
            <a:solidFill>
              <a:schemeClr val="accent2"/>
            </a:solidFill>
          </a:ln>
        </p:spPr>
        <p:txBody>
          <a:bodyPr wrap="square">
            <a:spAutoFit/>
          </a:bodyPr>
          <a:lstStyle/>
          <a:p>
            <a:pPr algn="ctr" defTabSz="1219108">
              <a:defRPr/>
            </a:pPr>
            <a:r>
              <a:rPr lang="en-US" altLang="zh-CN" sz="1200" b="1" i="1">
                <a:solidFill>
                  <a:srgbClr val="44546A"/>
                </a:solidFill>
                <a:ea typeface="等线" panose="02010600030101010101" pitchFamily="2" charset="-122"/>
                <a:cs typeface="Calibri" panose="020F0502020204030204" pitchFamily="34" charset="0"/>
              </a:rPr>
              <a:t>PoC</a:t>
            </a:r>
            <a:endParaRPr lang="zh-CN" altLang="en-US" sz="1200" b="1" i="1">
              <a:solidFill>
                <a:srgbClr val="44546A"/>
              </a:solidFill>
              <a:ea typeface="等线" panose="02010600030101010101" pitchFamily="2" charset="-122"/>
              <a:cs typeface="Calibri" panose="020F0502020204030204" pitchFamily="34" charset="0"/>
            </a:endParaRPr>
          </a:p>
        </p:txBody>
      </p:sp>
      <p:grpSp>
        <p:nvGrpSpPr>
          <p:cNvPr id="248" name="Group 247">
            <a:extLst>
              <a:ext uri="{FF2B5EF4-FFF2-40B4-BE49-F238E27FC236}">
                <a16:creationId xmlns:a16="http://schemas.microsoft.com/office/drawing/2014/main" id="{6F799B9F-71D1-37D2-8833-8B70C84229FD}"/>
              </a:ext>
            </a:extLst>
          </p:cNvPr>
          <p:cNvGrpSpPr/>
          <p:nvPr/>
        </p:nvGrpSpPr>
        <p:grpSpPr>
          <a:xfrm>
            <a:off x="3792107" y="1644991"/>
            <a:ext cx="598242" cy="4062432"/>
            <a:chOff x="2444277" y="1675830"/>
            <a:chExt cx="598242" cy="4062432"/>
          </a:xfrm>
        </p:grpSpPr>
        <p:cxnSp>
          <p:nvCxnSpPr>
            <p:cNvPr id="257" name="Straight Connector 147">
              <a:extLst>
                <a:ext uri="{FF2B5EF4-FFF2-40B4-BE49-F238E27FC236}">
                  <a16:creationId xmlns:a16="http://schemas.microsoft.com/office/drawing/2014/main" id="{73377D77-D717-6962-C64F-34C6A90D54CE}"/>
                </a:ext>
              </a:extLst>
            </p:cNvPr>
            <p:cNvCxnSpPr>
              <a:cxnSpLocks/>
              <a:endCxn id="260" idx="2"/>
            </p:cNvCxnSpPr>
            <p:nvPr/>
          </p:nvCxnSpPr>
          <p:spPr bwMode="auto">
            <a:xfrm flipV="1">
              <a:off x="2743398" y="1932375"/>
              <a:ext cx="0" cy="3805887"/>
            </a:xfrm>
            <a:prstGeom prst="line">
              <a:avLst/>
            </a:prstGeom>
            <a:solidFill>
              <a:schemeClr val="accent1"/>
            </a:solidFill>
            <a:ln w="15875" cap="flat" cmpd="sng" algn="ctr">
              <a:solidFill>
                <a:srgbClr val="FF0000"/>
              </a:solidFill>
              <a:prstDash val="sysDash"/>
              <a:round/>
              <a:headEnd type="none" w="med" len="med"/>
              <a:tailEnd type="none" w="med" len="med"/>
            </a:ln>
            <a:effectLst/>
          </p:spPr>
        </p:cxnSp>
        <p:sp>
          <p:nvSpPr>
            <p:cNvPr id="260" name="Rectangle 52">
              <a:extLst>
                <a:ext uri="{FF2B5EF4-FFF2-40B4-BE49-F238E27FC236}">
                  <a16:creationId xmlns:a16="http://schemas.microsoft.com/office/drawing/2014/main" id="{EFE7DE82-B128-0C68-0C08-186570D28EE7}"/>
                </a:ext>
              </a:extLst>
            </p:cNvPr>
            <p:cNvSpPr/>
            <p:nvPr/>
          </p:nvSpPr>
          <p:spPr>
            <a:xfrm>
              <a:off x="2444277" y="1675830"/>
              <a:ext cx="598242" cy="256545"/>
            </a:xfrm>
            <a:prstGeom prst="rect">
              <a:avLst/>
            </a:prstGeom>
          </p:spPr>
          <p:txBody>
            <a:bodyPr wrap="none">
              <a:spAutoFit/>
            </a:bodyPr>
            <a:lstStyle/>
            <a:p>
              <a:pPr algn="ctr" defTabSz="1219108">
                <a:defRPr/>
              </a:pPr>
              <a:r>
                <a:rPr lang="en-US" altLang="zh-CN" sz="1067" b="1">
                  <a:solidFill>
                    <a:srgbClr val="FF0000"/>
                  </a:solidFill>
                  <a:ea typeface="等线" panose="02010600030101010101" pitchFamily="2" charset="-122"/>
                </a:rPr>
                <a:t>Today</a:t>
              </a:r>
              <a:endParaRPr lang="zh-CN" altLang="en-US" sz="1067" b="1">
                <a:solidFill>
                  <a:srgbClr val="FF0000"/>
                </a:solidFill>
                <a:ea typeface="等线" panose="02010600030101010101" pitchFamily="2" charset="-122"/>
              </a:endParaRPr>
            </a:p>
          </p:txBody>
        </p:sp>
      </p:grpSp>
      <p:sp>
        <p:nvSpPr>
          <p:cNvPr id="3" name="Isosceles Triangle 128">
            <a:extLst>
              <a:ext uri="{FF2B5EF4-FFF2-40B4-BE49-F238E27FC236}">
                <a16:creationId xmlns:a16="http://schemas.microsoft.com/office/drawing/2014/main" id="{96A796AF-104D-887E-992F-30F319001293}"/>
              </a:ext>
            </a:extLst>
          </p:cNvPr>
          <p:cNvSpPr/>
          <p:nvPr/>
        </p:nvSpPr>
        <p:spPr>
          <a:xfrm rot="5400000">
            <a:off x="11931278" y="4820430"/>
            <a:ext cx="256543" cy="230532"/>
          </a:xfrm>
          <a:prstGeom prst="triangle">
            <a:avLst/>
          </a:prstGeom>
          <a:pattFill prst="pct25">
            <a:fgClr>
              <a:srgbClr val="00B050"/>
            </a:fgClr>
            <a:bgClr>
              <a:schemeClr val="bg1"/>
            </a:bgClr>
          </a:patt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24" name="文本框 160">
            <a:extLst>
              <a:ext uri="{FF2B5EF4-FFF2-40B4-BE49-F238E27FC236}">
                <a16:creationId xmlns:a16="http://schemas.microsoft.com/office/drawing/2014/main" id="{CFC75FA6-FDEB-F4F3-CE22-DDDB6675CBA5}"/>
              </a:ext>
            </a:extLst>
          </p:cNvPr>
          <p:cNvSpPr txBox="1"/>
          <p:nvPr/>
        </p:nvSpPr>
        <p:spPr>
          <a:xfrm>
            <a:off x="1778232" y="4432154"/>
            <a:ext cx="4865427" cy="1293971"/>
          </a:xfrm>
          <a:prstGeom prst="roundRect">
            <a:avLst/>
          </a:prstGeom>
          <a:solidFill>
            <a:schemeClr val="bg1"/>
          </a:solidFill>
          <a:ln>
            <a:solidFill>
              <a:srgbClr val="076D7E"/>
            </a:solidFill>
            <a:prstDash val="lgDash"/>
          </a:ln>
        </p:spPr>
        <p:txBody>
          <a:bodyPr wrap="square" lIns="91440" tIns="45720" rIns="91440" bIns="45720" rtlCol="0" anchor="ctr">
            <a:spAutoFit/>
          </a:bodyPr>
          <a:lstStyle/>
          <a:p>
            <a:pPr defTabSz="1219170">
              <a:spcAft>
                <a:spcPts val="267"/>
              </a:spcAft>
              <a:defRPr/>
            </a:pPr>
            <a:r>
              <a:rPr lang="en-US" altLang="zh-CN" sz="1000" b="1" i="1">
                <a:solidFill>
                  <a:srgbClr val="002060"/>
                </a:solidFill>
                <a:cs typeface="Calibri"/>
              </a:rPr>
              <a:t>China Update:</a:t>
            </a:r>
            <a:r>
              <a:rPr lang="en-US" altLang="zh-CN" sz="1000" i="1">
                <a:solidFill>
                  <a:srgbClr val="002060"/>
                </a:solidFill>
                <a:cs typeface="Calibri"/>
              </a:rPr>
              <a:t>	</a:t>
            </a:r>
          </a:p>
          <a:p>
            <a:pPr marL="274320" lvl="1" indent="-95885" defTabSz="1219170">
              <a:spcAft>
                <a:spcPts val="267"/>
              </a:spcAft>
              <a:buFont typeface="Arial" panose="020B0604020202020204" pitchFamily="34" charset="0"/>
              <a:buChar char="•"/>
              <a:defRPr/>
            </a:pPr>
            <a:r>
              <a:rPr lang="en-US" altLang="zh-CN" sz="1000" b="1" i="1">
                <a:solidFill>
                  <a:srgbClr val="002060"/>
                </a:solidFill>
                <a:cs typeface="Calibri"/>
              </a:rPr>
              <a:t>DR/DME ECR based on Beijing Healthcare Insurance Study: </a:t>
            </a:r>
          </a:p>
          <a:p>
            <a:pPr marL="731520" lvl="2" indent="-95885" defTabSz="1219170">
              <a:spcAft>
                <a:spcPts val="267"/>
              </a:spcAft>
              <a:buFont typeface="Arial" panose="020B0604020202020204" pitchFamily="34" charset="0"/>
              <a:buChar char="•"/>
              <a:defRPr/>
            </a:pPr>
            <a:r>
              <a:rPr lang="en-US" altLang="zh-CN" sz="1000" i="1">
                <a:solidFill>
                  <a:srgbClr val="002060"/>
                </a:solidFill>
                <a:cs typeface="Calibri"/>
              </a:rPr>
              <a:t>Proposal approved and released on 9 Apr</a:t>
            </a:r>
          </a:p>
          <a:p>
            <a:pPr marL="731520" lvl="2" indent="-95885" defTabSz="1219170">
              <a:spcAft>
                <a:spcPts val="267"/>
              </a:spcAft>
              <a:buFont typeface="Arial" panose="020B0604020202020204" pitchFamily="34" charset="0"/>
              <a:buChar char="•"/>
              <a:defRPr/>
            </a:pPr>
            <a:r>
              <a:rPr lang="en-US" altLang="zh-CN" sz="1000" i="1">
                <a:solidFill>
                  <a:srgbClr val="002060"/>
                </a:solidFill>
                <a:cs typeface="Calibri"/>
              </a:rPr>
              <a:t>Ophthalmology investigator, Prof. Kang Feng, proposed and  engaged F2F on 31 Mar</a:t>
            </a:r>
          </a:p>
          <a:p>
            <a:pPr marL="274320" lvl="1" indent="-95885" defTabSz="1219170">
              <a:spcAft>
                <a:spcPts val="267"/>
              </a:spcAft>
              <a:buFont typeface="Arial" panose="020B0604020202020204" pitchFamily="34" charset="0"/>
              <a:buChar char="•"/>
              <a:defRPr/>
            </a:pPr>
            <a:r>
              <a:rPr lang="en-US" altLang="zh-CN" sz="1000" i="1">
                <a:solidFill>
                  <a:srgbClr val="002060"/>
                </a:solidFill>
                <a:cs typeface="Calibri" panose="020F0502020204030204" pitchFamily="34" charset="0"/>
              </a:rPr>
              <a:t>Global/China brand team regular meeting kicked off on 25 Mar.</a:t>
            </a:r>
          </a:p>
        </p:txBody>
      </p:sp>
      <p:sp>
        <p:nvSpPr>
          <p:cNvPr id="14" name="文本框 160">
            <a:extLst>
              <a:ext uri="{FF2B5EF4-FFF2-40B4-BE49-F238E27FC236}">
                <a16:creationId xmlns:a16="http://schemas.microsoft.com/office/drawing/2014/main" id="{E37F7D49-7DEE-BA08-FA92-5C104B6EEA8F}"/>
              </a:ext>
            </a:extLst>
          </p:cNvPr>
          <p:cNvSpPr txBox="1"/>
          <p:nvPr/>
        </p:nvSpPr>
        <p:spPr>
          <a:xfrm>
            <a:off x="7778448" y="2147526"/>
            <a:ext cx="3871226" cy="655499"/>
          </a:xfrm>
          <a:prstGeom prst="roundRect">
            <a:avLst/>
          </a:prstGeom>
          <a:solidFill>
            <a:schemeClr val="bg1"/>
          </a:solidFill>
          <a:ln>
            <a:solidFill>
              <a:srgbClr val="076D7E"/>
            </a:solidFill>
            <a:prstDash val="lgDash"/>
          </a:ln>
        </p:spPr>
        <p:txBody>
          <a:bodyPr wrap="square" lIns="91440" tIns="45720" rIns="91440" bIns="45720" rtlCol="0" anchor="ctr">
            <a:spAutoFit/>
          </a:bodyPr>
          <a:lstStyle/>
          <a:p>
            <a:pPr defTabSz="1219170">
              <a:spcAft>
                <a:spcPts val="267"/>
              </a:spcAft>
              <a:defRPr/>
            </a:pPr>
            <a:r>
              <a:rPr lang="en-US" altLang="zh-CN" sz="1000" b="1" i="1">
                <a:solidFill>
                  <a:srgbClr val="002060"/>
                </a:solidFill>
                <a:cs typeface="Calibri"/>
              </a:rPr>
              <a:t>Global Update:</a:t>
            </a:r>
            <a:r>
              <a:rPr lang="en-US" altLang="zh-CN" sz="1000" i="1">
                <a:solidFill>
                  <a:srgbClr val="002060"/>
                </a:solidFill>
                <a:cs typeface="Calibri"/>
              </a:rPr>
              <a:t>	</a:t>
            </a:r>
          </a:p>
          <a:p>
            <a:pPr marL="274320" lvl="1" indent="-95885" defTabSz="1219170">
              <a:spcAft>
                <a:spcPts val="267"/>
              </a:spcAft>
              <a:buFont typeface="Arial" panose="020B0604020202020204" pitchFamily="34" charset="0"/>
              <a:buChar char="•"/>
              <a:defRPr/>
            </a:pPr>
            <a:r>
              <a:rPr lang="de-DE" altLang="zh-CN" sz="1000" b="1" i="1">
                <a:solidFill>
                  <a:srgbClr val="002060"/>
                </a:solidFill>
                <a:cs typeface="Calibri"/>
              </a:rPr>
              <a:t>Phase IIb CRIMSON</a:t>
            </a:r>
            <a:r>
              <a:rPr lang="de-DE" altLang="zh-CN" sz="1000" i="1">
                <a:solidFill>
                  <a:srgbClr val="002060"/>
                </a:solidFill>
                <a:cs typeface="Calibri"/>
              </a:rPr>
              <a:t>: LPI milestone achieved on 3 Apr, approximately one month ahead of revised projections</a:t>
            </a:r>
            <a:endParaRPr lang="en-US" altLang="zh-CN" sz="1000" i="1">
              <a:solidFill>
                <a:srgbClr val="002060"/>
              </a:solidFill>
              <a:cs typeface="Calibri"/>
            </a:endParaRPr>
          </a:p>
        </p:txBody>
      </p:sp>
    </p:spTree>
    <p:extLst>
      <p:ext uri="{BB962C8B-B14F-4D97-AF65-F5344CB8AC3E}">
        <p14:creationId xmlns:p14="http://schemas.microsoft.com/office/powerpoint/2010/main" val="15934704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D6F1D-F1C3-3176-E5EF-E372E643EB80}"/>
            </a:ext>
          </a:extLst>
        </p:cNvPr>
        <p:cNvGrpSpPr/>
        <p:nvPr/>
      </p:nvGrpSpPr>
      <p:grpSpPr>
        <a:xfrm>
          <a:off x="0" y="0"/>
          <a:ext cx="0" cy="0"/>
          <a:chOff x="0" y="0"/>
          <a:chExt cx="0" cy="0"/>
        </a:xfrm>
      </p:grpSpPr>
      <p:grpSp>
        <p:nvGrpSpPr>
          <p:cNvPr id="227" name="Group 226">
            <a:extLst>
              <a:ext uri="{FF2B5EF4-FFF2-40B4-BE49-F238E27FC236}">
                <a16:creationId xmlns:a16="http://schemas.microsoft.com/office/drawing/2014/main" id="{C5843D3C-152A-21AD-D211-072FBE414710}"/>
              </a:ext>
            </a:extLst>
          </p:cNvPr>
          <p:cNvGrpSpPr/>
          <p:nvPr/>
        </p:nvGrpSpPr>
        <p:grpSpPr>
          <a:xfrm>
            <a:off x="3829923" y="1675830"/>
            <a:ext cx="598242" cy="4062432"/>
            <a:chOff x="2444277" y="1675830"/>
            <a:chExt cx="598242" cy="4062432"/>
          </a:xfrm>
        </p:grpSpPr>
        <p:cxnSp>
          <p:nvCxnSpPr>
            <p:cNvPr id="277" name="Straight Connector 147">
              <a:extLst>
                <a:ext uri="{FF2B5EF4-FFF2-40B4-BE49-F238E27FC236}">
                  <a16:creationId xmlns:a16="http://schemas.microsoft.com/office/drawing/2014/main" id="{C693D84D-2F9D-0468-D58A-EE26A46E74A7}"/>
                </a:ext>
              </a:extLst>
            </p:cNvPr>
            <p:cNvCxnSpPr>
              <a:cxnSpLocks/>
              <a:endCxn id="279" idx="2"/>
            </p:cNvCxnSpPr>
            <p:nvPr/>
          </p:nvCxnSpPr>
          <p:spPr bwMode="auto">
            <a:xfrm flipV="1">
              <a:off x="2743398" y="1932375"/>
              <a:ext cx="0" cy="3805887"/>
            </a:xfrm>
            <a:prstGeom prst="line">
              <a:avLst/>
            </a:prstGeom>
            <a:solidFill>
              <a:schemeClr val="accent1"/>
            </a:solidFill>
            <a:ln w="15875" cap="flat" cmpd="sng" algn="ctr">
              <a:solidFill>
                <a:srgbClr val="FF0000"/>
              </a:solidFill>
              <a:prstDash val="sysDash"/>
              <a:round/>
              <a:headEnd type="none" w="med" len="med"/>
              <a:tailEnd type="none" w="med" len="med"/>
            </a:ln>
            <a:effectLst/>
          </p:spPr>
        </p:cxnSp>
        <p:sp>
          <p:nvSpPr>
            <p:cNvPr id="279" name="Rectangle 52">
              <a:extLst>
                <a:ext uri="{FF2B5EF4-FFF2-40B4-BE49-F238E27FC236}">
                  <a16:creationId xmlns:a16="http://schemas.microsoft.com/office/drawing/2014/main" id="{38774EB7-F6C1-D162-3395-32A6FFFFD682}"/>
                </a:ext>
              </a:extLst>
            </p:cNvPr>
            <p:cNvSpPr/>
            <p:nvPr/>
          </p:nvSpPr>
          <p:spPr>
            <a:xfrm>
              <a:off x="2444277" y="1675830"/>
              <a:ext cx="598242" cy="256545"/>
            </a:xfrm>
            <a:prstGeom prst="rect">
              <a:avLst/>
            </a:prstGeom>
          </p:spPr>
          <p:txBody>
            <a:bodyPr wrap="none">
              <a:spAutoFit/>
            </a:bodyPr>
            <a:lstStyle/>
            <a:p>
              <a:pPr algn="ctr" defTabSz="1219108">
                <a:defRPr/>
              </a:pPr>
              <a:r>
                <a:rPr lang="en-US" altLang="zh-CN" sz="1067" b="1">
                  <a:solidFill>
                    <a:srgbClr val="FF0000"/>
                  </a:solidFill>
                  <a:ea typeface="等线" panose="02010600030101010101" pitchFamily="2" charset="-122"/>
                </a:rPr>
                <a:t>Today</a:t>
              </a:r>
              <a:endParaRPr lang="zh-CN" altLang="en-US" sz="1067" b="1">
                <a:solidFill>
                  <a:srgbClr val="FF0000"/>
                </a:solidFill>
                <a:ea typeface="等线" panose="02010600030101010101" pitchFamily="2" charset="-122"/>
              </a:endParaRPr>
            </a:p>
          </p:txBody>
        </p:sp>
      </p:grpSp>
      <p:sp>
        <p:nvSpPr>
          <p:cNvPr id="2" name="Title 1">
            <a:extLst>
              <a:ext uri="{FF2B5EF4-FFF2-40B4-BE49-F238E27FC236}">
                <a16:creationId xmlns:a16="http://schemas.microsoft.com/office/drawing/2014/main" id="{A80AB7EF-2479-BB73-CFE8-F9DEA598AD19}"/>
              </a:ext>
            </a:extLst>
          </p:cNvPr>
          <p:cNvSpPr>
            <a:spLocks noGrp="1"/>
          </p:cNvSpPr>
          <p:nvPr>
            <p:ph type="title"/>
          </p:nvPr>
        </p:nvSpPr>
        <p:spPr/>
        <p:txBody>
          <a:bodyPr/>
          <a:lstStyle/>
          <a:p>
            <a:r>
              <a:rPr lang="en-US" altLang="zh-CN">
                <a:latin typeface="+mn-lt"/>
              </a:rPr>
              <a:t>BI 771716 / Anti-C3 AB, Geographic Atrophy (GA), Development Plan </a:t>
            </a:r>
            <a:endParaRPr lang="zh-CN" altLang="en-US">
              <a:latin typeface="+mn-lt"/>
            </a:endParaRPr>
          </a:p>
        </p:txBody>
      </p:sp>
      <p:sp>
        <p:nvSpPr>
          <p:cNvPr id="4" name="Text Placeholder 3">
            <a:extLst>
              <a:ext uri="{FF2B5EF4-FFF2-40B4-BE49-F238E27FC236}">
                <a16:creationId xmlns:a16="http://schemas.microsoft.com/office/drawing/2014/main" id="{87010480-0048-FBAA-0649-5F50214B6634}"/>
              </a:ext>
            </a:extLst>
          </p:cNvPr>
          <p:cNvSpPr>
            <a:spLocks noGrp="1"/>
          </p:cNvSpPr>
          <p:nvPr>
            <p:ph type="body" sz="quarter" idx="13"/>
          </p:nvPr>
        </p:nvSpPr>
        <p:spPr>
          <a:xfrm>
            <a:off x="444188" y="6582084"/>
            <a:ext cx="11232000" cy="144000"/>
          </a:xfrm>
        </p:spPr>
        <p:txBody>
          <a:bodyPr/>
          <a:lstStyle/>
          <a:p>
            <a:endParaRPr lang="zh-CN" altLang="en-US"/>
          </a:p>
        </p:txBody>
      </p:sp>
      <p:sp>
        <p:nvSpPr>
          <p:cNvPr id="6" name="Slide Number Placeholder 5">
            <a:extLst>
              <a:ext uri="{FF2B5EF4-FFF2-40B4-BE49-F238E27FC236}">
                <a16:creationId xmlns:a16="http://schemas.microsoft.com/office/drawing/2014/main" id="{C810A3AB-A5A5-CAF9-84E6-9FC883EC438D}"/>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9BEF45BE-1209-F8E0-4650-BED8E378C266}"/>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17</a:t>
            </a:fld>
            <a:endParaRPr lang="en-US" kern="0">
              <a:solidFill>
                <a:srgbClr val="08312A"/>
              </a:solidFill>
              <a:cs typeface="Arial"/>
              <a:sym typeface="Arial"/>
            </a:endParaRPr>
          </a:p>
        </p:txBody>
      </p:sp>
      <p:sp>
        <p:nvSpPr>
          <p:cNvPr id="240" name="OTLSHAPE_T_5a934a26f311425e8ebaa0f45e6533ad_Shape">
            <a:extLst>
              <a:ext uri="{FF2B5EF4-FFF2-40B4-BE49-F238E27FC236}">
                <a16:creationId xmlns:a16="http://schemas.microsoft.com/office/drawing/2014/main" id="{830DBC56-9F89-F153-F741-B394C9099CA3}"/>
              </a:ext>
            </a:extLst>
          </p:cNvPr>
          <p:cNvSpPr/>
          <p:nvPr>
            <p:custDataLst>
              <p:tags r:id="rId1"/>
            </p:custDataLst>
          </p:nvPr>
        </p:nvSpPr>
        <p:spPr bwMode="auto">
          <a:xfrm>
            <a:off x="2740668" y="2278100"/>
            <a:ext cx="3050588"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graphicFrame>
        <p:nvGraphicFramePr>
          <p:cNvPr id="241" name="Table 3">
            <a:extLst>
              <a:ext uri="{FF2B5EF4-FFF2-40B4-BE49-F238E27FC236}">
                <a16:creationId xmlns:a16="http://schemas.microsoft.com/office/drawing/2014/main" id="{7BFCDB58-3AEC-F2C3-3D60-CDE7C1D7D4FE}"/>
              </a:ext>
            </a:extLst>
          </p:cNvPr>
          <p:cNvGraphicFramePr>
            <a:graphicFrameLocks noGrp="1"/>
          </p:cNvGraphicFramePr>
          <p:nvPr/>
        </p:nvGraphicFramePr>
        <p:xfrm>
          <a:off x="1285344" y="1027483"/>
          <a:ext cx="10658940"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97A14C5A-0895-A6E7-1C2A-3E958B1C63FE}"/>
              </a:ext>
            </a:extLst>
          </p:cNvPr>
          <p:cNvCxnSpPr>
            <a:cxnSpLocks/>
          </p:cNvCxnSpPr>
          <p:nvPr/>
        </p:nvCxnSpPr>
        <p:spPr bwMode="auto">
          <a:xfrm flipH="1">
            <a:off x="0" y="4063345"/>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339A390B-327F-DD95-CE01-D128CE2742A6}"/>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63FEBB8F-19FC-931B-6FA9-67EA7F913EA5}"/>
              </a:ext>
            </a:extLst>
          </p:cNvPr>
          <p:cNvSpPr/>
          <p:nvPr/>
        </p:nvSpPr>
        <p:spPr>
          <a:xfrm rot="5400000">
            <a:off x="11736946" y="1254539"/>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D3DEB3C9-0C12-ED4F-87BA-85A2CE541904}"/>
              </a:ext>
            </a:extLst>
          </p:cNvPr>
          <p:cNvSpPr txBox="1"/>
          <p:nvPr/>
        </p:nvSpPr>
        <p:spPr>
          <a:xfrm>
            <a:off x="31595" y="2220808"/>
            <a:ext cx="825189"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Ph2 -</a:t>
            </a:r>
          </a:p>
          <a:p>
            <a:pPr algn="ctr" defTabSz="914377">
              <a:defRPr/>
            </a:pPr>
            <a:r>
              <a:rPr lang="en-US" altLang="zh-CN" sz="1067" b="1">
                <a:solidFill>
                  <a:srgbClr val="08312A"/>
                </a:solidFill>
                <a:cs typeface="Calibri" panose="020F0502020204030204" pitchFamily="34" charset="0"/>
              </a:rPr>
              <a:t>1497-0002</a:t>
            </a:r>
          </a:p>
          <a:p>
            <a:pPr algn="ctr" defTabSz="914377">
              <a:defRPr/>
            </a:pPr>
            <a:r>
              <a:rPr lang="en-US" sz="1067" b="1">
                <a:solidFill>
                  <a:srgbClr val="08312A"/>
                </a:solidFill>
                <a:cs typeface="Calibri" panose="020F0502020204030204" pitchFamily="34" charset="0"/>
              </a:rPr>
              <a:t>VERDANT</a:t>
            </a:r>
          </a:p>
        </p:txBody>
      </p:sp>
      <p:pic>
        <p:nvPicPr>
          <p:cNvPr id="246" name="Picture 4">
            <a:extLst>
              <a:ext uri="{FF2B5EF4-FFF2-40B4-BE49-F238E27FC236}">
                <a16:creationId xmlns:a16="http://schemas.microsoft.com/office/drawing/2014/main" id="{AE38D148-B437-487C-7826-4DD203AD6114}"/>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E7C7D9AA-9072-0D4B-81DD-3089F282DB6C}"/>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27783" y="4040078"/>
            <a:ext cx="1138019" cy="560880"/>
          </a:xfrm>
          <a:prstGeom prst="rect">
            <a:avLst/>
          </a:prstGeom>
        </p:spPr>
      </p:pic>
      <p:sp>
        <p:nvSpPr>
          <p:cNvPr id="249" name="Rectangle 52">
            <a:extLst>
              <a:ext uri="{FF2B5EF4-FFF2-40B4-BE49-F238E27FC236}">
                <a16:creationId xmlns:a16="http://schemas.microsoft.com/office/drawing/2014/main" id="{31D8D689-5710-B451-EC33-D2D8F8037BDA}"/>
              </a:ext>
            </a:extLst>
          </p:cNvPr>
          <p:cNvSpPr/>
          <p:nvPr/>
        </p:nvSpPr>
        <p:spPr>
          <a:xfrm>
            <a:off x="1154408" y="2563974"/>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3A38B955-7CFF-EBA6-47F9-8CCE341DEF03}"/>
              </a:ext>
            </a:extLst>
          </p:cNvPr>
          <p:cNvSpPr txBox="1"/>
          <p:nvPr>
            <p:custDataLst>
              <p:tags r:id="rId2"/>
            </p:custDataLst>
          </p:nvPr>
        </p:nvSpPr>
        <p:spPr>
          <a:xfrm>
            <a:off x="830861" y="2099832"/>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Jan 2025</a:t>
            </a:r>
            <a:endParaRPr lang="zh-CN" altLang="en-US" sz="1067" b="1" i="1">
              <a:solidFill>
                <a:schemeClr val="bg1">
                  <a:lumMod val="65000"/>
                </a:schemeClr>
              </a:solidFill>
              <a:ea typeface="等线" panose="02010600030101010101" pitchFamily="2" charset="-122"/>
            </a:endParaRPr>
          </a:p>
        </p:txBody>
      </p:sp>
      <p:sp>
        <p:nvSpPr>
          <p:cNvPr id="264" name="Rectangle 55">
            <a:extLst>
              <a:ext uri="{FF2B5EF4-FFF2-40B4-BE49-F238E27FC236}">
                <a16:creationId xmlns:a16="http://schemas.microsoft.com/office/drawing/2014/main" id="{46255927-3BE1-32A9-531D-AF38B3C3EA39}"/>
              </a:ext>
            </a:extLst>
          </p:cNvPr>
          <p:cNvSpPr/>
          <p:nvPr/>
        </p:nvSpPr>
        <p:spPr>
          <a:xfrm>
            <a:off x="2545531" y="2563973"/>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95811C93-3B6D-20D5-872D-576F9A49953E}"/>
              </a:ext>
            </a:extLst>
          </p:cNvPr>
          <p:cNvSpPr txBox="1"/>
          <p:nvPr>
            <p:custDataLst>
              <p:tags r:id="rId3"/>
            </p:custDataLst>
          </p:nvPr>
        </p:nvSpPr>
        <p:spPr>
          <a:xfrm>
            <a:off x="2256449" y="2099832"/>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Sep 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3" name="Star: 4 Points 143">
            <a:extLst>
              <a:ext uri="{FF2B5EF4-FFF2-40B4-BE49-F238E27FC236}">
                <a16:creationId xmlns:a16="http://schemas.microsoft.com/office/drawing/2014/main" id="{1C7A43B4-6E0D-C1B8-BFD8-624BC0CFC53C}"/>
              </a:ext>
            </a:extLst>
          </p:cNvPr>
          <p:cNvSpPr/>
          <p:nvPr/>
        </p:nvSpPr>
        <p:spPr bwMode="auto">
          <a:xfrm>
            <a:off x="1261009"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CA5AC320-1A56-EFC0-1D9A-A41C7CED5381}"/>
              </a:ext>
            </a:extLst>
          </p:cNvPr>
          <p:cNvSpPr/>
          <p:nvPr/>
        </p:nvSpPr>
        <p:spPr bwMode="auto">
          <a:xfrm>
            <a:off x="2652031"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312" name="文本框 160">
            <a:extLst>
              <a:ext uri="{FF2B5EF4-FFF2-40B4-BE49-F238E27FC236}">
                <a16:creationId xmlns:a16="http://schemas.microsoft.com/office/drawing/2014/main" id="{B82A092A-FDC5-E6CC-1758-7CC59A17A7EA}"/>
              </a:ext>
            </a:extLst>
          </p:cNvPr>
          <p:cNvSpPr txBox="1"/>
          <p:nvPr/>
        </p:nvSpPr>
        <p:spPr>
          <a:xfrm>
            <a:off x="1708216" y="5266219"/>
            <a:ext cx="5719332" cy="1038582"/>
          </a:xfrm>
          <a:prstGeom prst="roundRect">
            <a:avLst/>
          </a:prstGeom>
          <a:solidFill>
            <a:schemeClr val="bg1"/>
          </a:solidFill>
          <a:ln>
            <a:solidFill>
              <a:srgbClr val="076D7E"/>
            </a:solidFill>
            <a:prstDash val="lgDash"/>
          </a:ln>
        </p:spPr>
        <p:txBody>
          <a:bodyPr wrap="square" rtlCol="0" anchor="ctr">
            <a:spAutoFit/>
          </a:bodyPr>
          <a:lstStyle/>
          <a:p>
            <a:pPr defTabSz="1219170">
              <a:spcAft>
                <a:spcPts val="267"/>
              </a:spcAft>
              <a:defRPr/>
            </a:pPr>
            <a:r>
              <a:rPr lang="en-US" altLang="zh-CN" sz="1000" b="1" i="1">
                <a:solidFill>
                  <a:srgbClr val="002060"/>
                </a:solidFill>
                <a:cs typeface="Calibri" panose="020F0502020204030204" pitchFamily="34" charset="0"/>
              </a:rPr>
              <a:t>China Update:</a:t>
            </a:r>
            <a:endParaRPr lang="en-US" altLang="zh-CN" sz="1000" i="1">
              <a:solidFill>
                <a:srgbClr val="002060"/>
              </a:solidFill>
              <a:cs typeface="Calibri" panose="020F0502020204030204" pitchFamily="34" charset="0"/>
            </a:endParaRPr>
          </a:p>
          <a:p>
            <a:pPr marL="95998" indent="-95998" defTabSz="1219170">
              <a:spcAft>
                <a:spcPts val="267"/>
              </a:spcAft>
              <a:buFont typeface="Arial" panose="020B0604020202020204" pitchFamily="34" charset="0"/>
              <a:buChar char="•"/>
              <a:defRPr/>
            </a:pPr>
            <a:r>
              <a:rPr lang="en-US" altLang="zh-CN" sz="1000" i="1">
                <a:solidFill>
                  <a:srgbClr val="002060"/>
                </a:solidFill>
                <a:cs typeface="Calibri" panose="020F0502020204030204" pitchFamily="34" charset="0"/>
              </a:rPr>
              <a:t>GA pipeline consultation: BB input completed and under review by global LT. Submission targeted by Apr/May depending on question list  alignment with global.</a:t>
            </a:r>
          </a:p>
          <a:p>
            <a:pPr marL="95998" indent="-95998" defTabSz="1219170">
              <a:spcAft>
                <a:spcPts val="267"/>
              </a:spcAft>
              <a:buFont typeface="Arial" panose="020B0604020202020204" pitchFamily="34" charset="0"/>
              <a:buChar char="•"/>
              <a:defRPr/>
            </a:pPr>
            <a:r>
              <a:rPr lang="en-US" altLang="zh-CN" sz="1000" i="1">
                <a:solidFill>
                  <a:srgbClr val="002060"/>
                </a:solidFill>
                <a:cs typeface="Calibri"/>
              </a:rPr>
              <a:t>Local workshop planned  in May to evaluate the impact of different Ph3 integration scenarios and evidence generation plan.</a:t>
            </a:r>
          </a:p>
        </p:txBody>
      </p:sp>
      <p:sp>
        <p:nvSpPr>
          <p:cNvPr id="5" name="Rectangle 55">
            <a:extLst>
              <a:ext uri="{FF2B5EF4-FFF2-40B4-BE49-F238E27FC236}">
                <a16:creationId xmlns:a16="http://schemas.microsoft.com/office/drawing/2014/main" id="{909BD1EE-B7ED-7119-D824-5EB1551F34B7}"/>
              </a:ext>
            </a:extLst>
          </p:cNvPr>
          <p:cNvSpPr/>
          <p:nvPr/>
        </p:nvSpPr>
        <p:spPr>
          <a:xfrm>
            <a:off x="5337083" y="2565299"/>
            <a:ext cx="92685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7" name="OTLSHAPE_T_e17f3958430f4cff8650518c93c7635e_StartDate">
            <a:extLst>
              <a:ext uri="{FF2B5EF4-FFF2-40B4-BE49-F238E27FC236}">
                <a16:creationId xmlns:a16="http://schemas.microsoft.com/office/drawing/2014/main" id="{B1EE8699-A94D-27CE-B0CA-02B125823D7A}"/>
              </a:ext>
            </a:extLst>
          </p:cNvPr>
          <p:cNvSpPr txBox="1"/>
          <p:nvPr>
            <p:custDataLst>
              <p:tags r:id="rId4"/>
            </p:custDataLst>
          </p:nvPr>
        </p:nvSpPr>
        <p:spPr>
          <a:xfrm>
            <a:off x="5296167" y="2101158"/>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Jan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8" name="Star: 4 Points 143">
            <a:extLst>
              <a:ext uri="{FF2B5EF4-FFF2-40B4-BE49-F238E27FC236}">
                <a16:creationId xmlns:a16="http://schemas.microsoft.com/office/drawing/2014/main" id="{36D30BCD-B345-D21D-66F4-6EFB9E399B57}"/>
              </a:ext>
            </a:extLst>
          </p:cNvPr>
          <p:cNvSpPr/>
          <p:nvPr/>
        </p:nvSpPr>
        <p:spPr bwMode="auto">
          <a:xfrm>
            <a:off x="5701267" y="246732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9" name="OTLSHAPE_T_5a934a26f311425e8ebaa0f45e6533ad_Shape">
            <a:extLst>
              <a:ext uri="{FF2B5EF4-FFF2-40B4-BE49-F238E27FC236}">
                <a16:creationId xmlns:a16="http://schemas.microsoft.com/office/drawing/2014/main" id="{3D105D39-F375-A841-5C81-957EB4C69B20}"/>
              </a:ext>
            </a:extLst>
          </p:cNvPr>
          <p:cNvSpPr/>
          <p:nvPr>
            <p:custDataLst>
              <p:tags r:id="rId5"/>
            </p:custDataLst>
          </p:nvPr>
        </p:nvSpPr>
        <p:spPr bwMode="auto">
          <a:xfrm>
            <a:off x="9444591" y="3261913"/>
            <a:ext cx="2474349"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10" name="Rectangle 52">
            <a:extLst>
              <a:ext uri="{FF2B5EF4-FFF2-40B4-BE49-F238E27FC236}">
                <a16:creationId xmlns:a16="http://schemas.microsoft.com/office/drawing/2014/main" id="{7EC083EA-D9F5-81BF-39D1-E47B480008A9}"/>
              </a:ext>
            </a:extLst>
          </p:cNvPr>
          <p:cNvSpPr/>
          <p:nvPr/>
        </p:nvSpPr>
        <p:spPr>
          <a:xfrm>
            <a:off x="7161361" y="3557554"/>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11" name="OTLSHAPE_T_e17f3958430f4cff8650518c93c7635e_Shape">
            <a:extLst>
              <a:ext uri="{FF2B5EF4-FFF2-40B4-BE49-F238E27FC236}">
                <a16:creationId xmlns:a16="http://schemas.microsoft.com/office/drawing/2014/main" id="{FA734B26-5507-6600-5529-A091FA652D5C}"/>
              </a:ext>
            </a:extLst>
          </p:cNvPr>
          <p:cNvSpPr/>
          <p:nvPr>
            <p:custDataLst>
              <p:tags r:id="rId6"/>
            </p:custDataLst>
          </p:nvPr>
        </p:nvSpPr>
        <p:spPr bwMode="auto">
          <a:xfrm>
            <a:off x="7345593" y="3261127"/>
            <a:ext cx="2098999"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2 x Ph3 in GA</a:t>
            </a:r>
          </a:p>
        </p:txBody>
      </p:sp>
      <p:sp>
        <p:nvSpPr>
          <p:cNvPr id="12" name="Rectangle 55">
            <a:extLst>
              <a:ext uri="{FF2B5EF4-FFF2-40B4-BE49-F238E27FC236}">
                <a16:creationId xmlns:a16="http://schemas.microsoft.com/office/drawing/2014/main" id="{9D51639D-EEB8-9905-0511-286EF80CED58}"/>
              </a:ext>
            </a:extLst>
          </p:cNvPr>
          <p:cNvSpPr/>
          <p:nvPr/>
        </p:nvSpPr>
        <p:spPr>
          <a:xfrm>
            <a:off x="9222409" y="3551784"/>
            <a:ext cx="439544"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LSS</a:t>
            </a:r>
            <a:endParaRPr lang="zh-CN" altLang="en-US" sz="1067" b="1">
              <a:solidFill>
                <a:srgbClr val="44546A"/>
              </a:solidFill>
              <a:ea typeface="等线" panose="02010600030101010101" pitchFamily="2" charset="-122"/>
              <a:cs typeface="Calibri" panose="020F0502020204030204" pitchFamily="34" charset="0"/>
            </a:endParaRPr>
          </a:p>
        </p:txBody>
      </p:sp>
      <p:sp>
        <p:nvSpPr>
          <p:cNvPr id="13" name="OTLSHAPE_T_e17f3958430f4cff8650518c93c7635e_StartDate">
            <a:extLst>
              <a:ext uri="{FF2B5EF4-FFF2-40B4-BE49-F238E27FC236}">
                <a16:creationId xmlns:a16="http://schemas.microsoft.com/office/drawing/2014/main" id="{2A36681F-FC92-EB76-CF61-4AC72C6D6E98}"/>
              </a:ext>
            </a:extLst>
          </p:cNvPr>
          <p:cNvSpPr txBox="1"/>
          <p:nvPr>
            <p:custDataLst>
              <p:tags r:id="rId7"/>
            </p:custDataLst>
          </p:nvPr>
        </p:nvSpPr>
        <p:spPr>
          <a:xfrm>
            <a:off x="8958174" y="3087643"/>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Oct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6" name="Star: 4 Points 143">
            <a:extLst>
              <a:ext uri="{FF2B5EF4-FFF2-40B4-BE49-F238E27FC236}">
                <a16:creationId xmlns:a16="http://schemas.microsoft.com/office/drawing/2014/main" id="{3C3A858E-FC1B-439E-0187-9B3B28A17433}"/>
              </a:ext>
            </a:extLst>
          </p:cNvPr>
          <p:cNvSpPr/>
          <p:nvPr/>
        </p:nvSpPr>
        <p:spPr bwMode="auto">
          <a:xfrm>
            <a:off x="7263364" y="345381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17" name="Star: 4 Points 143">
            <a:extLst>
              <a:ext uri="{FF2B5EF4-FFF2-40B4-BE49-F238E27FC236}">
                <a16:creationId xmlns:a16="http://schemas.microsoft.com/office/drawing/2014/main" id="{95AB1A5A-8186-FD68-E95B-EF945AB54446}"/>
              </a:ext>
            </a:extLst>
          </p:cNvPr>
          <p:cNvSpPr/>
          <p:nvPr/>
        </p:nvSpPr>
        <p:spPr bwMode="auto">
          <a:xfrm>
            <a:off x="9353756" y="345381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2" name="TextBox 64">
            <a:extLst>
              <a:ext uri="{FF2B5EF4-FFF2-40B4-BE49-F238E27FC236}">
                <a16:creationId xmlns:a16="http://schemas.microsoft.com/office/drawing/2014/main" id="{7C5CF588-03B6-D74B-5DC1-8A3387F0F3E3}"/>
              </a:ext>
            </a:extLst>
          </p:cNvPr>
          <p:cNvSpPr txBox="1"/>
          <p:nvPr/>
        </p:nvSpPr>
        <p:spPr>
          <a:xfrm>
            <a:off x="31594" y="3297806"/>
            <a:ext cx="825189"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Ph3 -</a:t>
            </a:r>
          </a:p>
          <a:p>
            <a:pPr algn="ctr" defTabSz="914377">
              <a:defRPr/>
            </a:pPr>
            <a:r>
              <a:rPr lang="en-US" altLang="zh-CN" sz="1067" b="1">
                <a:solidFill>
                  <a:srgbClr val="08312A"/>
                </a:solidFill>
                <a:cs typeface="Calibri" panose="020F0502020204030204" pitchFamily="34" charset="0"/>
              </a:rPr>
              <a:t>1497-0003/</a:t>
            </a:r>
          </a:p>
          <a:p>
            <a:pPr algn="ctr" defTabSz="914377">
              <a:defRPr/>
            </a:pPr>
            <a:r>
              <a:rPr lang="en-US" altLang="zh-CN" sz="1067" b="1">
                <a:solidFill>
                  <a:srgbClr val="08312A"/>
                </a:solidFill>
                <a:cs typeface="Calibri" panose="020F0502020204030204" pitchFamily="34" charset="0"/>
              </a:rPr>
              <a:t>1497-0004</a:t>
            </a:r>
          </a:p>
        </p:txBody>
      </p:sp>
      <p:sp>
        <p:nvSpPr>
          <p:cNvPr id="23" name="OTLSHAPE_T_e17f3958430f4cff8650518c93c7635e_StartDate">
            <a:extLst>
              <a:ext uri="{FF2B5EF4-FFF2-40B4-BE49-F238E27FC236}">
                <a16:creationId xmlns:a16="http://schemas.microsoft.com/office/drawing/2014/main" id="{C6D3B15B-361B-71FE-67D1-3AD24D32C712}"/>
              </a:ext>
            </a:extLst>
          </p:cNvPr>
          <p:cNvSpPr txBox="1"/>
          <p:nvPr>
            <p:custDataLst>
              <p:tags r:id="rId8"/>
            </p:custDataLst>
          </p:nvPr>
        </p:nvSpPr>
        <p:spPr>
          <a:xfrm>
            <a:off x="6899911" y="3102999"/>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Oct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98" name="五角星 55">
            <a:extLst>
              <a:ext uri="{FF2B5EF4-FFF2-40B4-BE49-F238E27FC236}">
                <a16:creationId xmlns:a16="http://schemas.microsoft.com/office/drawing/2014/main" id="{3DE1E7D5-8E6E-61EA-7BD4-13CF3DE4EF58}"/>
              </a:ext>
            </a:extLst>
          </p:cNvPr>
          <p:cNvSpPr>
            <a:spLocks/>
          </p:cNvSpPr>
          <p:nvPr/>
        </p:nvSpPr>
        <p:spPr bwMode="auto">
          <a:xfrm>
            <a:off x="11139563" y="3487904"/>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24" name="OTLSHAPE_T_e17f3958430f4cff8650518c93c7635e_StartDate">
            <a:extLst>
              <a:ext uri="{FF2B5EF4-FFF2-40B4-BE49-F238E27FC236}">
                <a16:creationId xmlns:a16="http://schemas.microsoft.com/office/drawing/2014/main" id="{E08709FE-4C9E-BBA8-2823-C14B7C54C12F}"/>
              </a:ext>
            </a:extLst>
          </p:cNvPr>
          <p:cNvSpPr txBox="1"/>
          <p:nvPr>
            <p:custDataLst>
              <p:tags r:id="rId9"/>
            </p:custDataLst>
          </p:nvPr>
        </p:nvSpPr>
        <p:spPr>
          <a:xfrm rot="19699925">
            <a:off x="10965483" y="3047320"/>
            <a:ext cx="911151" cy="123111"/>
          </a:xfrm>
          <a:prstGeom prst="rect">
            <a:avLst/>
          </a:prstGeom>
          <a:noFill/>
        </p:spPr>
        <p:txBody>
          <a:bodyPr vert="horz" wrap="square" lIns="0" tIns="0" rIns="0" bIns="0" rtlCol="0" anchor="ctr" anchorCtr="0">
            <a:spAutoFit/>
          </a:bodyPr>
          <a:lstStyle/>
          <a:p>
            <a:pPr algn="ctr" defTabSz="1219108">
              <a:defRPr/>
            </a:pPr>
            <a:r>
              <a:rPr lang="en-US" altLang="zh-CN" sz="800" b="1" i="1">
                <a:solidFill>
                  <a:schemeClr val="bg1">
                    <a:lumMod val="65000"/>
                  </a:schemeClr>
                </a:solidFill>
                <a:ea typeface="等线" panose="02010600030101010101" pitchFamily="2" charset="-122"/>
                <a:cs typeface="Calibri" panose="020F0502020204030204" pitchFamily="34" charset="0"/>
              </a:rPr>
              <a:t>May 2030</a:t>
            </a:r>
            <a:endParaRPr lang="zh-CN" altLang="en-US" sz="800" b="1" i="1">
              <a:solidFill>
                <a:schemeClr val="bg1">
                  <a:lumMod val="65000"/>
                </a:schemeClr>
              </a:solidFill>
              <a:ea typeface="等线" panose="02010600030101010101" pitchFamily="2" charset="-122"/>
              <a:cs typeface="Calibri" panose="020F0502020204030204" pitchFamily="34" charset="0"/>
            </a:endParaRPr>
          </a:p>
        </p:txBody>
      </p:sp>
      <p:sp>
        <p:nvSpPr>
          <p:cNvPr id="25" name="Rectangle 55">
            <a:extLst>
              <a:ext uri="{FF2B5EF4-FFF2-40B4-BE49-F238E27FC236}">
                <a16:creationId xmlns:a16="http://schemas.microsoft.com/office/drawing/2014/main" id="{DFF1C253-D9A1-4EFD-76AE-2EE456BCDA14}"/>
              </a:ext>
            </a:extLst>
          </p:cNvPr>
          <p:cNvSpPr/>
          <p:nvPr/>
        </p:nvSpPr>
        <p:spPr>
          <a:xfrm rot="19614369">
            <a:off x="10890390" y="3710932"/>
            <a:ext cx="643125" cy="188385"/>
          </a:xfrm>
          <a:prstGeom prst="rect">
            <a:avLst/>
          </a:prstGeom>
        </p:spPr>
        <p:txBody>
          <a:bodyPr wrap="none">
            <a:spAutoFit/>
          </a:bodyPr>
          <a:lstStyle/>
          <a:p>
            <a:pPr algn="ctr" defTabSz="1219108">
              <a:lnSpc>
                <a:spcPts val="700"/>
              </a:lnSpc>
              <a:defRPr/>
            </a:pPr>
            <a:r>
              <a:rPr lang="en-US" altLang="zh-CN" sz="800" b="1">
                <a:solidFill>
                  <a:srgbClr val="44546A"/>
                </a:solidFill>
                <a:ea typeface="等线" panose="02010600030101010101" pitchFamily="2" charset="-122"/>
                <a:cs typeface="Calibri" panose="020F0502020204030204" pitchFamily="34" charset="0"/>
              </a:rPr>
              <a:t>NDA sub.</a:t>
            </a:r>
            <a:endParaRPr lang="zh-CN" altLang="en-US" sz="800" b="1">
              <a:solidFill>
                <a:srgbClr val="44546A"/>
              </a:solidFill>
              <a:ea typeface="等线" panose="02010600030101010101" pitchFamily="2" charset="-122"/>
              <a:cs typeface="Calibri" panose="020F0502020204030204" pitchFamily="34" charset="0"/>
            </a:endParaRPr>
          </a:p>
        </p:txBody>
      </p:sp>
      <p:cxnSp>
        <p:nvCxnSpPr>
          <p:cNvPr id="233" name="Connector: Elbow 232">
            <a:extLst>
              <a:ext uri="{FF2B5EF4-FFF2-40B4-BE49-F238E27FC236}">
                <a16:creationId xmlns:a16="http://schemas.microsoft.com/office/drawing/2014/main" id="{F2104929-4870-17B7-9E6C-788A6B374CE8}"/>
              </a:ext>
            </a:extLst>
          </p:cNvPr>
          <p:cNvCxnSpPr>
            <a:cxnSpLocks/>
            <a:stCxn id="5" idx="2"/>
            <a:endCxn id="235" idx="1"/>
          </p:cNvCxnSpPr>
          <p:nvPr/>
        </p:nvCxnSpPr>
        <p:spPr bwMode="gray">
          <a:xfrm rot="16200000" flipH="1">
            <a:off x="5677312" y="2945043"/>
            <a:ext cx="256546" cy="10147"/>
          </a:xfrm>
          <a:prstGeom prst="bentConnector2">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5" name="Star: 4 Points 143">
            <a:extLst>
              <a:ext uri="{FF2B5EF4-FFF2-40B4-BE49-F238E27FC236}">
                <a16:creationId xmlns:a16="http://schemas.microsoft.com/office/drawing/2014/main" id="{7697D7BC-F0C1-A431-2640-5112BA3813B8}"/>
              </a:ext>
            </a:extLst>
          </p:cNvPr>
          <p:cNvSpPr/>
          <p:nvPr/>
        </p:nvSpPr>
        <p:spPr bwMode="auto">
          <a:xfrm>
            <a:off x="5810659" y="298448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14" name="Rectangle 55">
            <a:extLst>
              <a:ext uri="{FF2B5EF4-FFF2-40B4-BE49-F238E27FC236}">
                <a16:creationId xmlns:a16="http://schemas.microsoft.com/office/drawing/2014/main" id="{4AC54874-A7D8-D8A7-DD90-BAE6B40D9D58}"/>
              </a:ext>
            </a:extLst>
          </p:cNvPr>
          <p:cNvSpPr/>
          <p:nvPr/>
        </p:nvSpPr>
        <p:spPr>
          <a:xfrm>
            <a:off x="4272474" y="2561316"/>
            <a:ext cx="32412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IA</a:t>
            </a:r>
            <a:endParaRPr lang="zh-CN" altLang="en-US" sz="1067" b="1">
              <a:solidFill>
                <a:srgbClr val="44546A"/>
              </a:solidFill>
              <a:ea typeface="等线" panose="02010600030101010101" pitchFamily="2" charset="-122"/>
              <a:cs typeface="Calibri" panose="020F0502020204030204" pitchFamily="34" charset="0"/>
            </a:endParaRPr>
          </a:p>
        </p:txBody>
      </p:sp>
      <p:sp>
        <p:nvSpPr>
          <p:cNvPr id="15" name="OTLSHAPE_T_e17f3958430f4cff8650518c93c7635e_StartDate">
            <a:extLst>
              <a:ext uri="{FF2B5EF4-FFF2-40B4-BE49-F238E27FC236}">
                <a16:creationId xmlns:a16="http://schemas.microsoft.com/office/drawing/2014/main" id="{A69DEA15-17AC-DF50-B8EE-CBEBF35E5F5C}"/>
              </a:ext>
            </a:extLst>
          </p:cNvPr>
          <p:cNvSpPr txBox="1"/>
          <p:nvPr>
            <p:custDataLst>
              <p:tags r:id="rId10"/>
            </p:custDataLst>
          </p:nvPr>
        </p:nvSpPr>
        <p:spPr>
          <a:xfrm>
            <a:off x="3930194" y="2097175"/>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May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8" name="Star: 4 Points 143">
            <a:extLst>
              <a:ext uri="{FF2B5EF4-FFF2-40B4-BE49-F238E27FC236}">
                <a16:creationId xmlns:a16="http://schemas.microsoft.com/office/drawing/2014/main" id="{94D993EC-6EF8-E3D1-898B-BE9DF224CF89}"/>
              </a:ext>
            </a:extLst>
          </p:cNvPr>
          <p:cNvSpPr/>
          <p:nvPr/>
        </p:nvSpPr>
        <p:spPr bwMode="auto">
          <a:xfrm>
            <a:off x="4335294" y="246334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48" name="OTLSHAPE_T_e17f3958430f4cff8650518c93c7635e_StartDate">
            <a:extLst>
              <a:ext uri="{FF2B5EF4-FFF2-40B4-BE49-F238E27FC236}">
                <a16:creationId xmlns:a16="http://schemas.microsoft.com/office/drawing/2014/main" id="{A833FA60-C03A-5AE7-CF7E-0A586DF06371}"/>
              </a:ext>
            </a:extLst>
          </p:cNvPr>
          <p:cNvSpPr txBox="1"/>
          <p:nvPr>
            <p:custDataLst>
              <p:tags r:id="rId11"/>
            </p:custDataLst>
          </p:nvPr>
        </p:nvSpPr>
        <p:spPr>
          <a:xfrm rot="19699925">
            <a:off x="10415020" y="3043206"/>
            <a:ext cx="911151" cy="123111"/>
          </a:xfrm>
          <a:prstGeom prst="rect">
            <a:avLst/>
          </a:prstGeom>
          <a:noFill/>
        </p:spPr>
        <p:txBody>
          <a:bodyPr vert="horz" wrap="square" lIns="0" tIns="0" rIns="0" bIns="0" rtlCol="0" anchor="ctr" anchorCtr="0">
            <a:spAutoFit/>
          </a:bodyPr>
          <a:lstStyle/>
          <a:p>
            <a:pPr algn="ctr" defTabSz="1219108">
              <a:defRPr/>
            </a:pPr>
            <a:r>
              <a:rPr lang="en-US" altLang="zh-CN" sz="800" b="1" i="1">
                <a:solidFill>
                  <a:schemeClr val="bg1">
                    <a:lumMod val="65000"/>
                  </a:schemeClr>
                </a:solidFill>
                <a:ea typeface="等线" panose="02010600030101010101" pitchFamily="2" charset="-122"/>
                <a:cs typeface="Calibri" panose="020F0502020204030204" pitchFamily="34" charset="0"/>
              </a:rPr>
              <a:t>Nov 2029</a:t>
            </a:r>
            <a:endParaRPr lang="zh-CN" altLang="en-US" sz="800" b="1" i="1">
              <a:solidFill>
                <a:schemeClr val="bg1">
                  <a:lumMod val="65000"/>
                </a:schemeClr>
              </a:solidFill>
              <a:ea typeface="等线" panose="02010600030101010101" pitchFamily="2" charset="-122"/>
              <a:cs typeface="Calibri" panose="020F0502020204030204" pitchFamily="34" charset="0"/>
            </a:endParaRPr>
          </a:p>
        </p:txBody>
      </p:sp>
      <p:sp>
        <p:nvSpPr>
          <p:cNvPr id="253" name="Rectangle 55">
            <a:extLst>
              <a:ext uri="{FF2B5EF4-FFF2-40B4-BE49-F238E27FC236}">
                <a16:creationId xmlns:a16="http://schemas.microsoft.com/office/drawing/2014/main" id="{55DA54B6-90D1-AB03-D47C-5E150FD8A176}"/>
              </a:ext>
            </a:extLst>
          </p:cNvPr>
          <p:cNvSpPr/>
          <p:nvPr/>
        </p:nvSpPr>
        <p:spPr>
          <a:xfrm rot="19614369">
            <a:off x="10191652" y="3706818"/>
            <a:ext cx="939681" cy="188385"/>
          </a:xfrm>
          <a:prstGeom prst="rect">
            <a:avLst/>
          </a:prstGeom>
        </p:spPr>
        <p:txBody>
          <a:bodyPr wrap="none">
            <a:spAutoFit/>
          </a:bodyPr>
          <a:lstStyle/>
          <a:p>
            <a:pPr algn="ctr" defTabSz="1219108">
              <a:lnSpc>
                <a:spcPts val="700"/>
              </a:lnSpc>
              <a:defRPr/>
            </a:pPr>
            <a:r>
              <a:rPr lang="en-US" altLang="zh-CN" sz="800" b="1">
                <a:solidFill>
                  <a:srgbClr val="44546A"/>
                </a:solidFill>
                <a:ea typeface="等线" panose="02010600030101010101" pitchFamily="2" charset="-122"/>
                <a:cs typeface="Calibri" panose="020F0502020204030204" pitchFamily="34" charset="0"/>
              </a:rPr>
              <a:t>Primary results</a:t>
            </a:r>
            <a:endParaRPr lang="zh-CN" altLang="en-US" sz="800" b="1">
              <a:solidFill>
                <a:srgbClr val="44546A"/>
              </a:solidFill>
              <a:ea typeface="等线" panose="02010600030101010101" pitchFamily="2" charset="-122"/>
              <a:cs typeface="Calibri" panose="020F0502020204030204" pitchFamily="34" charset="0"/>
            </a:endParaRPr>
          </a:p>
        </p:txBody>
      </p:sp>
      <p:sp>
        <p:nvSpPr>
          <p:cNvPr id="257" name="OTLSHAPE_T_e17f3958430f4cff8650518c93c7635e_StartDate">
            <a:extLst>
              <a:ext uri="{FF2B5EF4-FFF2-40B4-BE49-F238E27FC236}">
                <a16:creationId xmlns:a16="http://schemas.microsoft.com/office/drawing/2014/main" id="{24AB6CA5-D806-9D7C-230A-D3D7D0ED6C45}"/>
              </a:ext>
            </a:extLst>
          </p:cNvPr>
          <p:cNvSpPr txBox="1"/>
          <p:nvPr>
            <p:custDataLst>
              <p:tags r:id="rId12"/>
            </p:custDataLst>
          </p:nvPr>
        </p:nvSpPr>
        <p:spPr>
          <a:xfrm rot="19699925">
            <a:off x="11588589" y="3043496"/>
            <a:ext cx="911151" cy="123111"/>
          </a:xfrm>
          <a:prstGeom prst="rect">
            <a:avLst/>
          </a:prstGeom>
          <a:noFill/>
        </p:spPr>
        <p:txBody>
          <a:bodyPr vert="horz" wrap="square" lIns="0" tIns="0" rIns="0" bIns="0" rtlCol="0" anchor="ctr" anchorCtr="0">
            <a:spAutoFit/>
          </a:bodyPr>
          <a:lstStyle/>
          <a:p>
            <a:pPr algn="ctr" defTabSz="1219108">
              <a:defRPr/>
            </a:pPr>
            <a:r>
              <a:rPr lang="en-US" altLang="zh-CN" sz="800" b="1" i="1">
                <a:solidFill>
                  <a:schemeClr val="bg1">
                    <a:lumMod val="65000"/>
                  </a:schemeClr>
                </a:solidFill>
                <a:ea typeface="等线" panose="02010600030101010101" pitchFamily="2" charset="-122"/>
                <a:cs typeface="Calibri" panose="020F0502020204030204" pitchFamily="34" charset="0"/>
              </a:rPr>
              <a:t>Dec 2030</a:t>
            </a:r>
            <a:endParaRPr lang="zh-CN" altLang="en-US" sz="800" b="1" i="1">
              <a:solidFill>
                <a:schemeClr val="bg1">
                  <a:lumMod val="65000"/>
                </a:schemeClr>
              </a:solidFill>
              <a:ea typeface="等线" panose="02010600030101010101" pitchFamily="2" charset="-122"/>
              <a:cs typeface="Calibri" panose="020F0502020204030204" pitchFamily="34" charset="0"/>
            </a:endParaRPr>
          </a:p>
        </p:txBody>
      </p:sp>
      <p:sp>
        <p:nvSpPr>
          <p:cNvPr id="260" name="Rectangle 55">
            <a:extLst>
              <a:ext uri="{FF2B5EF4-FFF2-40B4-BE49-F238E27FC236}">
                <a16:creationId xmlns:a16="http://schemas.microsoft.com/office/drawing/2014/main" id="{C2295AE6-4750-25E4-CFAD-C25D414C6036}"/>
              </a:ext>
            </a:extLst>
          </p:cNvPr>
          <p:cNvSpPr/>
          <p:nvPr/>
        </p:nvSpPr>
        <p:spPr>
          <a:xfrm rot="19614369">
            <a:off x="11464607" y="3707108"/>
            <a:ext cx="740908" cy="188385"/>
          </a:xfrm>
          <a:prstGeom prst="rect">
            <a:avLst/>
          </a:prstGeom>
        </p:spPr>
        <p:txBody>
          <a:bodyPr wrap="none">
            <a:spAutoFit/>
          </a:bodyPr>
          <a:lstStyle/>
          <a:p>
            <a:pPr algn="ctr" defTabSz="1219108">
              <a:lnSpc>
                <a:spcPts val="700"/>
              </a:lnSpc>
              <a:defRPr/>
            </a:pPr>
            <a:r>
              <a:rPr lang="en-US" altLang="zh-CN" sz="800" b="1">
                <a:solidFill>
                  <a:srgbClr val="44546A"/>
                </a:solidFill>
                <a:ea typeface="等线" panose="02010600030101010101" pitchFamily="2" charset="-122"/>
                <a:cs typeface="Calibri" panose="020F0502020204030204" pitchFamily="34" charset="0"/>
              </a:rPr>
              <a:t>Key results</a:t>
            </a:r>
            <a:endParaRPr lang="zh-CN" altLang="en-US" sz="800" b="1">
              <a:solidFill>
                <a:srgbClr val="44546A"/>
              </a:solidFill>
              <a:ea typeface="等线" panose="02010600030101010101" pitchFamily="2" charset="-122"/>
              <a:cs typeface="Calibri" panose="020F0502020204030204" pitchFamily="34" charset="0"/>
            </a:endParaRPr>
          </a:p>
        </p:txBody>
      </p:sp>
      <p:sp>
        <p:nvSpPr>
          <p:cNvPr id="261" name="Star: 4 Points 143">
            <a:extLst>
              <a:ext uri="{FF2B5EF4-FFF2-40B4-BE49-F238E27FC236}">
                <a16:creationId xmlns:a16="http://schemas.microsoft.com/office/drawing/2014/main" id="{8A42C960-9DB5-2F1C-B4F2-D41741773A7A}"/>
              </a:ext>
            </a:extLst>
          </p:cNvPr>
          <p:cNvSpPr/>
          <p:nvPr/>
        </p:nvSpPr>
        <p:spPr bwMode="auto">
          <a:xfrm>
            <a:off x="10614986" y="345302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62" name="Star: 4 Points 143">
            <a:extLst>
              <a:ext uri="{FF2B5EF4-FFF2-40B4-BE49-F238E27FC236}">
                <a16:creationId xmlns:a16="http://schemas.microsoft.com/office/drawing/2014/main" id="{18804651-44B5-5F21-891D-9166C0BC16DC}"/>
              </a:ext>
            </a:extLst>
          </p:cNvPr>
          <p:cNvSpPr/>
          <p:nvPr/>
        </p:nvSpPr>
        <p:spPr bwMode="auto">
          <a:xfrm>
            <a:off x="11776644" y="345672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54" name="OTLSHAPE_T_e17f3958430f4cff8650518c93c7635e_Shape">
            <a:extLst>
              <a:ext uri="{FF2B5EF4-FFF2-40B4-BE49-F238E27FC236}">
                <a16:creationId xmlns:a16="http://schemas.microsoft.com/office/drawing/2014/main" id="{646AEE82-E4D0-9231-D132-A36D55295426}"/>
              </a:ext>
            </a:extLst>
          </p:cNvPr>
          <p:cNvSpPr/>
          <p:nvPr>
            <p:custDataLst>
              <p:tags r:id="rId13"/>
            </p:custDataLst>
          </p:nvPr>
        </p:nvSpPr>
        <p:spPr bwMode="auto">
          <a:xfrm>
            <a:off x="7318101" y="4657851"/>
            <a:ext cx="928201"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+ 1</a:t>
            </a:r>
            <a:r>
              <a:rPr lang="en-US" altLang="zh-CN" sz="800" b="1" baseline="30000">
                <a:solidFill>
                  <a:srgbClr val="000000"/>
                </a:solidFill>
                <a:ea typeface="等线" panose="02010600030101010101" pitchFamily="2" charset="-122"/>
                <a:cs typeface="Calibri" panose="020F0502020204030204" pitchFamily="34" charset="0"/>
              </a:rPr>
              <a:t>st</a:t>
            </a:r>
            <a:r>
              <a:rPr lang="en-US" altLang="zh-CN" sz="800" b="1">
                <a:solidFill>
                  <a:srgbClr val="000000"/>
                </a:solidFill>
                <a:ea typeface="等线" panose="02010600030101010101" pitchFamily="2" charset="-122"/>
                <a:cs typeface="Calibri" panose="020F0502020204030204" pitchFamily="34" charset="0"/>
              </a:rPr>
              <a:t> SIV</a:t>
            </a:r>
            <a:endParaRPr lang="zh-CN" altLang="en-US" sz="800" b="1">
              <a:solidFill>
                <a:srgbClr val="000000"/>
              </a:solidFill>
              <a:ea typeface="等线" panose="02010600030101010101" pitchFamily="2" charset="-122"/>
              <a:cs typeface="Calibri" panose="020F0502020204030204" pitchFamily="34" charset="0"/>
            </a:endParaRPr>
          </a:p>
        </p:txBody>
      </p:sp>
      <p:sp>
        <p:nvSpPr>
          <p:cNvPr id="256" name="Rectangle 77">
            <a:extLst>
              <a:ext uri="{FF2B5EF4-FFF2-40B4-BE49-F238E27FC236}">
                <a16:creationId xmlns:a16="http://schemas.microsoft.com/office/drawing/2014/main" id="{C2D3C7D7-F342-6CFB-55DF-2ABCCF8E98B8}"/>
              </a:ext>
            </a:extLst>
          </p:cNvPr>
          <p:cNvSpPr/>
          <p:nvPr/>
        </p:nvSpPr>
        <p:spPr>
          <a:xfrm>
            <a:off x="8017963" y="4946142"/>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sp>
        <p:nvSpPr>
          <p:cNvPr id="258" name="OTLSHAPE_M_39ea6ebc19a94c9fab6ef5006c31df58_Shape">
            <a:extLst>
              <a:ext uri="{FF2B5EF4-FFF2-40B4-BE49-F238E27FC236}">
                <a16:creationId xmlns:a16="http://schemas.microsoft.com/office/drawing/2014/main" id="{7A0A198F-903D-67D0-8F4F-55DE7723AB0B}"/>
              </a:ext>
            </a:extLst>
          </p:cNvPr>
          <p:cNvSpPr/>
          <p:nvPr>
            <p:custDataLst>
              <p:tags r:id="rId14"/>
            </p:custDataLst>
          </p:nvPr>
        </p:nvSpPr>
        <p:spPr bwMode="auto">
          <a:xfrm rot="16200000">
            <a:off x="7307324" y="4890794"/>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D4424E47-D4DF-47BC-1D3F-B70177AF9ABE}"/>
              </a:ext>
            </a:extLst>
          </p:cNvPr>
          <p:cNvSpPr txBox="1"/>
          <p:nvPr>
            <p:custDataLst>
              <p:tags r:id="rId15"/>
            </p:custDataLst>
          </p:nvPr>
        </p:nvSpPr>
        <p:spPr>
          <a:xfrm>
            <a:off x="7088646" y="4992308"/>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76" name="Star: 4 Points 143">
            <a:extLst>
              <a:ext uri="{FF2B5EF4-FFF2-40B4-BE49-F238E27FC236}">
                <a16:creationId xmlns:a16="http://schemas.microsoft.com/office/drawing/2014/main" id="{C87616E8-A5F2-85C2-685B-53F79A76FCD3}"/>
              </a:ext>
            </a:extLst>
          </p:cNvPr>
          <p:cNvSpPr/>
          <p:nvPr/>
        </p:nvSpPr>
        <p:spPr bwMode="auto">
          <a:xfrm>
            <a:off x="8147872" y="485996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63" name="TextBox 64">
            <a:extLst>
              <a:ext uri="{FF2B5EF4-FFF2-40B4-BE49-F238E27FC236}">
                <a16:creationId xmlns:a16="http://schemas.microsoft.com/office/drawing/2014/main" id="{37182C31-465A-7564-B2B5-51FB0CBF22B8}"/>
              </a:ext>
            </a:extLst>
          </p:cNvPr>
          <p:cNvSpPr txBox="1"/>
          <p:nvPr/>
        </p:nvSpPr>
        <p:spPr>
          <a:xfrm>
            <a:off x="34181" y="4578951"/>
            <a:ext cx="825189"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Ph3 -</a:t>
            </a:r>
          </a:p>
          <a:p>
            <a:pPr algn="ctr" defTabSz="914377">
              <a:defRPr/>
            </a:pPr>
            <a:r>
              <a:rPr lang="en-US" altLang="zh-CN" sz="1067" b="1">
                <a:solidFill>
                  <a:srgbClr val="08312A"/>
                </a:solidFill>
                <a:cs typeface="Calibri" panose="020F0502020204030204" pitchFamily="34" charset="0"/>
              </a:rPr>
              <a:t>1497-0003/</a:t>
            </a:r>
          </a:p>
          <a:p>
            <a:pPr algn="ctr" defTabSz="914377">
              <a:defRPr/>
            </a:pPr>
            <a:r>
              <a:rPr lang="en-US" altLang="zh-CN" sz="1067" b="1">
                <a:solidFill>
                  <a:srgbClr val="08312A"/>
                </a:solidFill>
                <a:cs typeface="Calibri" panose="020F0502020204030204" pitchFamily="34" charset="0"/>
              </a:rPr>
              <a:t>1497-0004</a:t>
            </a:r>
          </a:p>
        </p:txBody>
      </p:sp>
      <p:sp>
        <p:nvSpPr>
          <p:cNvPr id="266" name="OTLSHAPE_T_5a934a26f311425e8ebaa0f45e6533ad_Shape">
            <a:extLst>
              <a:ext uri="{FF2B5EF4-FFF2-40B4-BE49-F238E27FC236}">
                <a16:creationId xmlns:a16="http://schemas.microsoft.com/office/drawing/2014/main" id="{DF4B40C6-F0F4-09C0-FDDC-E7400387E626}"/>
              </a:ext>
            </a:extLst>
          </p:cNvPr>
          <p:cNvSpPr/>
          <p:nvPr>
            <p:custDataLst>
              <p:tags r:id="rId16"/>
            </p:custDataLst>
          </p:nvPr>
        </p:nvSpPr>
        <p:spPr bwMode="auto">
          <a:xfrm>
            <a:off x="9493752" y="4658637"/>
            <a:ext cx="2425189"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270" name="OTLSHAPE_T_e17f3958430f4cff8650518c93c7635e_Shape">
            <a:extLst>
              <a:ext uri="{FF2B5EF4-FFF2-40B4-BE49-F238E27FC236}">
                <a16:creationId xmlns:a16="http://schemas.microsoft.com/office/drawing/2014/main" id="{F50B47DF-6226-BF23-5515-204AD69767E2}"/>
              </a:ext>
            </a:extLst>
          </p:cNvPr>
          <p:cNvSpPr/>
          <p:nvPr>
            <p:custDataLst>
              <p:tags r:id="rId17"/>
            </p:custDataLst>
          </p:nvPr>
        </p:nvSpPr>
        <p:spPr bwMode="auto">
          <a:xfrm>
            <a:off x="8250160" y="4657851"/>
            <a:ext cx="1238568"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Ph3 in GA</a:t>
            </a:r>
          </a:p>
        </p:txBody>
      </p:sp>
      <p:sp>
        <p:nvSpPr>
          <p:cNvPr id="271" name="Rectangle 55">
            <a:extLst>
              <a:ext uri="{FF2B5EF4-FFF2-40B4-BE49-F238E27FC236}">
                <a16:creationId xmlns:a16="http://schemas.microsoft.com/office/drawing/2014/main" id="{710878B6-CA3A-A83E-6BC5-4086C44C1C6E}"/>
              </a:ext>
            </a:extLst>
          </p:cNvPr>
          <p:cNvSpPr/>
          <p:nvPr/>
        </p:nvSpPr>
        <p:spPr>
          <a:xfrm>
            <a:off x="9242007" y="4948508"/>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78" name="Star: 4 Points 143">
            <a:extLst>
              <a:ext uri="{FF2B5EF4-FFF2-40B4-BE49-F238E27FC236}">
                <a16:creationId xmlns:a16="http://schemas.microsoft.com/office/drawing/2014/main" id="{3AEB12E8-CDB3-B3F7-937D-002BA8E40BE7}"/>
              </a:ext>
            </a:extLst>
          </p:cNvPr>
          <p:cNvSpPr/>
          <p:nvPr/>
        </p:nvSpPr>
        <p:spPr bwMode="auto">
          <a:xfrm>
            <a:off x="9348507" y="485053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80" name="五角星 55">
            <a:extLst>
              <a:ext uri="{FF2B5EF4-FFF2-40B4-BE49-F238E27FC236}">
                <a16:creationId xmlns:a16="http://schemas.microsoft.com/office/drawing/2014/main" id="{79E6CF09-6BE4-B7C4-683B-C0E2DFF44F42}"/>
              </a:ext>
            </a:extLst>
          </p:cNvPr>
          <p:cNvSpPr>
            <a:spLocks/>
          </p:cNvSpPr>
          <p:nvPr/>
        </p:nvSpPr>
        <p:spPr bwMode="auto">
          <a:xfrm>
            <a:off x="11235839" y="4884628"/>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281" name="OTLSHAPE_T_e17f3958430f4cff8650518c93c7635e_StartDate">
            <a:extLst>
              <a:ext uri="{FF2B5EF4-FFF2-40B4-BE49-F238E27FC236}">
                <a16:creationId xmlns:a16="http://schemas.microsoft.com/office/drawing/2014/main" id="{05A411DD-BC80-4B2C-7676-223C7CF7FC95}"/>
              </a:ext>
            </a:extLst>
          </p:cNvPr>
          <p:cNvSpPr txBox="1"/>
          <p:nvPr>
            <p:custDataLst>
              <p:tags r:id="rId18"/>
            </p:custDataLst>
          </p:nvPr>
        </p:nvSpPr>
        <p:spPr>
          <a:xfrm rot="19699925">
            <a:off x="11061759" y="4444044"/>
            <a:ext cx="911151" cy="123111"/>
          </a:xfrm>
          <a:prstGeom prst="rect">
            <a:avLst/>
          </a:prstGeom>
          <a:noFill/>
        </p:spPr>
        <p:txBody>
          <a:bodyPr vert="horz" wrap="square" lIns="0" tIns="0" rIns="0" bIns="0" rtlCol="0" anchor="ctr" anchorCtr="0">
            <a:spAutoFit/>
          </a:bodyPr>
          <a:lstStyle/>
          <a:p>
            <a:pPr algn="ctr" defTabSz="1219108">
              <a:defRPr/>
            </a:pPr>
            <a:r>
              <a:rPr lang="en-US" altLang="zh-CN" sz="800" b="1" i="1">
                <a:solidFill>
                  <a:schemeClr val="bg1">
                    <a:lumMod val="65000"/>
                  </a:schemeClr>
                </a:solidFill>
                <a:ea typeface="等线" panose="02010600030101010101" pitchFamily="2" charset="-122"/>
                <a:cs typeface="Calibri" panose="020F0502020204030204" pitchFamily="34" charset="0"/>
              </a:rPr>
              <a:t>Jun2030</a:t>
            </a:r>
            <a:endParaRPr lang="zh-CN" altLang="en-US" sz="800" b="1" i="1">
              <a:solidFill>
                <a:schemeClr val="bg1">
                  <a:lumMod val="65000"/>
                </a:schemeClr>
              </a:solidFill>
              <a:ea typeface="等线" panose="02010600030101010101" pitchFamily="2" charset="-122"/>
              <a:cs typeface="Calibri" panose="020F0502020204030204" pitchFamily="34" charset="0"/>
            </a:endParaRPr>
          </a:p>
        </p:txBody>
      </p:sp>
      <p:sp>
        <p:nvSpPr>
          <p:cNvPr id="282" name="Rectangle 55">
            <a:extLst>
              <a:ext uri="{FF2B5EF4-FFF2-40B4-BE49-F238E27FC236}">
                <a16:creationId xmlns:a16="http://schemas.microsoft.com/office/drawing/2014/main" id="{B77571AC-BAC0-87BE-F123-D656C6C58A27}"/>
              </a:ext>
            </a:extLst>
          </p:cNvPr>
          <p:cNvSpPr/>
          <p:nvPr/>
        </p:nvSpPr>
        <p:spPr>
          <a:xfrm rot="19614369">
            <a:off x="10992147" y="5035027"/>
            <a:ext cx="643125" cy="188385"/>
          </a:xfrm>
          <a:prstGeom prst="rect">
            <a:avLst/>
          </a:prstGeom>
        </p:spPr>
        <p:txBody>
          <a:bodyPr wrap="none">
            <a:spAutoFit/>
          </a:bodyPr>
          <a:lstStyle/>
          <a:p>
            <a:pPr algn="ctr" defTabSz="1219108">
              <a:lnSpc>
                <a:spcPts val="700"/>
              </a:lnSpc>
              <a:defRPr/>
            </a:pPr>
            <a:r>
              <a:rPr lang="en-US" altLang="zh-CN" sz="800" b="1">
                <a:solidFill>
                  <a:srgbClr val="44546A"/>
                </a:solidFill>
                <a:ea typeface="等线" panose="02010600030101010101" pitchFamily="2" charset="-122"/>
                <a:cs typeface="Calibri" panose="020F0502020204030204" pitchFamily="34" charset="0"/>
              </a:rPr>
              <a:t>NDA sub.</a:t>
            </a:r>
            <a:endParaRPr lang="zh-CN" altLang="en-US" sz="800" b="1">
              <a:solidFill>
                <a:srgbClr val="44546A"/>
              </a:solidFill>
              <a:ea typeface="等线" panose="02010600030101010101" pitchFamily="2" charset="-122"/>
              <a:cs typeface="Calibri" panose="020F0502020204030204" pitchFamily="34" charset="0"/>
            </a:endParaRPr>
          </a:p>
        </p:txBody>
      </p:sp>
      <p:sp>
        <p:nvSpPr>
          <p:cNvPr id="251" name="OTLSHAPE_T_e17f3958430f4cff8650518c93c7635e_Shape">
            <a:extLst>
              <a:ext uri="{FF2B5EF4-FFF2-40B4-BE49-F238E27FC236}">
                <a16:creationId xmlns:a16="http://schemas.microsoft.com/office/drawing/2014/main" id="{8EC27930-95A4-CC5C-46C8-C70E5E5D39ED}"/>
              </a:ext>
            </a:extLst>
          </p:cNvPr>
          <p:cNvSpPr/>
          <p:nvPr>
            <p:custDataLst>
              <p:tags r:id="rId19"/>
            </p:custDataLst>
          </p:nvPr>
        </p:nvSpPr>
        <p:spPr bwMode="auto">
          <a:xfrm>
            <a:off x="1360481" y="2273316"/>
            <a:ext cx="1380186"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00" b="1">
                <a:solidFill>
                  <a:prstClr val="black"/>
                </a:solidFill>
                <a:ea typeface="等线" panose="02010600030101010101" pitchFamily="2" charset="-122"/>
                <a:cs typeface="Calibri" panose="020F0502020204030204" pitchFamily="34" charset="0"/>
              </a:rPr>
              <a:t>VERDANT Ph2b in GA, N=180 (US) </a:t>
            </a:r>
            <a:endParaRPr lang="en-US" altLang="zh-CN" sz="1000" b="1">
              <a:solidFill>
                <a:srgbClr val="000000"/>
              </a:solidFill>
              <a:ea typeface="等线" panose="02010600030101010101" pitchFamily="2" charset="-122"/>
              <a:cs typeface="Calibri" panose="020F0502020204030204" pitchFamily="34" charset="0"/>
            </a:endParaRPr>
          </a:p>
        </p:txBody>
      </p:sp>
      <p:cxnSp>
        <p:nvCxnSpPr>
          <p:cNvPr id="20" name="Connector: Elbow 19">
            <a:extLst>
              <a:ext uri="{FF2B5EF4-FFF2-40B4-BE49-F238E27FC236}">
                <a16:creationId xmlns:a16="http://schemas.microsoft.com/office/drawing/2014/main" id="{8C9A620C-7405-ACE5-9BA2-ABE797218B1F}"/>
              </a:ext>
            </a:extLst>
          </p:cNvPr>
          <p:cNvCxnSpPr>
            <a:cxnSpLocks/>
            <a:endCxn id="11" idx="1"/>
          </p:cNvCxnSpPr>
          <p:nvPr/>
        </p:nvCxnSpPr>
        <p:spPr bwMode="gray">
          <a:xfrm>
            <a:off x="6607390" y="3404187"/>
            <a:ext cx="738203" cy="940"/>
          </a:xfrm>
          <a:prstGeom prst="straightConnector1">
            <a:avLst/>
          </a:prstGeom>
          <a:ln w="6350">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10" name="文本框 160">
            <a:extLst>
              <a:ext uri="{FF2B5EF4-FFF2-40B4-BE49-F238E27FC236}">
                <a16:creationId xmlns:a16="http://schemas.microsoft.com/office/drawing/2014/main" id="{79EFBEE8-7077-7835-C37D-53EFB4A34CE9}"/>
              </a:ext>
            </a:extLst>
          </p:cNvPr>
          <p:cNvSpPr txBox="1"/>
          <p:nvPr/>
        </p:nvSpPr>
        <p:spPr>
          <a:xfrm>
            <a:off x="6463425" y="2149978"/>
            <a:ext cx="5176422" cy="556820"/>
          </a:xfrm>
          <a:prstGeom prst="roundRect">
            <a:avLst/>
          </a:prstGeom>
          <a:solidFill>
            <a:schemeClr val="bg1"/>
          </a:solidFill>
          <a:ln>
            <a:solidFill>
              <a:srgbClr val="076D7E"/>
            </a:solidFill>
            <a:prstDash val="lgDash"/>
          </a:ln>
        </p:spPr>
        <p:txBody>
          <a:bodyPr wrap="square" lIns="0" tIns="45720" rIns="0" bIns="45720" rtlCol="0" anchor="ctr">
            <a:spAutoFit/>
          </a:bodyPr>
          <a:lstStyle/>
          <a:p>
            <a:pPr defTabSz="1219170">
              <a:lnSpc>
                <a:spcPts val="1500"/>
              </a:lnSpc>
              <a:spcAft>
                <a:spcPts val="267"/>
              </a:spcAft>
              <a:defRPr/>
            </a:pPr>
            <a:r>
              <a:rPr lang="en-US" altLang="zh-CN" sz="1000" b="1" i="1">
                <a:solidFill>
                  <a:srgbClr val="002060"/>
                </a:solidFill>
                <a:cs typeface="Calibri"/>
              </a:rPr>
              <a:t>Global Update:</a:t>
            </a:r>
          </a:p>
          <a:p>
            <a:pPr marL="95885" indent="-95885" defTabSz="1219170">
              <a:lnSpc>
                <a:spcPts val="1500"/>
              </a:lnSpc>
              <a:spcAft>
                <a:spcPts val="267"/>
              </a:spcAft>
              <a:buFont typeface="Arial" panose="020B0604020202020204" pitchFamily="34" charset="0"/>
              <a:buChar char="•"/>
              <a:defRPr/>
            </a:pPr>
            <a:r>
              <a:rPr lang="en-US" altLang="zh-CN" sz="1000" i="1">
                <a:solidFill>
                  <a:srgbClr val="002060"/>
                </a:solidFill>
                <a:cs typeface="Calibri"/>
              </a:rPr>
              <a:t>IA to be achieved in May with GNG decision.</a:t>
            </a:r>
          </a:p>
        </p:txBody>
      </p:sp>
      <p:sp>
        <p:nvSpPr>
          <p:cNvPr id="26" name="OTLSHAPE_T_e17f3958430f4cff8650518c93c7635e_StartDate">
            <a:extLst>
              <a:ext uri="{FF2B5EF4-FFF2-40B4-BE49-F238E27FC236}">
                <a16:creationId xmlns:a16="http://schemas.microsoft.com/office/drawing/2014/main" id="{C0AD53D9-E525-0045-0E88-58F8A0FED486}"/>
              </a:ext>
            </a:extLst>
          </p:cNvPr>
          <p:cNvSpPr txBox="1"/>
          <p:nvPr>
            <p:custDataLst>
              <p:tags r:id="rId20"/>
            </p:custDataLst>
          </p:nvPr>
        </p:nvSpPr>
        <p:spPr>
          <a:xfrm>
            <a:off x="6760526" y="4493348"/>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Sep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 name="OTLSHAPE_T_e17f3958430f4cff8650518c93c7635e_StartDate">
            <a:extLst>
              <a:ext uri="{FF2B5EF4-FFF2-40B4-BE49-F238E27FC236}">
                <a16:creationId xmlns:a16="http://schemas.microsoft.com/office/drawing/2014/main" id="{6A93B5C4-162F-E2F8-A7C9-E815846E9817}"/>
              </a:ext>
            </a:extLst>
          </p:cNvPr>
          <p:cNvSpPr txBox="1"/>
          <p:nvPr>
            <p:custDataLst>
              <p:tags r:id="rId21"/>
            </p:custDataLst>
          </p:nvPr>
        </p:nvSpPr>
        <p:spPr>
          <a:xfrm>
            <a:off x="7989114" y="4431993"/>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Mar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3" name="OTLSHAPE_SLM_7b3ea156395b40e796c3717956ba8d25_Shape">
            <a:extLst>
              <a:ext uri="{FF2B5EF4-FFF2-40B4-BE49-F238E27FC236}">
                <a16:creationId xmlns:a16="http://schemas.microsoft.com/office/drawing/2014/main" id="{ECCA2A3B-C37D-F824-22D2-FA90B3011E8D}"/>
              </a:ext>
            </a:extLst>
          </p:cNvPr>
          <p:cNvSpPr/>
          <p:nvPr>
            <p:custDataLst>
              <p:tags r:id="rId22"/>
            </p:custDataLst>
          </p:nvPr>
        </p:nvSpPr>
        <p:spPr>
          <a:xfrm>
            <a:off x="5861075" y="3290595"/>
            <a:ext cx="165100" cy="165100"/>
          </a:xfrm>
          <a:prstGeom prst="triangle">
            <a:avLst/>
          </a:prstGeom>
          <a:solidFill>
            <a:schemeClr val="bg2">
              <a:lumMod val="50000"/>
              <a:lumOff val="50000"/>
            </a:schemeClr>
          </a:solidFill>
          <a:ln w="12700" cap="flat" cmpd="sng" algn="ctr">
            <a:noFill/>
            <a:prstDash val="solid"/>
            <a:miter lim="800000"/>
          </a:ln>
          <a:effectLst/>
          <a:scene3d>
            <a:camera prst="orthographicFront"/>
            <a:lightRig rig="threePt" dir="t"/>
          </a:scene3d>
          <a:sp3d>
            <a:bevelT h="12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19" name="OTLSHAPE_SLM_7b3ea156395b40e796c3717956ba8d25_Shape">
            <a:extLst>
              <a:ext uri="{FF2B5EF4-FFF2-40B4-BE49-F238E27FC236}">
                <a16:creationId xmlns:a16="http://schemas.microsoft.com/office/drawing/2014/main" id="{A9C5E3FA-DE49-71D3-BD33-62816F09BEDE}"/>
              </a:ext>
            </a:extLst>
          </p:cNvPr>
          <p:cNvSpPr/>
          <p:nvPr>
            <p:custDataLst>
              <p:tags r:id="rId23"/>
            </p:custDataLst>
          </p:nvPr>
        </p:nvSpPr>
        <p:spPr>
          <a:xfrm>
            <a:off x="6403070" y="3290601"/>
            <a:ext cx="165100" cy="165100"/>
          </a:xfrm>
          <a:prstGeom prst="triangle">
            <a:avLst/>
          </a:prstGeom>
          <a:solidFill>
            <a:schemeClr val="bg2">
              <a:lumMod val="50000"/>
              <a:lumOff val="50000"/>
            </a:schemeClr>
          </a:solidFill>
          <a:ln w="12700" cap="flat" cmpd="sng" algn="ctr">
            <a:noFill/>
            <a:prstDash val="solid"/>
            <a:miter lim="800000"/>
          </a:ln>
          <a:effectLst/>
          <a:scene3d>
            <a:camera prst="orthographicFront"/>
            <a:lightRig rig="threePt" dir="t"/>
          </a:scene3d>
          <a:sp3d>
            <a:bevelT h="12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29" name="Rectangle 55">
            <a:extLst>
              <a:ext uri="{FF2B5EF4-FFF2-40B4-BE49-F238E27FC236}">
                <a16:creationId xmlns:a16="http://schemas.microsoft.com/office/drawing/2014/main" id="{14A0A864-A340-ADB0-85BB-4E88D5E7E70A}"/>
              </a:ext>
            </a:extLst>
          </p:cNvPr>
          <p:cNvSpPr/>
          <p:nvPr/>
        </p:nvSpPr>
        <p:spPr>
          <a:xfrm>
            <a:off x="5736787" y="3497727"/>
            <a:ext cx="46358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PoC</a:t>
            </a:r>
            <a:endParaRPr lang="zh-CN" altLang="en-US" sz="1067" b="1">
              <a:solidFill>
                <a:srgbClr val="44546A"/>
              </a:solidFill>
              <a:ea typeface="等线" panose="02010600030101010101" pitchFamily="2" charset="-122"/>
              <a:cs typeface="Calibri" panose="020F0502020204030204" pitchFamily="34" charset="0"/>
            </a:endParaRPr>
          </a:p>
        </p:txBody>
      </p:sp>
      <p:sp>
        <p:nvSpPr>
          <p:cNvPr id="30" name="Rectangle 55">
            <a:extLst>
              <a:ext uri="{FF2B5EF4-FFF2-40B4-BE49-F238E27FC236}">
                <a16:creationId xmlns:a16="http://schemas.microsoft.com/office/drawing/2014/main" id="{A28D5696-4FAC-0513-F126-E08A79DEE400}"/>
              </a:ext>
            </a:extLst>
          </p:cNvPr>
          <p:cNvSpPr/>
          <p:nvPr/>
        </p:nvSpPr>
        <p:spPr>
          <a:xfrm>
            <a:off x="6224631" y="3497727"/>
            <a:ext cx="537327" cy="256545"/>
          </a:xfrm>
          <a:prstGeom prst="rect">
            <a:avLst/>
          </a:prstGeom>
        </p:spPr>
        <p:txBody>
          <a:bodyPr wrap="none">
            <a:spAutoFit/>
          </a:bodyPr>
          <a:lstStyle/>
          <a:p>
            <a:pPr algn="ctr" defTabSz="1219108">
              <a:defRPr/>
            </a:pPr>
            <a:r>
              <a:rPr lang="en-US" altLang="zh-CN" sz="1067" b="1" err="1">
                <a:solidFill>
                  <a:srgbClr val="44546A"/>
                </a:solidFill>
                <a:ea typeface="等线" panose="02010600030101010101" pitchFamily="2" charset="-122"/>
                <a:cs typeface="Calibri" panose="020F0502020204030204" pitchFamily="34" charset="0"/>
              </a:rPr>
              <a:t>RoFD</a:t>
            </a:r>
            <a:endParaRPr lang="zh-CN" altLang="en-US" sz="1067" b="1">
              <a:solidFill>
                <a:srgbClr val="44546A"/>
              </a:solidFill>
              <a:ea typeface="等线" panose="02010600030101010101" pitchFamily="2" charset="-122"/>
              <a:cs typeface="Calibri" panose="020F0502020204030204" pitchFamily="34" charset="0"/>
            </a:endParaRPr>
          </a:p>
        </p:txBody>
      </p:sp>
      <p:sp>
        <p:nvSpPr>
          <p:cNvPr id="31" name="OTLSHAPE_T_e17f3958430f4cff8650518c93c7635e_StartDate">
            <a:extLst>
              <a:ext uri="{FF2B5EF4-FFF2-40B4-BE49-F238E27FC236}">
                <a16:creationId xmlns:a16="http://schemas.microsoft.com/office/drawing/2014/main" id="{CAB65893-F928-F17E-6730-7713AEA202F3}"/>
              </a:ext>
            </a:extLst>
          </p:cNvPr>
          <p:cNvSpPr txBox="1"/>
          <p:nvPr>
            <p:custDataLst>
              <p:tags r:id="rId24"/>
            </p:custDataLst>
          </p:nvPr>
        </p:nvSpPr>
        <p:spPr>
          <a:xfrm>
            <a:off x="5313923" y="3133595"/>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Feb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24" name="OTLSHAPE_T_e17f3958430f4cff8650518c93c7635e_StartDate">
            <a:extLst>
              <a:ext uri="{FF2B5EF4-FFF2-40B4-BE49-F238E27FC236}">
                <a16:creationId xmlns:a16="http://schemas.microsoft.com/office/drawing/2014/main" id="{CBBCD1D2-87B9-262D-DE66-B62DEFA5FDC9}"/>
              </a:ext>
            </a:extLst>
          </p:cNvPr>
          <p:cNvSpPr txBox="1"/>
          <p:nvPr>
            <p:custDataLst>
              <p:tags r:id="rId25"/>
            </p:custDataLst>
          </p:nvPr>
        </p:nvSpPr>
        <p:spPr>
          <a:xfrm>
            <a:off x="6036062" y="3124822"/>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May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Tree>
    <p:extLst>
      <p:ext uri="{BB962C8B-B14F-4D97-AF65-F5344CB8AC3E}">
        <p14:creationId xmlns:p14="http://schemas.microsoft.com/office/powerpoint/2010/main" val="19831433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F1AAE-48DB-C3F6-A08C-EA56F54EBF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E015D6-5EAC-02F1-6875-49DAC7A6CF10}"/>
              </a:ext>
            </a:extLst>
          </p:cNvPr>
          <p:cNvSpPr>
            <a:spLocks noGrp="1"/>
          </p:cNvSpPr>
          <p:nvPr>
            <p:ph type="title"/>
          </p:nvPr>
        </p:nvSpPr>
        <p:spPr/>
        <p:txBody>
          <a:bodyPr/>
          <a:lstStyle/>
          <a:p>
            <a:r>
              <a:rPr lang="it-IT" altLang="zh-CN"/>
              <a:t>1484-0020 COMPASS BI 771716 / Anti-C3 AB, GA, China Recruitment</a:t>
            </a:r>
            <a:endParaRPr lang="zh-CN" altLang="en-US"/>
          </a:p>
        </p:txBody>
      </p:sp>
      <p:sp>
        <p:nvSpPr>
          <p:cNvPr id="5" name="Footer Placeholder 4">
            <a:extLst>
              <a:ext uri="{FF2B5EF4-FFF2-40B4-BE49-F238E27FC236}">
                <a16:creationId xmlns:a16="http://schemas.microsoft.com/office/drawing/2014/main" id="{1D0E12EF-D8EF-4DE2-70E4-3E38DABEFB61}"/>
              </a:ext>
            </a:extLst>
          </p:cNvPr>
          <p:cNvSpPr>
            <a:spLocks noGrp="1"/>
          </p:cNvSpPr>
          <p:nvPr>
            <p:ph type="ftr" sz="quarter" idx="19"/>
          </p:nvPr>
        </p:nvSpPr>
        <p:spPr bwMode="gray">
          <a:xfrm>
            <a:off x="6312024" y="6246836"/>
            <a:ext cx="5040560" cy="288000"/>
          </a:xfrm>
          <a:prstGeom prst="rect">
            <a:avLst/>
          </a:prstGeom>
        </p:spPr>
        <p:txBody>
          <a:bodyPr vert="horz" lIns="0" tIns="0" rIns="0" bIns="0" rtlCol="0" anchor="b">
            <a:noAutofit/>
          </a:bodyPr>
          <a:lstStyle>
            <a:defPPr>
              <a:defRPr lang="zh-CN"/>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r>
              <a:rPr lang="en-US"/>
              <a:t>Presentation title    |    ONLY FOR INTERNAL USE</a:t>
            </a:r>
          </a:p>
        </p:txBody>
      </p:sp>
      <p:sp>
        <p:nvSpPr>
          <p:cNvPr id="6" name="Slide Number Placeholder 5">
            <a:extLst>
              <a:ext uri="{FF2B5EF4-FFF2-40B4-BE49-F238E27FC236}">
                <a16:creationId xmlns:a16="http://schemas.microsoft.com/office/drawing/2014/main" id="{EC7DE435-92F1-3DDB-A88B-36875159D9EC}"/>
              </a:ext>
            </a:extLst>
          </p:cNvPr>
          <p:cNvSpPr>
            <a:spLocks noGrp="1"/>
          </p:cNvSpPr>
          <p:nvPr>
            <p:ph type="sldNum" sz="quarter" idx="20"/>
          </p:nvPr>
        </p:nvSpPr>
        <p:spPr/>
        <p:txBody>
          <a:bodyPr/>
          <a:lstStyle/>
          <a:p>
            <a:fld id="{DF4E8F9F-5B1F-4F5B-BE49-3245D8C18D9F}" type="slidenum">
              <a:rPr lang="en-US" smtClean="0"/>
              <a:pPr/>
              <a:t>18</a:t>
            </a:fld>
            <a:endParaRPr lang="en-US"/>
          </a:p>
        </p:txBody>
      </p:sp>
      <p:sp>
        <p:nvSpPr>
          <p:cNvPr id="3" name="TextBox 2">
            <a:extLst>
              <a:ext uri="{FF2B5EF4-FFF2-40B4-BE49-F238E27FC236}">
                <a16:creationId xmlns:a16="http://schemas.microsoft.com/office/drawing/2014/main" id="{17B0EE93-F306-7217-3C92-5CFE71ED2998}"/>
              </a:ext>
            </a:extLst>
          </p:cNvPr>
          <p:cNvSpPr txBox="1"/>
          <p:nvPr/>
        </p:nvSpPr>
        <p:spPr bwMode="gray">
          <a:xfrm>
            <a:off x="800796" y="5063516"/>
            <a:ext cx="10551788" cy="660630"/>
          </a:xfrm>
          <a:prstGeom prst="rect">
            <a:avLst/>
          </a:prstGeom>
          <a:noFill/>
        </p:spPr>
        <p:txBody>
          <a:bodyPr wrap="square" lIns="0" tIns="0" rIns="0" bIns="0" rtlCol="0" anchor="t">
            <a:spAutoFit/>
          </a:bodyPr>
          <a:lstStyle/>
          <a:p>
            <a:pPr marL="179705" indent="-179705">
              <a:lnSpc>
                <a:spcPct val="140000"/>
              </a:lnSpc>
              <a:buFont typeface="Arial" panose="020B0604020202020204" pitchFamily="34" charset="0"/>
              <a:buChar char="•"/>
            </a:pPr>
            <a:r>
              <a:rPr lang="en-US" altLang="zh-CN" sz="1600"/>
              <a:t>Study timeline was confirmed by Sponsor in Mar and endorsed by CEC in Apr.</a:t>
            </a:r>
          </a:p>
          <a:p>
            <a:pPr marL="179705" indent="-179705">
              <a:lnSpc>
                <a:spcPct val="140000"/>
              </a:lnSpc>
              <a:buFont typeface="Arial" panose="020B0604020202020204" pitchFamily="34" charset="0"/>
              <a:buChar char="•"/>
            </a:pPr>
            <a:r>
              <a:rPr lang="en-US" altLang="zh-CN" sz="1600"/>
              <a:t>Report of retrospective analysis on APVRS (Aug 2026): APVRS submission achieved in Apr.</a:t>
            </a:r>
          </a:p>
        </p:txBody>
      </p:sp>
      <p:pic>
        <p:nvPicPr>
          <p:cNvPr id="12" name="Picture 11">
            <a:extLst>
              <a:ext uri="{FF2B5EF4-FFF2-40B4-BE49-F238E27FC236}">
                <a16:creationId xmlns:a16="http://schemas.microsoft.com/office/drawing/2014/main" id="{1F47FD52-EBEF-2057-924A-18426A18DA27}"/>
              </a:ext>
            </a:extLst>
          </p:cNvPr>
          <p:cNvPicPr>
            <a:picLocks noChangeAspect="1"/>
          </p:cNvPicPr>
          <p:nvPr/>
        </p:nvPicPr>
        <p:blipFill>
          <a:blip r:embed="rId3"/>
          <a:stretch>
            <a:fillRect/>
          </a:stretch>
        </p:blipFill>
        <p:spPr>
          <a:xfrm>
            <a:off x="8066763" y="977030"/>
            <a:ext cx="3895594" cy="3908505"/>
          </a:xfrm>
          <a:prstGeom prst="rect">
            <a:avLst/>
          </a:prstGeom>
        </p:spPr>
      </p:pic>
      <p:pic>
        <p:nvPicPr>
          <p:cNvPr id="19" name="内容占位符 18" descr="图表&#10;&#10;AI 生成的内容可能不正确。">
            <a:extLst>
              <a:ext uri="{FF2B5EF4-FFF2-40B4-BE49-F238E27FC236}">
                <a16:creationId xmlns:a16="http://schemas.microsoft.com/office/drawing/2014/main" id="{06A719DD-94B9-954B-16B1-52E17A2EB962}"/>
              </a:ext>
            </a:extLst>
          </p:cNvPr>
          <p:cNvPicPr>
            <a:picLocks noGrp="1" noChangeAspect="1"/>
          </p:cNvPicPr>
          <p:nvPr>
            <p:ph idx="1"/>
          </p:nvPr>
        </p:nvPicPr>
        <p:blipFill>
          <a:blip r:embed="rId4"/>
          <a:stretch>
            <a:fillRect/>
          </a:stretch>
        </p:blipFill>
        <p:spPr bwMode="gray">
          <a:xfrm>
            <a:off x="803392" y="974149"/>
            <a:ext cx="7133128" cy="3895546"/>
          </a:xfrm>
          <a:prstGeom prst="rect">
            <a:avLst/>
          </a:prstGeom>
        </p:spPr>
      </p:pic>
      <p:sp>
        <p:nvSpPr>
          <p:cNvPr id="20" name="Rectangle 5">
            <a:extLst>
              <a:ext uri="{FF2B5EF4-FFF2-40B4-BE49-F238E27FC236}">
                <a16:creationId xmlns:a16="http://schemas.microsoft.com/office/drawing/2014/main" id="{EF9F97C0-1AE9-E673-CDC9-EA8DEECCDD01}"/>
              </a:ext>
            </a:extLst>
          </p:cNvPr>
          <p:cNvSpPr/>
          <p:nvPr/>
        </p:nvSpPr>
        <p:spPr>
          <a:xfrm>
            <a:off x="1130331" y="1383887"/>
            <a:ext cx="2387059" cy="907933"/>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38619" tIns="38619" rIns="38619" bIns="38619" rtlCol="0" anchor="ctr"/>
          <a:lstStyle>
            <a:defPPr>
              <a:defRPr lang="zh-CN"/>
            </a:defPPr>
            <a:lvl1pPr marL="0" indent="0" algn="l" defTabSz="914400" rtl="0" eaLnBrk="1" latinLnBrk="0" hangingPunct="1">
              <a:defRPr sz="1100" kern="1200">
                <a:solidFill>
                  <a:schemeClr val="lt1"/>
                </a:solidFill>
                <a:latin typeface="+mn-lt"/>
                <a:ea typeface="+mn-ea"/>
                <a:cs typeface="+mn-cs"/>
              </a:defRPr>
            </a:lvl1pPr>
            <a:lvl2pPr marL="457200" indent="0" algn="l" defTabSz="914400" rtl="0" eaLnBrk="1" latinLnBrk="0" hangingPunct="1">
              <a:defRPr sz="1100" kern="1200">
                <a:solidFill>
                  <a:schemeClr val="lt1"/>
                </a:solidFill>
                <a:latin typeface="+mn-lt"/>
                <a:ea typeface="+mn-ea"/>
                <a:cs typeface="+mn-cs"/>
              </a:defRPr>
            </a:lvl2pPr>
            <a:lvl3pPr marL="914400" indent="0" algn="l" defTabSz="914400" rtl="0" eaLnBrk="1" latinLnBrk="0" hangingPunct="1">
              <a:defRPr sz="1100" kern="1200">
                <a:solidFill>
                  <a:schemeClr val="lt1"/>
                </a:solidFill>
                <a:latin typeface="+mn-lt"/>
                <a:ea typeface="+mn-ea"/>
                <a:cs typeface="+mn-cs"/>
              </a:defRPr>
            </a:lvl3pPr>
            <a:lvl4pPr marL="1371600" indent="0" algn="l" defTabSz="914400" rtl="0" eaLnBrk="1" latinLnBrk="0" hangingPunct="1">
              <a:defRPr sz="1100" kern="1200">
                <a:solidFill>
                  <a:schemeClr val="lt1"/>
                </a:solidFill>
                <a:latin typeface="+mn-lt"/>
                <a:ea typeface="+mn-ea"/>
                <a:cs typeface="+mn-cs"/>
              </a:defRPr>
            </a:lvl4pPr>
            <a:lvl5pPr marL="1828800" indent="0" algn="l" defTabSz="914400" rtl="0" eaLnBrk="1" latinLnBrk="0" hangingPunct="1">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Cut-off date: </a:t>
            </a:r>
            <a:r>
              <a:rPr lang="en-US" sz="1000" i="1">
                <a:solidFill>
                  <a:srgbClr val="002060"/>
                </a:solidFill>
                <a:latin typeface="Boehringer Forward Text"/>
              </a:rPr>
              <a:t>2026.03.31</a:t>
            </a:r>
            <a:endParaRPr kumimoji="0" lang="en-US" sz="1000" b="0" i="1" u="none" strike="noStrike" kern="1200" cap="none" spc="0" normalizeH="0" baseline="0" noProof="0">
              <a:ln>
                <a:noFill/>
              </a:ln>
              <a:solidFill>
                <a:srgbClr val="002060"/>
              </a:solidFill>
              <a:effectLst/>
              <a:uLnTx/>
              <a:uFillTx/>
              <a:latin typeface="Boehringer Forward Text"/>
              <a:ea typeface="+mn-ea"/>
              <a:cs typeface="+mn-cs"/>
            </a:endParaRPr>
          </a:p>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Total Enrollment:   </a:t>
            </a:r>
            <a:endParaRPr lang="en-US" sz="1000" b="0" i="0" u="none" strike="noStrike" kern="1200" cap="none" spc="0" normalizeH="0" baseline="0" noProof="0">
              <a:ln>
                <a:noFill/>
              </a:ln>
              <a:solidFill>
                <a:srgbClr val="000000"/>
              </a:solidFill>
              <a:effectLst/>
              <a:uLnTx/>
              <a:uFillTx/>
              <a:latin typeface="Boehringer Forward Text"/>
            </a:endParaRPr>
          </a:p>
          <a:p>
            <a:pPr marL="171450" marR="0" lvl="0" indent="-171450" algn="l" defTabSz="49045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Prospective group: </a:t>
            </a:r>
            <a:r>
              <a:rPr lang="en-US" sz="1000">
                <a:solidFill>
                  <a:srgbClr val="000000"/>
                </a:solidFill>
                <a:latin typeface="Boehringer Forward Text"/>
              </a:rPr>
              <a:t>14(+3)</a:t>
            </a:r>
            <a:r>
              <a:rPr lang="en-US" sz="1000">
                <a:solidFill>
                  <a:srgbClr val="002060"/>
                </a:solidFill>
                <a:latin typeface="Boehringer Forward Text"/>
              </a:rPr>
              <a:t>/70</a:t>
            </a:r>
            <a:endParaRPr lang="en-US" sz="1000" b="0" i="0" u="none" strike="noStrike" kern="1200" cap="none" spc="0" normalizeH="0" baseline="0" noProof="0">
              <a:ln>
                <a:noFill/>
              </a:ln>
              <a:solidFill>
                <a:srgbClr val="002060"/>
              </a:solidFill>
              <a:effectLst/>
              <a:uLnTx/>
              <a:uFillTx/>
              <a:latin typeface="Boehringer Forward Text"/>
            </a:endParaRPr>
          </a:p>
          <a:p>
            <a:pPr marL="171450" marR="0" lvl="0" indent="-171450" algn="l" defTabSz="49045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Cross-sectional group: </a:t>
            </a:r>
            <a:r>
              <a:rPr lang="en-US" sz="1000">
                <a:solidFill>
                  <a:prstClr val="black"/>
                </a:solidFill>
                <a:latin typeface="Boehringer Forward Text"/>
              </a:rPr>
              <a:t>63(+1)</a:t>
            </a:r>
            <a:r>
              <a:rPr lang="en-US" altLang="zh-CN" sz="1000">
                <a:solidFill>
                  <a:srgbClr val="002060"/>
                </a:solidFill>
                <a:latin typeface="Boehringer Forward Text"/>
              </a:rPr>
              <a:t>/120</a:t>
            </a:r>
            <a:endParaRPr lang="en-US" altLang="zh-CN" sz="1000" b="0" i="0" u="none" strike="noStrike" kern="1200" cap="none" spc="0" normalizeH="0" baseline="0" noProof="0">
              <a:ln>
                <a:noFill/>
              </a:ln>
              <a:solidFill>
                <a:srgbClr val="002060"/>
              </a:solidFill>
              <a:effectLst/>
              <a:uLnTx/>
              <a:uFillTx/>
              <a:latin typeface="Boehringer Forward Text"/>
            </a:endParaRPr>
          </a:p>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Site initiation: </a:t>
            </a:r>
            <a:r>
              <a:rPr lang="en-US" sz="1000">
                <a:solidFill>
                  <a:srgbClr val="000000"/>
                </a:solidFill>
                <a:latin typeface="Boehringer Forward Text"/>
              </a:rPr>
              <a:t>10</a:t>
            </a:r>
            <a:r>
              <a:rPr lang="en-US" sz="1000">
                <a:solidFill>
                  <a:srgbClr val="002060"/>
                </a:solidFill>
                <a:latin typeface="Boehringer Forward Text"/>
              </a:rPr>
              <a:t>/16</a:t>
            </a:r>
            <a:endParaRPr kumimoji="0" lang="en-US" sz="1000" b="0" i="0" u="none" strike="noStrike" kern="1200" cap="none" spc="0" normalizeH="0" baseline="0" noProof="0">
              <a:ln>
                <a:noFill/>
              </a:ln>
              <a:solidFill>
                <a:srgbClr val="002060"/>
              </a:solidFill>
              <a:effectLst/>
              <a:uLnTx/>
              <a:uFillTx/>
              <a:latin typeface="Boehringer Forward Text"/>
              <a:ea typeface="+mn-ea"/>
              <a:cs typeface="+mn-cs"/>
            </a:endParaRPr>
          </a:p>
        </p:txBody>
      </p:sp>
    </p:spTree>
    <p:extLst>
      <p:ext uri="{BB962C8B-B14F-4D97-AF65-F5344CB8AC3E}">
        <p14:creationId xmlns:p14="http://schemas.microsoft.com/office/powerpoint/2010/main" val="29237760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3A22C81-01DF-F9A4-25EE-116D18FEB4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DF9896-8B82-0DDF-1CB7-D1395E9B4617}"/>
              </a:ext>
            </a:extLst>
          </p:cNvPr>
          <p:cNvSpPr>
            <a:spLocks noGrp="1"/>
          </p:cNvSpPr>
          <p:nvPr>
            <p:ph type="title"/>
          </p:nvPr>
        </p:nvSpPr>
        <p:spPr/>
        <p:txBody>
          <a:bodyPr/>
          <a:lstStyle/>
          <a:p>
            <a:r>
              <a:rPr lang="en-US" altLang="zh-CN">
                <a:latin typeface="+mn-lt"/>
              </a:rPr>
              <a:t>BI 1815368 / </a:t>
            </a:r>
            <a:r>
              <a:rPr lang="en-US" altLang="zh-CN" err="1">
                <a:latin typeface="+mn-lt"/>
              </a:rPr>
              <a:t>PKKi</a:t>
            </a:r>
            <a:r>
              <a:rPr lang="en-US" altLang="zh-CN">
                <a:latin typeface="+mn-lt"/>
              </a:rPr>
              <a:t>, Diabetic Macular Edema (DME), Development Plan </a:t>
            </a:r>
            <a:endParaRPr lang="zh-CN" altLang="en-US">
              <a:latin typeface="+mn-lt"/>
            </a:endParaRPr>
          </a:p>
        </p:txBody>
      </p:sp>
      <p:sp>
        <p:nvSpPr>
          <p:cNvPr id="4" name="Text Placeholder 3">
            <a:extLst>
              <a:ext uri="{FF2B5EF4-FFF2-40B4-BE49-F238E27FC236}">
                <a16:creationId xmlns:a16="http://schemas.microsoft.com/office/drawing/2014/main" id="{ED207337-6E61-23AF-67D2-FFD02B8F8E97}"/>
              </a:ext>
            </a:extLst>
          </p:cNvPr>
          <p:cNvSpPr>
            <a:spLocks noGrp="1"/>
          </p:cNvSpPr>
          <p:nvPr>
            <p:ph type="body" sz="quarter" idx="13"/>
          </p:nvPr>
        </p:nvSpPr>
        <p:spPr>
          <a:xfrm>
            <a:off x="483944" y="6706844"/>
            <a:ext cx="11232000" cy="144000"/>
          </a:xfrm>
        </p:spPr>
        <p:txBody>
          <a:bodyPr/>
          <a:lstStyle/>
          <a:p>
            <a:r>
              <a:rPr lang="en-US" altLang="zh-CN"/>
              <a:t>China CIQ: China Entry-Exit Inspection and Quarantine; </a:t>
            </a:r>
            <a:r>
              <a:rPr lang="en-US" altLang="zh-CN" err="1"/>
              <a:t>nAMD</a:t>
            </a:r>
            <a:r>
              <a:rPr lang="en-US" altLang="zh-CN"/>
              <a:t>: neovascular age-related macular degeneration </a:t>
            </a:r>
            <a:endParaRPr lang="zh-CN" altLang="en-US"/>
          </a:p>
        </p:txBody>
      </p:sp>
      <p:sp>
        <p:nvSpPr>
          <p:cNvPr id="6" name="Slide Number Placeholder 5">
            <a:extLst>
              <a:ext uri="{FF2B5EF4-FFF2-40B4-BE49-F238E27FC236}">
                <a16:creationId xmlns:a16="http://schemas.microsoft.com/office/drawing/2014/main" id="{2DE05E1E-EC08-0872-6760-3C53A04FB66F}"/>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A155DE74-D232-3B0F-34EA-68EC00409889}"/>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19</a:t>
            </a:fld>
            <a:endParaRPr lang="en-US" kern="0">
              <a:solidFill>
                <a:srgbClr val="08312A"/>
              </a:solidFill>
              <a:cs typeface="Arial"/>
              <a:sym typeface="Arial"/>
            </a:endParaRPr>
          </a:p>
        </p:txBody>
      </p:sp>
      <p:sp>
        <p:nvSpPr>
          <p:cNvPr id="239" name="OTLSHAPE_T_5a934a26f311425e8ebaa0f45e6533ad_Shape">
            <a:extLst>
              <a:ext uri="{FF2B5EF4-FFF2-40B4-BE49-F238E27FC236}">
                <a16:creationId xmlns:a16="http://schemas.microsoft.com/office/drawing/2014/main" id="{F647215B-39F8-32A5-89DE-766A7F102373}"/>
              </a:ext>
            </a:extLst>
          </p:cNvPr>
          <p:cNvSpPr/>
          <p:nvPr>
            <p:custDataLst>
              <p:tags r:id="rId1"/>
            </p:custDataLst>
          </p:nvPr>
        </p:nvSpPr>
        <p:spPr bwMode="auto">
          <a:xfrm>
            <a:off x="4894656" y="4424223"/>
            <a:ext cx="2610861" cy="28800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240" name="OTLSHAPE_T_5a934a26f311425e8ebaa0f45e6533ad_Shape">
            <a:extLst>
              <a:ext uri="{FF2B5EF4-FFF2-40B4-BE49-F238E27FC236}">
                <a16:creationId xmlns:a16="http://schemas.microsoft.com/office/drawing/2014/main" id="{D45A44BF-46EF-8156-CA9A-0E4F37587352}"/>
              </a:ext>
            </a:extLst>
          </p:cNvPr>
          <p:cNvSpPr/>
          <p:nvPr>
            <p:custDataLst>
              <p:tags r:id="rId2"/>
            </p:custDataLst>
          </p:nvPr>
        </p:nvSpPr>
        <p:spPr bwMode="auto">
          <a:xfrm>
            <a:off x="4899822" y="2278100"/>
            <a:ext cx="2605698"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graphicFrame>
        <p:nvGraphicFramePr>
          <p:cNvPr id="241" name="Table 3">
            <a:extLst>
              <a:ext uri="{FF2B5EF4-FFF2-40B4-BE49-F238E27FC236}">
                <a16:creationId xmlns:a16="http://schemas.microsoft.com/office/drawing/2014/main" id="{16952231-BF14-7D6D-E0B3-0F7907406FAB}"/>
              </a:ext>
            </a:extLst>
          </p:cNvPr>
          <p:cNvGraphicFramePr>
            <a:graphicFrameLocks noGrp="1"/>
          </p:cNvGraphicFramePr>
          <p:nvPr/>
        </p:nvGraphicFramePr>
        <p:xfrm>
          <a:off x="1285344" y="1027483"/>
          <a:ext cx="10658940"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50B46A47-08FC-673D-2191-4B0A53921B64}"/>
              </a:ext>
            </a:extLst>
          </p:cNvPr>
          <p:cNvCxnSpPr>
            <a:cxnSpLocks/>
          </p:cNvCxnSpPr>
          <p:nvPr/>
        </p:nvCxnSpPr>
        <p:spPr bwMode="auto">
          <a:xfrm flipH="1">
            <a:off x="0" y="379186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1F154C6E-E315-FA88-22D4-56E1B75A2393}"/>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CAC9D491-A9EE-C5B9-33A2-1E348603BC30}"/>
              </a:ext>
            </a:extLst>
          </p:cNvPr>
          <p:cNvSpPr/>
          <p:nvPr/>
        </p:nvSpPr>
        <p:spPr>
          <a:xfrm rot="5400000">
            <a:off x="11736946" y="1254539"/>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03B7AC61-91F0-9441-2F0E-A8EE0145273C}"/>
              </a:ext>
            </a:extLst>
          </p:cNvPr>
          <p:cNvSpPr txBox="1"/>
          <p:nvPr/>
        </p:nvSpPr>
        <p:spPr>
          <a:xfrm>
            <a:off x="31595" y="2220808"/>
            <a:ext cx="825189"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Ph2 -</a:t>
            </a:r>
          </a:p>
          <a:p>
            <a:pPr algn="ctr" defTabSz="914377">
              <a:defRPr/>
            </a:pPr>
            <a:r>
              <a:rPr lang="en-US" altLang="zh-CN" sz="1067" b="1">
                <a:solidFill>
                  <a:srgbClr val="08312A"/>
                </a:solidFill>
                <a:cs typeface="Calibri" panose="020F0502020204030204" pitchFamily="34" charset="0"/>
              </a:rPr>
              <a:t>1485-0018</a:t>
            </a:r>
          </a:p>
          <a:p>
            <a:pPr algn="ctr" defTabSz="914377">
              <a:defRPr/>
            </a:pPr>
            <a:r>
              <a:rPr lang="en-US" sz="1067" b="1">
                <a:solidFill>
                  <a:srgbClr val="08312A"/>
                </a:solidFill>
                <a:cs typeface="Calibri" panose="020F0502020204030204" pitchFamily="34" charset="0"/>
              </a:rPr>
              <a:t>THULITE</a:t>
            </a:r>
          </a:p>
        </p:txBody>
      </p:sp>
      <p:pic>
        <p:nvPicPr>
          <p:cNvPr id="246" name="Picture 4">
            <a:extLst>
              <a:ext uri="{FF2B5EF4-FFF2-40B4-BE49-F238E27FC236}">
                <a16:creationId xmlns:a16="http://schemas.microsoft.com/office/drawing/2014/main" id="{7C8BF19C-F6E5-2F91-03D4-A125FD3143CC}"/>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EC78D8F0-3852-7EE0-1C58-931DFFBCBE41}"/>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27783" y="3795419"/>
            <a:ext cx="1138019" cy="560880"/>
          </a:xfrm>
          <a:prstGeom prst="rect">
            <a:avLst/>
          </a:prstGeom>
        </p:spPr>
      </p:pic>
      <p:sp>
        <p:nvSpPr>
          <p:cNvPr id="249" name="Rectangle 52">
            <a:extLst>
              <a:ext uri="{FF2B5EF4-FFF2-40B4-BE49-F238E27FC236}">
                <a16:creationId xmlns:a16="http://schemas.microsoft.com/office/drawing/2014/main" id="{FF12BDCF-2E00-A4DE-C884-12CB6C63BC63}"/>
              </a:ext>
            </a:extLst>
          </p:cNvPr>
          <p:cNvSpPr/>
          <p:nvPr/>
        </p:nvSpPr>
        <p:spPr>
          <a:xfrm>
            <a:off x="1887920" y="2563974"/>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4CE7D347-0109-438C-9476-D40D3544795E}"/>
              </a:ext>
            </a:extLst>
          </p:cNvPr>
          <p:cNvSpPr txBox="1"/>
          <p:nvPr>
            <p:custDataLst>
              <p:tags r:id="rId3"/>
            </p:custDataLst>
          </p:nvPr>
        </p:nvSpPr>
        <p:spPr>
          <a:xfrm>
            <a:off x="1564373" y="2099832"/>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May 2025</a:t>
            </a:r>
            <a:endParaRPr lang="zh-CN" altLang="en-US" sz="1067" b="1" i="1">
              <a:solidFill>
                <a:schemeClr val="bg1">
                  <a:lumMod val="65000"/>
                </a:schemeClr>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361F860C-3CE9-8ADE-646A-75280AF305EA}"/>
              </a:ext>
            </a:extLst>
          </p:cNvPr>
          <p:cNvSpPr/>
          <p:nvPr>
            <p:custDataLst>
              <p:tags r:id="rId4"/>
            </p:custDataLst>
          </p:nvPr>
        </p:nvSpPr>
        <p:spPr bwMode="auto">
          <a:xfrm>
            <a:off x="2094831" y="2273316"/>
            <a:ext cx="2804991"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THULITE Ph2, N=300 </a:t>
            </a:r>
            <a:endParaRPr lang="en-US" altLang="zh-CN" sz="1067" b="1">
              <a:solidFill>
                <a:srgbClr val="000000"/>
              </a:solidFill>
              <a:ea typeface="等线" panose="02010600030101010101" pitchFamily="2" charset="-122"/>
              <a:cs typeface="Calibri" panose="020F0502020204030204" pitchFamily="34" charset="0"/>
            </a:endParaRPr>
          </a:p>
        </p:txBody>
      </p:sp>
      <p:sp>
        <p:nvSpPr>
          <p:cNvPr id="252" name="OTLSHAPE_T_e17f3958430f4cff8650518c93c7635e_Shape">
            <a:extLst>
              <a:ext uri="{FF2B5EF4-FFF2-40B4-BE49-F238E27FC236}">
                <a16:creationId xmlns:a16="http://schemas.microsoft.com/office/drawing/2014/main" id="{88CA5042-2693-A2B3-9F29-A030988A47EE}"/>
              </a:ext>
            </a:extLst>
          </p:cNvPr>
          <p:cNvSpPr/>
          <p:nvPr>
            <p:custDataLst>
              <p:tags r:id="rId5"/>
            </p:custDataLst>
          </p:nvPr>
        </p:nvSpPr>
        <p:spPr bwMode="auto">
          <a:xfrm>
            <a:off x="3708023" y="4424227"/>
            <a:ext cx="1186633"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lang="en-US" altLang="zh-CN" sz="1067" b="1">
                <a:solidFill>
                  <a:prstClr val="black"/>
                </a:solidFill>
                <a:ea typeface="等线" panose="02010600030101010101" pitchFamily="2" charset="-122"/>
                <a:cs typeface="Calibri" panose="020F0502020204030204" pitchFamily="34" charset="0"/>
              </a:rPr>
              <a:t>Ph2, N=8</a:t>
            </a:r>
          </a:p>
        </p:txBody>
      </p:sp>
      <p:sp>
        <p:nvSpPr>
          <p:cNvPr id="253" name="OTLSHAPE_T_e17f3958430f4cff8650518c93c7635e_StartDate">
            <a:extLst>
              <a:ext uri="{FF2B5EF4-FFF2-40B4-BE49-F238E27FC236}">
                <a16:creationId xmlns:a16="http://schemas.microsoft.com/office/drawing/2014/main" id="{3DCB1C91-6AB5-8562-2FDA-3F8AB0AF6C19}"/>
              </a:ext>
            </a:extLst>
          </p:cNvPr>
          <p:cNvSpPr txBox="1"/>
          <p:nvPr>
            <p:custDataLst>
              <p:tags r:id="rId6"/>
            </p:custDataLst>
          </p:nvPr>
        </p:nvSpPr>
        <p:spPr>
          <a:xfrm rot="19154715">
            <a:off x="3542326" y="3989524"/>
            <a:ext cx="910164"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26 Jan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4" name="OTLSHAPE_T_e17f3958430f4cff8650518c93c7635e_Shape">
            <a:extLst>
              <a:ext uri="{FF2B5EF4-FFF2-40B4-BE49-F238E27FC236}">
                <a16:creationId xmlns:a16="http://schemas.microsoft.com/office/drawing/2014/main" id="{C664A0E9-5674-1EE4-B123-2C260AAF8868}"/>
              </a:ext>
            </a:extLst>
          </p:cNvPr>
          <p:cNvSpPr/>
          <p:nvPr>
            <p:custDataLst>
              <p:tags r:id="rId7"/>
            </p:custDataLst>
          </p:nvPr>
        </p:nvSpPr>
        <p:spPr bwMode="auto">
          <a:xfrm>
            <a:off x="1806922" y="4430534"/>
            <a:ext cx="1677288"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Contract</a:t>
            </a:r>
            <a:endParaRPr lang="zh-CN" altLang="en-US" sz="800" b="1">
              <a:solidFill>
                <a:srgbClr val="000000"/>
              </a:solidFill>
              <a:ea typeface="等线" panose="02010600030101010101" pitchFamily="2" charset="-122"/>
              <a:cs typeface="Calibri" panose="020F0502020204030204" pitchFamily="34" charset="0"/>
            </a:endParaRPr>
          </a:p>
        </p:txBody>
      </p:sp>
      <p:sp>
        <p:nvSpPr>
          <p:cNvPr id="255" name="OTLSHAPE_T_e17f3958430f4cff8650518c93c7635e_StartDate">
            <a:extLst>
              <a:ext uri="{FF2B5EF4-FFF2-40B4-BE49-F238E27FC236}">
                <a16:creationId xmlns:a16="http://schemas.microsoft.com/office/drawing/2014/main" id="{DD8660E2-B2AA-234C-B94A-23457849B100}"/>
              </a:ext>
            </a:extLst>
          </p:cNvPr>
          <p:cNvSpPr txBox="1"/>
          <p:nvPr>
            <p:custDataLst>
              <p:tags r:id="rId8"/>
            </p:custDataLst>
          </p:nvPr>
        </p:nvSpPr>
        <p:spPr>
          <a:xfrm>
            <a:off x="1468266" y="4252407"/>
            <a:ext cx="682623" cy="164212"/>
          </a:xfrm>
          <a:prstGeom prst="rect">
            <a:avLst/>
          </a:prstGeom>
          <a:noFill/>
        </p:spPr>
        <p:txBody>
          <a:bodyPr vert="horz" wrap="square" lIns="0" tIns="0" rIns="0" bIns="0" rtlCol="0" anchor="ctr" anchorCtr="0">
            <a:spAutoFit/>
          </a:bodyPr>
          <a:lstStyle/>
          <a:p>
            <a:pPr algn="ctr" defTabSz="1219108">
              <a:defRPr/>
            </a:pPr>
            <a:r>
              <a:rPr lang="en-US" altLang="zh-CN" sz="1067" b="1" i="1" baseline="30000">
                <a:solidFill>
                  <a:schemeClr val="bg1">
                    <a:lumMod val="65000"/>
                  </a:schemeClr>
                </a:solidFill>
                <a:ea typeface="等线" panose="02010600030101010101" pitchFamily="2" charset="-122"/>
                <a:cs typeface="Calibri" panose="020F0502020204030204" pitchFamily="34" charset="0"/>
              </a:rPr>
              <a:t> </a:t>
            </a:r>
            <a:r>
              <a:rPr lang="en-US" altLang="zh-CN" sz="1067" b="1" i="1">
                <a:solidFill>
                  <a:schemeClr val="bg1">
                    <a:lumMod val="65000"/>
                  </a:schemeClr>
                </a:solidFill>
                <a:ea typeface="等线" panose="02010600030101010101" pitchFamily="2" charset="-122"/>
                <a:cs typeface="Calibri" panose="020F0502020204030204" pitchFamily="34" charset="0"/>
              </a:rPr>
              <a:t>Mar 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6" name="Rectangle 77">
            <a:extLst>
              <a:ext uri="{FF2B5EF4-FFF2-40B4-BE49-F238E27FC236}">
                <a16:creationId xmlns:a16="http://schemas.microsoft.com/office/drawing/2014/main" id="{3A8A6352-38D4-33FF-E5CF-141EB71B6B8D}"/>
              </a:ext>
            </a:extLst>
          </p:cNvPr>
          <p:cNvSpPr/>
          <p:nvPr/>
        </p:nvSpPr>
        <p:spPr>
          <a:xfrm>
            <a:off x="3500271" y="4778349"/>
            <a:ext cx="909501" cy="256545"/>
          </a:xfrm>
          <a:prstGeom prst="rect">
            <a:avLst/>
          </a:prstGeom>
        </p:spPr>
        <p:txBody>
          <a:bodyPr wrap="square">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p>
        </p:txBody>
      </p:sp>
      <p:sp>
        <p:nvSpPr>
          <p:cNvPr id="258" name="OTLSHAPE_M_39ea6ebc19a94c9fab6ef5006c31df58_Shape">
            <a:extLst>
              <a:ext uri="{FF2B5EF4-FFF2-40B4-BE49-F238E27FC236}">
                <a16:creationId xmlns:a16="http://schemas.microsoft.com/office/drawing/2014/main" id="{2CA2F08F-9406-24D7-FBEC-C12283A5658E}"/>
              </a:ext>
            </a:extLst>
          </p:cNvPr>
          <p:cNvSpPr/>
          <p:nvPr>
            <p:custDataLst>
              <p:tags r:id="rId9"/>
            </p:custDataLst>
          </p:nvPr>
        </p:nvSpPr>
        <p:spPr bwMode="auto">
          <a:xfrm rot="16200000">
            <a:off x="1796145" y="4663477"/>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9257FE4E-8868-17EE-B9A5-73529BCA9A55}"/>
              </a:ext>
            </a:extLst>
          </p:cNvPr>
          <p:cNvSpPr txBox="1"/>
          <p:nvPr>
            <p:custDataLst>
              <p:tags r:id="rId10"/>
            </p:custDataLst>
          </p:nvPr>
        </p:nvSpPr>
        <p:spPr>
          <a:xfrm>
            <a:off x="1577467" y="4764991"/>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1" name="Rectangle 73">
            <a:extLst>
              <a:ext uri="{FF2B5EF4-FFF2-40B4-BE49-F238E27FC236}">
                <a16:creationId xmlns:a16="http://schemas.microsoft.com/office/drawing/2014/main" id="{FE056DF9-F20F-BEE8-238D-46840CB32CC9}"/>
              </a:ext>
            </a:extLst>
          </p:cNvPr>
          <p:cNvSpPr/>
          <p:nvPr/>
        </p:nvSpPr>
        <p:spPr>
          <a:xfrm>
            <a:off x="4698884" y="4718824"/>
            <a:ext cx="389851"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2" name="OTLSHAPE_T_e17f3958430f4cff8650518c93c7635e_StartDate">
            <a:extLst>
              <a:ext uri="{FF2B5EF4-FFF2-40B4-BE49-F238E27FC236}">
                <a16:creationId xmlns:a16="http://schemas.microsoft.com/office/drawing/2014/main" id="{BD065237-5C63-F27E-602A-8ABA56DCC2FE}"/>
              </a:ext>
            </a:extLst>
          </p:cNvPr>
          <p:cNvSpPr txBox="1"/>
          <p:nvPr>
            <p:custDataLst>
              <p:tags r:id="rId11"/>
            </p:custDataLst>
          </p:nvPr>
        </p:nvSpPr>
        <p:spPr>
          <a:xfrm rot="19296833">
            <a:off x="4668761" y="4070874"/>
            <a:ext cx="91114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Sep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64" name="Rectangle 55">
            <a:extLst>
              <a:ext uri="{FF2B5EF4-FFF2-40B4-BE49-F238E27FC236}">
                <a16:creationId xmlns:a16="http://schemas.microsoft.com/office/drawing/2014/main" id="{9605F83E-6F51-DE51-A186-E114A692C21B}"/>
              </a:ext>
            </a:extLst>
          </p:cNvPr>
          <p:cNvSpPr/>
          <p:nvPr/>
        </p:nvSpPr>
        <p:spPr>
          <a:xfrm>
            <a:off x="4695919" y="2563973"/>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4BE4A206-0455-8883-B405-9935D659B978}"/>
              </a:ext>
            </a:extLst>
          </p:cNvPr>
          <p:cNvSpPr txBox="1"/>
          <p:nvPr>
            <p:custDataLst>
              <p:tags r:id="rId12"/>
            </p:custDataLst>
          </p:nvPr>
        </p:nvSpPr>
        <p:spPr>
          <a:xfrm rot="19148296">
            <a:off x="4657496" y="1971559"/>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Sep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68" name="Rectangle 55">
            <a:extLst>
              <a:ext uri="{FF2B5EF4-FFF2-40B4-BE49-F238E27FC236}">
                <a16:creationId xmlns:a16="http://schemas.microsoft.com/office/drawing/2014/main" id="{599DB5B4-6617-8FE9-AE0F-6B55128D47D2}"/>
              </a:ext>
            </a:extLst>
          </p:cNvPr>
          <p:cNvSpPr/>
          <p:nvPr/>
        </p:nvSpPr>
        <p:spPr>
          <a:xfrm>
            <a:off x="7034236" y="2563974"/>
            <a:ext cx="92685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71" name="Rectangle 55">
            <a:extLst>
              <a:ext uri="{FF2B5EF4-FFF2-40B4-BE49-F238E27FC236}">
                <a16:creationId xmlns:a16="http://schemas.microsoft.com/office/drawing/2014/main" id="{FC54E31F-E69A-41B9-0200-8A2159CD9112}"/>
              </a:ext>
            </a:extLst>
          </p:cNvPr>
          <p:cNvSpPr/>
          <p:nvPr/>
        </p:nvSpPr>
        <p:spPr>
          <a:xfrm>
            <a:off x="7575680" y="4462280"/>
            <a:ext cx="926857" cy="256544"/>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72" name="OTLSHAPE_T_e17f3958430f4cff8650518c93c7635e_StartDate">
            <a:extLst>
              <a:ext uri="{FF2B5EF4-FFF2-40B4-BE49-F238E27FC236}">
                <a16:creationId xmlns:a16="http://schemas.microsoft.com/office/drawing/2014/main" id="{A37DF498-038A-1504-3EF3-05EC8D26313D}"/>
              </a:ext>
            </a:extLst>
          </p:cNvPr>
          <p:cNvSpPr txBox="1"/>
          <p:nvPr>
            <p:custDataLst>
              <p:tags r:id="rId13"/>
            </p:custDataLst>
          </p:nvPr>
        </p:nvSpPr>
        <p:spPr>
          <a:xfrm>
            <a:off x="7001194" y="4252407"/>
            <a:ext cx="911148" cy="164213"/>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Nov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3" name="Star: 4 Points 143">
            <a:extLst>
              <a:ext uri="{FF2B5EF4-FFF2-40B4-BE49-F238E27FC236}">
                <a16:creationId xmlns:a16="http://schemas.microsoft.com/office/drawing/2014/main" id="{1EACD682-4611-3109-4B17-F6129CF1AA33}"/>
              </a:ext>
            </a:extLst>
          </p:cNvPr>
          <p:cNvSpPr/>
          <p:nvPr/>
        </p:nvSpPr>
        <p:spPr bwMode="auto">
          <a:xfrm>
            <a:off x="1994521"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2CA62E63-0A0E-39CD-FF85-530FEF69F7AB}"/>
              </a:ext>
            </a:extLst>
          </p:cNvPr>
          <p:cNvSpPr/>
          <p:nvPr/>
        </p:nvSpPr>
        <p:spPr bwMode="auto">
          <a:xfrm>
            <a:off x="4802419"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5" name="Star: 4 Points 143">
            <a:extLst>
              <a:ext uri="{FF2B5EF4-FFF2-40B4-BE49-F238E27FC236}">
                <a16:creationId xmlns:a16="http://schemas.microsoft.com/office/drawing/2014/main" id="{F4D8C8D4-ABFF-F853-74DB-4C30D3D9C9F4}"/>
              </a:ext>
            </a:extLst>
          </p:cNvPr>
          <p:cNvSpPr/>
          <p:nvPr/>
        </p:nvSpPr>
        <p:spPr bwMode="auto">
          <a:xfrm>
            <a:off x="7398420"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6" name="Star: 4 Points 143">
            <a:extLst>
              <a:ext uri="{FF2B5EF4-FFF2-40B4-BE49-F238E27FC236}">
                <a16:creationId xmlns:a16="http://schemas.microsoft.com/office/drawing/2014/main" id="{BC8E3125-8B5A-BE2F-326E-FC505726CEB0}"/>
              </a:ext>
            </a:extLst>
          </p:cNvPr>
          <p:cNvSpPr/>
          <p:nvPr/>
        </p:nvSpPr>
        <p:spPr bwMode="auto">
          <a:xfrm>
            <a:off x="3524463" y="463264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7" name="Star: 4 Points 143">
            <a:extLst>
              <a:ext uri="{FF2B5EF4-FFF2-40B4-BE49-F238E27FC236}">
                <a16:creationId xmlns:a16="http://schemas.microsoft.com/office/drawing/2014/main" id="{1D8485F4-90E7-9D7E-E193-7A00CE7DE22E}"/>
              </a:ext>
            </a:extLst>
          </p:cNvPr>
          <p:cNvSpPr/>
          <p:nvPr/>
        </p:nvSpPr>
        <p:spPr bwMode="auto">
          <a:xfrm>
            <a:off x="4793696" y="463264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8" name="Star: 4 Points 143">
            <a:extLst>
              <a:ext uri="{FF2B5EF4-FFF2-40B4-BE49-F238E27FC236}">
                <a16:creationId xmlns:a16="http://schemas.microsoft.com/office/drawing/2014/main" id="{869C085E-E456-9309-DB54-4FD47CB6CD14}"/>
              </a:ext>
            </a:extLst>
          </p:cNvPr>
          <p:cNvSpPr/>
          <p:nvPr/>
        </p:nvSpPr>
        <p:spPr bwMode="auto">
          <a:xfrm>
            <a:off x="7422234" y="447925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97" name="Rectangle 100">
            <a:extLst>
              <a:ext uri="{FF2B5EF4-FFF2-40B4-BE49-F238E27FC236}">
                <a16:creationId xmlns:a16="http://schemas.microsoft.com/office/drawing/2014/main" id="{02A4BA5C-7347-DDB3-155E-491912E97BCD}"/>
              </a:ext>
            </a:extLst>
          </p:cNvPr>
          <p:cNvSpPr/>
          <p:nvPr/>
        </p:nvSpPr>
        <p:spPr>
          <a:xfrm>
            <a:off x="7078931" y="2053666"/>
            <a:ext cx="837089"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Nov 2027</a:t>
            </a:r>
          </a:p>
        </p:txBody>
      </p:sp>
      <p:sp>
        <p:nvSpPr>
          <p:cNvPr id="310" name="文本框 160">
            <a:extLst>
              <a:ext uri="{FF2B5EF4-FFF2-40B4-BE49-F238E27FC236}">
                <a16:creationId xmlns:a16="http://schemas.microsoft.com/office/drawing/2014/main" id="{6854E511-3B88-9768-D11F-8F198389D13C}"/>
              </a:ext>
            </a:extLst>
          </p:cNvPr>
          <p:cNvSpPr txBox="1"/>
          <p:nvPr/>
        </p:nvSpPr>
        <p:spPr>
          <a:xfrm>
            <a:off x="8148059" y="1704678"/>
            <a:ext cx="3686888" cy="1651516"/>
          </a:xfrm>
          <a:prstGeom prst="roundRect">
            <a:avLst/>
          </a:prstGeom>
          <a:noFill/>
          <a:ln>
            <a:solidFill>
              <a:srgbClr val="076D7E"/>
            </a:solidFill>
            <a:prstDash val="lgDash"/>
          </a:ln>
        </p:spPr>
        <p:txBody>
          <a:bodyPr wrap="square" rtlCol="0" anchor="ctr">
            <a:spAutoFit/>
          </a:bodyPr>
          <a:lstStyle/>
          <a:p>
            <a:pPr defTabSz="1219170">
              <a:spcAft>
                <a:spcPts val="267"/>
              </a:spcAft>
              <a:defRPr/>
            </a:pPr>
            <a:r>
              <a:rPr lang="en-GB" altLang="zh-CN" sz="1000" b="1" i="1">
                <a:solidFill>
                  <a:srgbClr val="002060"/>
                </a:solidFill>
                <a:latin typeface="Boehringer Forward Head"/>
              </a:rPr>
              <a:t>Global Update: </a:t>
            </a:r>
          </a:p>
          <a:p>
            <a:pPr marL="171450" indent="-171450" defTabSz="1219170">
              <a:spcAft>
                <a:spcPts val="267"/>
              </a:spcAft>
              <a:buFont typeface="Arial" panose="020B0604020202020204" pitchFamily="34" charset="0"/>
              <a:buChar char="•"/>
              <a:defRPr/>
            </a:pPr>
            <a:r>
              <a:rPr lang="en-US" altLang="zh-CN" sz="1000" b="1" i="1">
                <a:solidFill>
                  <a:srgbClr val="002060"/>
                </a:solidFill>
                <a:latin typeface="Boehringer Forward Head"/>
              </a:rPr>
              <a:t>THULITE Ph2 Ongoing: IA  reprojected to Oct*</a:t>
            </a:r>
            <a:r>
              <a:rPr lang="en-US" altLang="zh-CN" sz="1000" i="1">
                <a:solidFill>
                  <a:srgbClr val="002060"/>
                </a:solidFill>
                <a:latin typeface="Boehringer Forward Head"/>
              </a:rPr>
              <a:t>.</a:t>
            </a:r>
          </a:p>
          <a:p>
            <a:pPr marL="352425" lvl="1" indent="-169863" defTabSz="1219170">
              <a:spcAft>
                <a:spcPts val="267"/>
              </a:spcAft>
              <a:buFont typeface="Arial" panose="020B0604020202020204" pitchFamily="34" charset="0"/>
              <a:buChar char="•"/>
              <a:defRPr/>
            </a:pPr>
            <a:r>
              <a:rPr lang="en-GB" altLang="zh-CN" sz="1000" i="1">
                <a:solidFill>
                  <a:srgbClr val="002060"/>
                </a:solidFill>
                <a:latin typeface="Boehringer Forward Head"/>
              </a:rPr>
              <a:t>Early-discontinuation** rate higher than estimated</a:t>
            </a:r>
          </a:p>
          <a:p>
            <a:pPr marL="352425" lvl="1" indent="-169863" defTabSz="1219170">
              <a:spcAft>
                <a:spcPts val="267"/>
              </a:spcAft>
              <a:buFont typeface="Arial" panose="020B0604020202020204" pitchFamily="34" charset="0"/>
              <a:buChar char="•"/>
              <a:defRPr/>
            </a:pPr>
            <a:r>
              <a:rPr lang="en-US" altLang="zh-CN" sz="1000" i="1">
                <a:solidFill>
                  <a:srgbClr val="002060"/>
                </a:solidFill>
                <a:latin typeface="Boehringer Forward Head"/>
              </a:rPr>
              <a:t>“Global Huddles”- Regular joint meeting set up for China &amp; Japan</a:t>
            </a:r>
            <a:r>
              <a:rPr lang="en-US" altLang="zh-CN" sz="1000" b="1" i="1">
                <a:solidFill>
                  <a:srgbClr val="002060"/>
                </a:solidFill>
                <a:latin typeface="Boehringer Forward Head"/>
              </a:rPr>
              <a:t> </a:t>
            </a:r>
            <a:r>
              <a:rPr lang="en-US" altLang="zh-CN" sz="1000" i="1">
                <a:solidFill>
                  <a:srgbClr val="002060"/>
                </a:solidFill>
                <a:latin typeface="Boehringer Forward Head"/>
              </a:rPr>
              <a:t>(global/local/IQVIA)</a:t>
            </a:r>
          </a:p>
          <a:p>
            <a:pPr marL="174625" lvl="1" indent="-174625" defTabSz="1219170">
              <a:spcAft>
                <a:spcPts val="267"/>
              </a:spcAft>
              <a:buFont typeface="Arial" panose="020B0604020202020204" pitchFamily="34" charset="0"/>
              <a:buChar char="•"/>
              <a:defRPr/>
            </a:pPr>
            <a:r>
              <a:rPr lang="en-US" altLang="zh-CN" sz="1000" b="1" i="1">
                <a:solidFill>
                  <a:srgbClr val="002060"/>
                </a:solidFill>
                <a:latin typeface="Boehringer Forward Head"/>
              </a:rPr>
              <a:t>Global IEP update in progress</a:t>
            </a:r>
          </a:p>
          <a:p>
            <a:pPr marL="0" lvl="1" defTabSz="1219170">
              <a:spcAft>
                <a:spcPts val="267"/>
              </a:spcAft>
              <a:defRPr/>
            </a:pPr>
            <a:r>
              <a:rPr lang="en-US" altLang="zh-CN" sz="800" i="1">
                <a:solidFill>
                  <a:srgbClr val="002060"/>
                </a:solidFill>
                <a:latin typeface="Boehringer Forward Head"/>
              </a:rPr>
              <a:t>* Recruitment delay: 46</a:t>
            </a:r>
            <a:r>
              <a:rPr lang="zh-CN" altLang="en-US" sz="800" i="1">
                <a:solidFill>
                  <a:srgbClr val="002060"/>
                </a:solidFill>
                <a:latin typeface="Boehringer Forward Head"/>
              </a:rPr>
              <a:t> </a:t>
            </a:r>
            <a:r>
              <a:rPr lang="en-US" altLang="zh-CN" sz="800" i="1">
                <a:solidFill>
                  <a:srgbClr val="002060"/>
                </a:solidFill>
                <a:latin typeface="Boehringer Forward Head"/>
              </a:rPr>
              <a:t>patients</a:t>
            </a:r>
            <a:r>
              <a:rPr lang="zh-CN" altLang="en-US" sz="800" i="1">
                <a:solidFill>
                  <a:srgbClr val="002060"/>
                </a:solidFill>
                <a:latin typeface="Boehringer Forward Head"/>
              </a:rPr>
              <a:t> </a:t>
            </a:r>
            <a:r>
              <a:rPr lang="en-US" altLang="zh-CN" sz="800" i="1">
                <a:solidFill>
                  <a:srgbClr val="002060"/>
                </a:solidFill>
                <a:latin typeface="Boehringer Forward Head"/>
              </a:rPr>
              <a:t>enrolled </a:t>
            </a:r>
          </a:p>
          <a:p>
            <a:pPr marL="0" lvl="1" defTabSz="1219170">
              <a:spcAft>
                <a:spcPts val="267"/>
              </a:spcAft>
              <a:defRPr/>
            </a:pPr>
            <a:r>
              <a:rPr lang="de-AT" altLang="zh-CN" sz="800" i="1">
                <a:solidFill>
                  <a:srgbClr val="002060"/>
                </a:solidFill>
                <a:latin typeface="Boehringer Forward Head"/>
              </a:rPr>
              <a:t>** Maily due to violation of eligibility criteria</a:t>
            </a:r>
            <a:endParaRPr lang="en-US" altLang="zh-CN" sz="800" i="1">
              <a:solidFill>
                <a:srgbClr val="002060"/>
              </a:solidFill>
              <a:latin typeface="Boehringer Forward Head"/>
            </a:endParaRPr>
          </a:p>
        </p:txBody>
      </p:sp>
      <p:sp>
        <p:nvSpPr>
          <p:cNvPr id="5" name="OTLSHAPE_T_e17f3958430f4cff8650518c93c7635e_Shape">
            <a:extLst>
              <a:ext uri="{FF2B5EF4-FFF2-40B4-BE49-F238E27FC236}">
                <a16:creationId xmlns:a16="http://schemas.microsoft.com/office/drawing/2014/main" id="{88F64CEC-0B72-8200-CC33-23325DCA2DEA}"/>
              </a:ext>
            </a:extLst>
          </p:cNvPr>
          <p:cNvSpPr/>
          <p:nvPr>
            <p:custDataLst>
              <p:tags r:id="rId14"/>
            </p:custDataLst>
          </p:nvPr>
        </p:nvSpPr>
        <p:spPr bwMode="auto">
          <a:xfrm>
            <a:off x="9027776" y="3339440"/>
            <a:ext cx="2916508"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2 x Ph3</a:t>
            </a:r>
            <a:endParaRPr lang="en-US" altLang="zh-CN" sz="1067" b="1">
              <a:solidFill>
                <a:srgbClr val="000000"/>
              </a:solidFill>
              <a:ea typeface="等线" panose="02010600030101010101" pitchFamily="2" charset="-122"/>
              <a:cs typeface="Calibri" panose="020F0502020204030204" pitchFamily="34" charset="0"/>
            </a:endParaRPr>
          </a:p>
        </p:txBody>
      </p:sp>
      <p:sp>
        <p:nvSpPr>
          <p:cNvPr id="7" name="Rectangle 52">
            <a:extLst>
              <a:ext uri="{FF2B5EF4-FFF2-40B4-BE49-F238E27FC236}">
                <a16:creationId xmlns:a16="http://schemas.microsoft.com/office/drawing/2014/main" id="{D661AA88-DD48-9513-3216-D4B188EC8C66}"/>
              </a:ext>
            </a:extLst>
          </p:cNvPr>
          <p:cNvSpPr/>
          <p:nvPr/>
        </p:nvSpPr>
        <p:spPr>
          <a:xfrm>
            <a:off x="8819943" y="3392317"/>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8" name="OTLSHAPE_T_e17f3958430f4cff8650518c93c7635e_StartDate">
            <a:extLst>
              <a:ext uri="{FF2B5EF4-FFF2-40B4-BE49-F238E27FC236}">
                <a16:creationId xmlns:a16="http://schemas.microsoft.com/office/drawing/2014/main" id="{8AEE521E-CEDE-AE05-01E6-A679E170FF8B}"/>
              </a:ext>
            </a:extLst>
          </p:cNvPr>
          <p:cNvSpPr txBox="1"/>
          <p:nvPr>
            <p:custDataLst>
              <p:tags r:id="rId15"/>
            </p:custDataLst>
          </p:nvPr>
        </p:nvSpPr>
        <p:spPr>
          <a:xfrm>
            <a:off x="8580329" y="3613045"/>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Aug 2028</a:t>
            </a:r>
            <a:endParaRPr lang="zh-CN" altLang="en-US" sz="1067" b="1" i="1">
              <a:solidFill>
                <a:schemeClr val="bg1">
                  <a:lumMod val="65000"/>
                </a:schemeClr>
              </a:solidFill>
              <a:ea typeface="等线" panose="02010600030101010101" pitchFamily="2" charset="-122"/>
            </a:endParaRPr>
          </a:p>
        </p:txBody>
      </p:sp>
      <p:sp>
        <p:nvSpPr>
          <p:cNvPr id="9" name="Star: 4 Points 143">
            <a:extLst>
              <a:ext uri="{FF2B5EF4-FFF2-40B4-BE49-F238E27FC236}">
                <a16:creationId xmlns:a16="http://schemas.microsoft.com/office/drawing/2014/main" id="{1D2977C4-1DB4-7DF9-82D8-F40D27559563}"/>
              </a:ext>
            </a:extLst>
          </p:cNvPr>
          <p:cNvSpPr/>
          <p:nvPr/>
        </p:nvSpPr>
        <p:spPr bwMode="auto">
          <a:xfrm>
            <a:off x="8926544" y="329434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10" name="Isosceles Triangle 128">
            <a:extLst>
              <a:ext uri="{FF2B5EF4-FFF2-40B4-BE49-F238E27FC236}">
                <a16:creationId xmlns:a16="http://schemas.microsoft.com/office/drawing/2014/main" id="{D743E859-421B-19BC-DCFE-3BFAD7D91F4B}"/>
              </a:ext>
            </a:extLst>
          </p:cNvPr>
          <p:cNvSpPr/>
          <p:nvPr/>
        </p:nvSpPr>
        <p:spPr>
          <a:xfrm rot="5400000">
            <a:off x="11941788" y="3365426"/>
            <a:ext cx="256543" cy="230532"/>
          </a:xfrm>
          <a:prstGeom prst="triangle">
            <a:avLst/>
          </a:prstGeom>
          <a:solidFill>
            <a:srgbClr val="D5E9EC"/>
          </a:solidFill>
          <a:ln w="12700">
            <a:solidFill>
              <a:srgbClr val="D5E9EC"/>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11" name="TextBox 64">
            <a:extLst>
              <a:ext uri="{FF2B5EF4-FFF2-40B4-BE49-F238E27FC236}">
                <a16:creationId xmlns:a16="http://schemas.microsoft.com/office/drawing/2014/main" id="{D741B4AD-66C5-29AA-7AC0-7494B9AFFF95}"/>
              </a:ext>
            </a:extLst>
          </p:cNvPr>
          <p:cNvSpPr txBox="1"/>
          <p:nvPr/>
        </p:nvSpPr>
        <p:spPr>
          <a:xfrm>
            <a:off x="31595" y="2986003"/>
            <a:ext cx="825189"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Ph3 -</a:t>
            </a:r>
          </a:p>
          <a:p>
            <a:pPr algn="ctr" defTabSz="914377">
              <a:defRPr/>
            </a:pPr>
            <a:r>
              <a:rPr lang="en-US" altLang="zh-CN" sz="1067" b="1">
                <a:solidFill>
                  <a:srgbClr val="08312A"/>
                </a:solidFill>
                <a:cs typeface="Calibri" panose="020F0502020204030204" pitchFamily="34" charset="0"/>
              </a:rPr>
              <a:t>1485-0019/</a:t>
            </a:r>
          </a:p>
          <a:p>
            <a:pPr algn="ctr" defTabSz="914377">
              <a:defRPr/>
            </a:pPr>
            <a:r>
              <a:rPr lang="en-US" altLang="zh-CN" sz="1067" b="1">
                <a:solidFill>
                  <a:srgbClr val="08312A"/>
                </a:solidFill>
                <a:cs typeface="Calibri" panose="020F0502020204030204" pitchFamily="34" charset="0"/>
              </a:rPr>
              <a:t>1485-0020</a:t>
            </a:r>
            <a:endParaRPr lang="en-US" sz="1067" b="1">
              <a:solidFill>
                <a:srgbClr val="08312A"/>
              </a:solidFill>
              <a:cs typeface="Calibri" panose="020F0502020204030204" pitchFamily="34" charset="0"/>
            </a:endParaRPr>
          </a:p>
        </p:txBody>
      </p:sp>
      <p:sp>
        <p:nvSpPr>
          <p:cNvPr id="12" name="TextBox 64">
            <a:extLst>
              <a:ext uri="{FF2B5EF4-FFF2-40B4-BE49-F238E27FC236}">
                <a16:creationId xmlns:a16="http://schemas.microsoft.com/office/drawing/2014/main" id="{FCAC7FD3-EE80-4195-EFF4-0DABC9095A9C}"/>
              </a:ext>
            </a:extLst>
          </p:cNvPr>
          <p:cNvSpPr txBox="1"/>
          <p:nvPr/>
        </p:nvSpPr>
        <p:spPr>
          <a:xfrm>
            <a:off x="31595" y="4392997"/>
            <a:ext cx="825189"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Ph2 -</a:t>
            </a:r>
          </a:p>
          <a:p>
            <a:pPr algn="ctr" defTabSz="914377">
              <a:defRPr/>
            </a:pPr>
            <a:r>
              <a:rPr lang="en-US" altLang="zh-CN" sz="1067" b="1">
                <a:solidFill>
                  <a:srgbClr val="08312A"/>
                </a:solidFill>
                <a:cs typeface="Calibri" panose="020F0502020204030204" pitchFamily="34" charset="0"/>
              </a:rPr>
              <a:t>1485-0018</a:t>
            </a:r>
          </a:p>
          <a:p>
            <a:pPr algn="ctr" defTabSz="914377">
              <a:defRPr/>
            </a:pPr>
            <a:r>
              <a:rPr lang="en-US" sz="1067" b="1">
                <a:solidFill>
                  <a:srgbClr val="08312A"/>
                </a:solidFill>
                <a:cs typeface="Calibri" panose="020F0502020204030204" pitchFamily="34" charset="0"/>
              </a:rPr>
              <a:t>THULITE</a:t>
            </a:r>
          </a:p>
        </p:txBody>
      </p:sp>
      <p:sp>
        <p:nvSpPr>
          <p:cNvPr id="18" name="OTLSHAPE_T_e17f3958430f4cff8650518c93c7635e_Shape">
            <a:extLst>
              <a:ext uri="{FF2B5EF4-FFF2-40B4-BE49-F238E27FC236}">
                <a16:creationId xmlns:a16="http://schemas.microsoft.com/office/drawing/2014/main" id="{7BE66429-DF3E-818C-BED0-67FB08040063}"/>
              </a:ext>
            </a:extLst>
          </p:cNvPr>
          <p:cNvSpPr/>
          <p:nvPr>
            <p:custDataLst>
              <p:tags r:id="rId16"/>
            </p:custDataLst>
          </p:nvPr>
        </p:nvSpPr>
        <p:spPr bwMode="auto">
          <a:xfrm>
            <a:off x="3515134" y="4426114"/>
            <a:ext cx="184243" cy="288000"/>
          </a:xfrm>
          <a:prstGeom prst="roundRect">
            <a:avLst/>
          </a:prstGeom>
          <a:solidFill>
            <a:srgbClr val="EE6541">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endParaRPr lang="en-US" altLang="zh-CN" sz="900" b="1">
              <a:solidFill>
                <a:prstClr val="black"/>
              </a:solidFill>
              <a:ea typeface="等线" panose="02010600030101010101" pitchFamily="2" charset="-122"/>
              <a:cs typeface="Calibri" panose="020F0502020204030204" pitchFamily="34" charset="0"/>
            </a:endParaRPr>
          </a:p>
        </p:txBody>
      </p:sp>
      <p:sp>
        <p:nvSpPr>
          <p:cNvPr id="20" name="Star: 4 Points 143">
            <a:extLst>
              <a:ext uri="{FF2B5EF4-FFF2-40B4-BE49-F238E27FC236}">
                <a16:creationId xmlns:a16="http://schemas.microsoft.com/office/drawing/2014/main" id="{E462BCD9-EF5F-70A6-6796-8851C3BFFF61}"/>
              </a:ext>
            </a:extLst>
          </p:cNvPr>
          <p:cNvSpPr/>
          <p:nvPr/>
        </p:nvSpPr>
        <p:spPr bwMode="auto">
          <a:xfrm>
            <a:off x="3412984" y="463264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1" name="Rectangle 77">
            <a:extLst>
              <a:ext uri="{FF2B5EF4-FFF2-40B4-BE49-F238E27FC236}">
                <a16:creationId xmlns:a16="http://schemas.microsoft.com/office/drawing/2014/main" id="{F783265A-E62D-C3AB-24C1-238C9D3B63DB}"/>
              </a:ext>
            </a:extLst>
          </p:cNvPr>
          <p:cNvSpPr/>
          <p:nvPr/>
        </p:nvSpPr>
        <p:spPr>
          <a:xfrm>
            <a:off x="3005354" y="4791812"/>
            <a:ext cx="794450" cy="256545"/>
          </a:xfrm>
          <a:prstGeom prst="rect">
            <a:avLst/>
          </a:prstGeom>
        </p:spPr>
        <p:txBody>
          <a:bodyPr wrap="square">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CoA</a:t>
            </a:r>
          </a:p>
        </p:txBody>
      </p:sp>
      <p:sp>
        <p:nvSpPr>
          <p:cNvPr id="22" name="OTLSHAPE_T_e17f3958430f4cff8650518c93c7635e_StartDate">
            <a:extLst>
              <a:ext uri="{FF2B5EF4-FFF2-40B4-BE49-F238E27FC236}">
                <a16:creationId xmlns:a16="http://schemas.microsoft.com/office/drawing/2014/main" id="{A0D6E2CD-C2F8-EFEB-3F61-667DDB9D731B}"/>
              </a:ext>
            </a:extLst>
          </p:cNvPr>
          <p:cNvSpPr txBox="1"/>
          <p:nvPr>
            <p:custDataLst>
              <p:tags r:id="rId17"/>
            </p:custDataLst>
          </p:nvPr>
        </p:nvSpPr>
        <p:spPr>
          <a:xfrm rot="19210600">
            <a:off x="3233544" y="3965566"/>
            <a:ext cx="910164"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21 Jan2026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30" name="Rectangle 55">
            <a:extLst>
              <a:ext uri="{FF2B5EF4-FFF2-40B4-BE49-F238E27FC236}">
                <a16:creationId xmlns:a16="http://schemas.microsoft.com/office/drawing/2014/main" id="{67028A64-A1C8-7DD5-D870-84E056D6A564}"/>
              </a:ext>
            </a:extLst>
          </p:cNvPr>
          <p:cNvSpPr/>
          <p:nvPr/>
        </p:nvSpPr>
        <p:spPr>
          <a:xfrm>
            <a:off x="4936686" y="2552487"/>
            <a:ext cx="499789"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IA</a:t>
            </a:r>
            <a:r>
              <a:rPr lang="en-US" altLang="zh-CN" sz="1067" b="1" baseline="30000">
                <a:solidFill>
                  <a:srgbClr val="44546A"/>
                </a:solidFill>
                <a:ea typeface="等线" panose="02010600030101010101" pitchFamily="2" charset="-122"/>
                <a:cs typeface="Calibri" panose="020F0502020204030204" pitchFamily="34" charset="0"/>
              </a:rPr>
              <a:t>*</a:t>
            </a:r>
            <a:endParaRPr lang="zh-CN" altLang="en-US" sz="1067" b="1" baseline="30000">
              <a:solidFill>
                <a:srgbClr val="44546A"/>
              </a:solidFill>
              <a:ea typeface="等线" panose="02010600030101010101" pitchFamily="2" charset="-122"/>
              <a:cs typeface="Calibri" panose="020F0502020204030204" pitchFamily="34" charset="0"/>
            </a:endParaRPr>
          </a:p>
        </p:txBody>
      </p:sp>
      <p:sp>
        <p:nvSpPr>
          <p:cNvPr id="231" name="Star: 4 Points 143">
            <a:extLst>
              <a:ext uri="{FF2B5EF4-FFF2-40B4-BE49-F238E27FC236}">
                <a16:creationId xmlns:a16="http://schemas.microsoft.com/office/drawing/2014/main" id="{079D9193-89A9-8013-12A2-44E44C324365}"/>
              </a:ext>
            </a:extLst>
          </p:cNvPr>
          <p:cNvSpPr/>
          <p:nvPr/>
        </p:nvSpPr>
        <p:spPr bwMode="auto">
          <a:xfrm>
            <a:off x="5103772" y="246577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35" name="Rectangle 55">
            <a:extLst>
              <a:ext uri="{FF2B5EF4-FFF2-40B4-BE49-F238E27FC236}">
                <a16:creationId xmlns:a16="http://schemas.microsoft.com/office/drawing/2014/main" id="{1E84EC06-1CE5-E555-890A-A8950D20ED76}"/>
              </a:ext>
            </a:extLst>
          </p:cNvPr>
          <p:cNvSpPr/>
          <p:nvPr/>
        </p:nvSpPr>
        <p:spPr>
          <a:xfrm>
            <a:off x="5065720" y="3104861"/>
            <a:ext cx="575989" cy="276999"/>
          </a:xfrm>
          <a:prstGeom prst="rect">
            <a:avLst/>
          </a:prstGeom>
          <a:solidFill>
            <a:schemeClr val="tx2"/>
          </a:solidFill>
          <a:ln>
            <a:solidFill>
              <a:schemeClr val="accent2"/>
            </a:solidFill>
          </a:ln>
        </p:spPr>
        <p:txBody>
          <a:bodyPr wrap="square">
            <a:spAutoFit/>
          </a:bodyPr>
          <a:lstStyle/>
          <a:p>
            <a:pPr algn="ctr" defTabSz="1219108">
              <a:defRPr/>
            </a:pPr>
            <a:r>
              <a:rPr lang="en-US" altLang="zh-CN" sz="1200" b="1" i="1">
                <a:solidFill>
                  <a:srgbClr val="44546A"/>
                </a:solidFill>
                <a:ea typeface="等线" panose="02010600030101010101" pitchFamily="2" charset="-122"/>
                <a:cs typeface="Calibri" panose="020F0502020204030204" pitchFamily="34" charset="0"/>
              </a:rPr>
              <a:t>PoC</a:t>
            </a:r>
            <a:r>
              <a:rPr lang="en-US" altLang="zh-CN" sz="1200" b="1" baseline="30000">
                <a:solidFill>
                  <a:srgbClr val="44546A"/>
                </a:solidFill>
                <a:ea typeface="等线" panose="02010600030101010101" pitchFamily="2" charset="-122"/>
                <a:cs typeface="Calibri" panose="020F0502020204030204" pitchFamily="34" charset="0"/>
              </a:rPr>
              <a:t> *</a:t>
            </a:r>
            <a:endParaRPr lang="zh-CN" altLang="en-US" sz="1200" b="1" i="1">
              <a:solidFill>
                <a:srgbClr val="44546A"/>
              </a:solidFill>
              <a:ea typeface="等线" panose="02010600030101010101" pitchFamily="2" charset="-122"/>
              <a:cs typeface="Calibri" panose="020F0502020204030204" pitchFamily="34" charset="0"/>
            </a:endParaRPr>
          </a:p>
        </p:txBody>
      </p:sp>
      <p:sp>
        <p:nvSpPr>
          <p:cNvPr id="236" name="Star: 4 Points 143">
            <a:extLst>
              <a:ext uri="{FF2B5EF4-FFF2-40B4-BE49-F238E27FC236}">
                <a16:creationId xmlns:a16="http://schemas.microsoft.com/office/drawing/2014/main" id="{46038629-ADC1-AA17-E107-4E4E53E55344}"/>
              </a:ext>
            </a:extLst>
          </p:cNvPr>
          <p:cNvSpPr/>
          <p:nvPr/>
        </p:nvSpPr>
        <p:spPr bwMode="auto">
          <a:xfrm>
            <a:off x="5269439" y="289758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270" name="Group 269">
            <a:extLst>
              <a:ext uri="{FF2B5EF4-FFF2-40B4-BE49-F238E27FC236}">
                <a16:creationId xmlns:a16="http://schemas.microsoft.com/office/drawing/2014/main" id="{2341B2DE-714B-A71B-079D-915157737D29}"/>
              </a:ext>
            </a:extLst>
          </p:cNvPr>
          <p:cNvGrpSpPr/>
          <p:nvPr/>
        </p:nvGrpSpPr>
        <p:grpSpPr>
          <a:xfrm>
            <a:off x="3396594" y="1688058"/>
            <a:ext cx="598242" cy="3030765"/>
            <a:chOff x="2444277" y="1675830"/>
            <a:chExt cx="598242" cy="4062432"/>
          </a:xfrm>
        </p:grpSpPr>
        <p:cxnSp>
          <p:nvCxnSpPr>
            <p:cNvPr id="248" name="Straight Connector 147">
              <a:extLst>
                <a:ext uri="{FF2B5EF4-FFF2-40B4-BE49-F238E27FC236}">
                  <a16:creationId xmlns:a16="http://schemas.microsoft.com/office/drawing/2014/main" id="{D9BC0603-1729-B1EF-62D4-F51E4DDB77ED}"/>
                </a:ext>
              </a:extLst>
            </p:cNvPr>
            <p:cNvCxnSpPr>
              <a:cxnSpLocks/>
            </p:cNvCxnSpPr>
            <p:nvPr/>
          </p:nvCxnSpPr>
          <p:spPr bwMode="auto">
            <a:xfrm flipV="1">
              <a:off x="2763718" y="1932376"/>
              <a:ext cx="0" cy="3805886"/>
            </a:xfrm>
            <a:prstGeom prst="line">
              <a:avLst/>
            </a:prstGeom>
            <a:solidFill>
              <a:schemeClr val="accent1"/>
            </a:solidFill>
            <a:ln w="15875" cap="flat" cmpd="sng" algn="ctr">
              <a:solidFill>
                <a:srgbClr val="FF0000"/>
              </a:solidFill>
              <a:prstDash val="sysDash"/>
              <a:round/>
              <a:headEnd type="none" w="med" len="med"/>
              <a:tailEnd type="none" w="med" len="med"/>
            </a:ln>
            <a:effectLst/>
          </p:spPr>
        </p:cxnSp>
        <p:sp>
          <p:nvSpPr>
            <p:cNvPr id="263" name="Rectangle 52">
              <a:extLst>
                <a:ext uri="{FF2B5EF4-FFF2-40B4-BE49-F238E27FC236}">
                  <a16:creationId xmlns:a16="http://schemas.microsoft.com/office/drawing/2014/main" id="{21A5AB7A-456D-1763-2222-2332FA08629F}"/>
                </a:ext>
              </a:extLst>
            </p:cNvPr>
            <p:cNvSpPr/>
            <p:nvPr/>
          </p:nvSpPr>
          <p:spPr>
            <a:xfrm>
              <a:off x="2444277" y="1675830"/>
              <a:ext cx="598242" cy="256545"/>
            </a:xfrm>
            <a:prstGeom prst="rect">
              <a:avLst/>
            </a:prstGeom>
          </p:spPr>
          <p:txBody>
            <a:bodyPr wrap="none">
              <a:spAutoFit/>
            </a:bodyPr>
            <a:lstStyle/>
            <a:p>
              <a:pPr algn="ctr" defTabSz="1219108">
                <a:defRPr/>
              </a:pPr>
              <a:r>
                <a:rPr lang="en-US" altLang="zh-CN" sz="1067" b="1">
                  <a:solidFill>
                    <a:srgbClr val="FF0000"/>
                  </a:solidFill>
                  <a:ea typeface="等线" panose="02010600030101010101" pitchFamily="2" charset="-122"/>
                </a:rPr>
                <a:t>Today</a:t>
              </a:r>
              <a:endParaRPr lang="zh-CN" altLang="en-US" sz="1067" b="1">
                <a:solidFill>
                  <a:srgbClr val="FF0000"/>
                </a:solidFill>
                <a:ea typeface="等线" panose="02010600030101010101" pitchFamily="2" charset="-122"/>
              </a:endParaRPr>
            </a:p>
          </p:txBody>
        </p:sp>
      </p:grpSp>
      <p:sp>
        <p:nvSpPr>
          <p:cNvPr id="312" name="文本框 160">
            <a:extLst>
              <a:ext uri="{FF2B5EF4-FFF2-40B4-BE49-F238E27FC236}">
                <a16:creationId xmlns:a16="http://schemas.microsoft.com/office/drawing/2014/main" id="{7566354C-8117-1CB0-AAE5-4303206C1B87}"/>
              </a:ext>
            </a:extLst>
          </p:cNvPr>
          <p:cNvSpPr txBox="1"/>
          <p:nvPr/>
        </p:nvSpPr>
        <p:spPr>
          <a:xfrm>
            <a:off x="6356003" y="4572333"/>
            <a:ext cx="5478943" cy="1677055"/>
          </a:xfrm>
          <a:prstGeom prst="roundRect">
            <a:avLst/>
          </a:prstGeom>
          <a:solidFill>
            <a:schemeClr val="bg1"/>
          </a:solidFill>
          <a:ln>
            <a:solidFill>
              <a:srgbClr val="076D7E"/>
            </a:solidFill>
            <a:prstDash val="lgDash"/>
          </a:ln>
        </p:spPr>
        <p:txBody>
          <a:bodyPr wrap="square" lIns="91440" tIns="45720" rIns="91440" bIns="45720" rtlCol="0" anchor="ctr">
            <a:spAutoFit/>
          </a:bodyPr>
          <a:lstStyle/>
          <a:p>
            <a:pPr defTabSz="1219170">
              <a:spcAft>
                <a:spcPts val="300"/>
              </a:spcAft>
              <a:defRPr/>
            </a:pPr>
            <a:r>
              <a:rPr lang="en-US" altLang="zh-CN" sz="1000" b="1" i="1">
                <a:solidFill>
                  <a:srgbClr val="002060"/>
                </a:solidFill>
                <a:cs typeface="Calibri"/>
              </a:rPr>
              <a:t>THULITE Trial Update:</a:t>
            </a:r>
            <a:endParaRPr lang="en-US" altLang="zh-CN" sz="1000" i="1">
              <a:solidFill>
                <a:srgbClr val="002060"/>
              </a:solidFill>
              <a:cs typeface="Calibri"/>
            </a:endParaRPr>
          </a:p>
          <a:p>
            <a:pPr marL="95885" indent="-95885" defTabSz="1219170">
              <a:spcAft>
                <a:spcPts val="300"/>
              </a:spcAft>
              <a:buFont typeface="Arial" panose="020B0604020202020204" pitchFamily="34" charset="0"/>
              <a:buChar char="•"/>
              <a:defRPr/>
            </a:pPr>
            <a:r>
              <a:rPr lang="en-US" altLang="zh-CN" sz="1000" i="1">
                <a:solidFill>
                  <a:srgbClr val="002060"/>
                </a:solidFill>
                <a:cs typeface="Calibri"/>
              </a:rPr>
              <a:t>SIV: All 5 sites initiated and 3 activated.</a:t>
            </a:r>
          </a:p>
          <a:p>
            <a:pPr marL="95885" indent="-95885" defTabSz="1219170">
              <a:spcAft>
                <a:spcPts val="300"/>
              </a:spcAft>
              <a:buFont typeface="Arial" panose="020B0604020202020204" pitchFamily="34" charset="0"/>
              <a:buChar char="•"/>
              <a:defRPr/>
            </a:pPr>
            <a:r>
              <a:rPr lang="en-US" altLang="zh-CN" sz="1000" i="1">
                <a:solidFill>
                  <a:srgbClr val="002060"/>
                </a:solidFill>
                <a:cs typeface="Calibri"/>
              </a:rPr>
              <a:t>IMP:  Site shipment delay due to Almac issue</a:t>
            </a:r>
          </a:p>
          <a:p>
            <a:pPr marL="95885" indent="-95885" defTabSz="1219170">
              <a:spcAft>
                <a:spcPts val="300"/>
              </a:spcAft>
              <a:buFont typeface="Arial" panose="020B0604020202020204" pitchFamily="34" charset="0"/>
              <a:buChar char="•"/>
              <a:defRPr/>
            </a:pPr>
            <a:r>
              <a:rPr lang="en-US" altLang="zh-CN" sz="1000" i="1">
                <a:solidFill>
                  <a:srgbClr val="002060"/>
                </a:solidFill>
                <a:cs typeface="Calibri"/>
              </a:rPr>
              <a:t>Recruitment status: 15 patients prescreened, 5 failed, 2  proceeded to screening</a:t>
            </a:r>
            <a:endParaRPr lang="en-US" altLang="zh-CN" sz="1000" b="1" i="1">
              <a:solidFill>
                <a:srgbClr val="002060"/>
              </a:solidFill>
              <a:cs typeface="Calibri"/>
            </a:endParaRPr>
          </a:p>
          <a:p>
            <a:pPr defTabSz="1219170">
              <a:spcAft>
                <a:spcPts val="300"/>
              </a:spcAft>
              <a:defRPr/>
            </a:pPr>
            <a:r>
              <a:rPr lang="en-US" altLang="zh-CN" sz="1000" b="1" i="1">
                <a:solidFill>
                  <a:srgbClr val="002060"/>
                </a:solidFill>
                <a:cs typeface="Calibri"/>
              </a:rPr>
              <a:t>Other:</a:t>
            </a:r>
            <a:endParaRPr lang="en-US" altLang="zh-CN" sz="1000" i="1">
              <a:solidFill>
                <a:srgbClr val="002060"/>
              </a:solidFill>
              <a:cs typeface="Calibri"/>
            </a:endParaRPr>
          </a:p>
          <a:p>
            <a:pPr marL="87313" indent="-87313">
              <a:buFont typeface="Arial" panose="020B0604020202020204" pitchFamily="34" charset="0"/>
              <a:buChar char="•"/>
            </a:pPr>
            <a:r>
              <a:rPr lang="en-US" altLang="zh-CN" sz="1000" i="1">
                <a:solidFill>
                  <a:srgbClr val="002060"/>
                </a:solidFill>
                <a:cs typeface="Calibri"/>
              </a:rPr>
              <a:t>Site engagement: </a:t>
            </a:r>
          </a:p>
          <a:p>
            <a:pPr marL="271463" lvl="1" indent="-96838">
              <a:buFont typeface="Arial" panose="020B0604020202020204" pitchFamily="34" charset="0"/>
              <a:buChar char="•"/>
            </a:pPr>
            <a:r>
              <a:rPr lang="en-US" altLang="zh-CN" sz="1000" i="1">
                <a:solidFill>
                  <a:srgbClr val="002060"/>
                </a:solidFill>
                <a:cs typeface="Calibri"/>
              </a:rPr>
              <a:t>Leading site SIV (Feb 24) </a:t>
            </a:r>
          </a:p>
          <a:p>
            <a:pPr marL="271463" lvl="1" indent="-96838">
              <a:buFont typeface="Arial" panose="020B0604020202020204" pitchFamily="34" charset="0"/>
              <a:buChar char="•"/>
            </a:pPr>
            <a:r>
              <a:rPr lang="en-US" altLang="zh-CN" sz="1000" i="1">
                <a:solidFill>
                  <a:srgbClr val="002060"/>
                </a:solidFill>
                <a:cs typeface="Calibri"/>
              </a:rPr>
              <a:t>CHN5 site boost visit for recruitment discussion (Mar 06) </a:t>
            </a:r>
          </a:p>
        </p:txBody>
      </p:sp>
      <p:sp>
        <p:nvSpPr>
          <p:cNvPr id="14" name="Rectangle 100">
            <a:extLst>
              <a:ext uri="{FF2B5EF4-FFF2-40B4-BE49-F238E27FC236}">
                <a16:creationId xmlns:a16="http://schemas.microsoft.com/office/drawing/2014/main" id="{D92F13C8-7882-5544-8C55-E9D6449C5EA5}"/>
              </a:ext>
            </a:extLst>
          </p:cNvPr>
          <p:cNvSpPr/>
          <p:nvPr/>
        </p:nvSpPr>
        <p:spPr>
          <a:xfrm rot="19269311">
            <a:off x="5018160" y="1968026"/>
            <a:ext cx="808235"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Oct 2026</a:t>
            </a:r>
          </a:p>
        </p:txBody>
      </p:sp>
      <p:cxnSp>
        <p:nvCxnSpPr>
          <p:cNvPr id="16" name="Connector: Elbow 15">
            <a:extLst>
              <a:ext uri="{FF2B5EF4-FFF2-40B4-BE49-F238E27FC236}">
                <a16:creationId xmlns:a16="http://schemas.microsoft.com/office/drawing/2014/main" id="{6C600A78-A9C2-CD55-08C8-6482006F060A}"/>
              </a:ext>
            </a:extLst>
          </p:cNvPr>
          <p:cNvCxnSpPr>
            <a:cxnSpLocks/>
          </p:cNvCxnSpPr>
          <p:nvPr/>
        </p:nvCxnSpPr>
        <p:spPr bwMode="gray">
          <a:xfrm rot="16200000" flipH="1">
            <a:off x="5114788" y="2837280"/>
            <a:ext cx="226444" cy="82858"/>
          </a:xfrm>
          <a:prstGeom prst="bentConnector3">
            <a:avLst>
              <a:gd name="adj1" fmla="val 50000"/>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10402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8F510FB-3681-FA0D-8FBF-40F08EDE4B3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08EED87-269F-5A28-F1B7-744DA1BB25CD}"/>
              </a:ext>
            </a:extLst>
          </p:cNvPr>
          <p:cNvPicPr>
            <a:picLocks noChangeAspect="1"/>
          </p:cNvPicPr>
          <p:nvPr/>
        </p:nvPicPr>
        <p:blipFill>
          <a:blip r:embed="rId2"/>
          <a:stretch>
            <a:fillRect/>
          </a:stretch>
        </p:blipFill>
        <p:spPr>
          <a:xfrm>
            <a:off x="196134" y="1315092"/>
            <a:ext cx="11799732" cy="4706338"/>
          </a:xfrm>
          <a:prstGeom prst="rect">
            <a:avLst/>
          </a:prstGeom>
        </p:spPr>
      </p:pic>
      <p:pic>
        <p:nvPicPr>
          <p:cNvPr id="8" name="Grafik 11">
            <a:extLst>
              <a:ext uri="{FF2B5EF4-FFF2-40B4-BE49-F238E27FC236}">
                <a16:creationId xmlns:a16="http://schemas.microsoft.com/office/drawing/2014/main" id="{39F372B0-23B0-F095-12A0-AAB10A5F086D}"/>
              </a:ext>
              <a:ext uri="{C183D7F6-B498-43B3-948B-1728B52AA6E4}">
                <adec:decorative xmlns:adec="http://schemas.microsoft.com/office/drawing/2017/decorative" val="1"/>
              </a:ext>
            </a:extLst>
          </p:cNvPr>
          <p:cNvPicPr>
            <a:picLocks noChangeAspect="1"/>
          </p:cNvPicPr>
          <p:nvPr/>
        </p:nvPicPr>
        <p:blipFill>
          <a:blip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8" name="Title 1">
            <a:extLst>
              <a:ext uri="{FF2B5EF4-FFF2-40B4-BE49-F238E27FC236}">
                <a16:creationId xmlns:a16="http://schemas.microsoft.com/office/drawing/2014/main" id="{C05E6E36-1266-6ABF-0FD1-179CA50DA020}"/>
              </a:ext>
            </a:extLst>
          </p:cNvPr>
          <p:cNvSpPr txBox="1">
            <a:spLocks/>
          </p:cNvSpPr>
          <p:nvPr/>
        </p:nvSpPr>
        <p:spPr>
          <a:xfrm>
            <a:off x="479425" y="476250"/>
            <a:ext cx="10444845" cy="720725"/>
          </a:xfrm>
          <a:prstGeom prst="rect">
            <a:avLst/>
          </a:prstGeom>
        </p:spPr>
        <p:txBody>
          <a:bodyPr lIns="0" tIns="0" rIns="0" bIns="0"/>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endParaRPr lang="en-IN"/>
          </a:p>
        </p:txBody>
      </p:sp>
      <p:sp>
        <p:nvSpPr>
          <p:cNvPr id="17" name="Slide Number Placeholder 9">
            <a:extLst>
              <a:ext uri="{FF2B5EF4-FFF2-40B4-BE49-F238E27FC236}">
                <a16:creationId xmlns:a16="http://schemas.microsoft.com/office/drawing/2014/main" id="{EC9E6AAC-93D2-3690-B394-6D764E0157DD}"/>
              </a:ext>
            </a:extLst>
          </p:cNvPr>
          <p:cNvSpPr>
            <a:spLocks noGrp="1"/>
          </p:cNvSpPr>
          <p:nvPr>
            <p:ph type="sldNum" sz="quarter" idx="20"/>
          </p:nvPr>
        </p:nvSpPr>
        <p:spPr/>
        <p:txBody>
          <a:bodyPr/>
          <a:lstStyle/>
          <a:p>
            <a:fld id="{8FF9B0DE-3FEB-4AA0-B465-B80EF7C1333D}" type="slidenum">
              <a:rPr lang="en-US" smtClean="0"/>
              <a:pPr/>
              <a:t>20</a:t>
            </a:fld>
            <a:endParaRPr lang="en-US"/>
          </a:p>
        </p:txBody>
      </p:sp>
      <p:sp>
        <p:nvSpPr>
          <p:cNvPr id="23" name="标题 2">
            <a:extLst>
              <a:ext uri="{FF2B5EF4-FFF2-40B4-BE49-F238E27FC236}">
                <a16:creationId xmlns:a16="http://schemas.microsoft.com/office/drawing/2014/main" id="{F24344D3-0A2B-BA21-3082-93120E7E9F2E}"/>
              </a:ext>
            </a:extLst>
          </p:cNvPr>
          <p:cNvSpPr>
            <a:spLocks noGrp="1"/>
          </p:cNvSpPr>
          <p:nvPr>
            <p:ph type="title"/>
          </p:nvPr>
        </p:nvSpPr>
        <p:spPr>
          <a:xfrm>
            <a:off x="479423" y="257617"/>
            <a:ext cx="11600281" cy="553999"/>
          </a:xfrm>
        </p:spPr>
        <p:txBody>
          <a:bodyPr wrap="square" anchor="t">
            <a:normAutofit/>
          </a:bodyPr>
          <a:lstStyle/>
          <a:p>
            <a:r>
              <a:rPr lang="en-US" altLang="zh-CN" sz="2400"/>
              <a:t>1485-0018 </a:t>
            </a:r>
            <a:r>
              <a:rPr lang="en-US" altLang="zh-CN" sz="2400" err="1"/>
              <a:t>PKKi</a:t>
            </a:r>
            <a:r>
              <a:rPr lang="en-US" altLang="zh-CN" sz="2400"/>
              <a:t>/DME </a:t>
            </a:r>
            <a:r>
              <a:rPr lang="en-US" altLang="zh-CN" sz="2400" i="1">
                <a:solidFill>
                  <a:srgbClr val="EE6541"/>
                </a:solidFill>
              </a:rPr>
              <a:t>(Global recruitment status)</a:t>
            </a:r>
            <a:endParaRPr lang="en-US" altLang="zh-CN" sz="2400" i="1">
              <a:solidFill>
                <a:srgbClr val="EE6541"/>
              </a:solidFill>
              <a:highlight>
                <a:srgbClr val="FFFF00"/>
              </a:highlight>
            </a:endParaRPr>
          </a:p>
        </p:txBody>
      </p:sp>
      <p:sp>
        <p:nvSpPr>
          <p:cNvPr id="14" name="Rectangle 5">
            <a:extLst>
              <a:ext uri="{FF2B5EF4-FFF2-40B4-BE49-F238E27FC236}">
                <a16:creationId xmlns:a16="http://schemas.microsoft.com/office/drawing/2014/main" id="{0532B169-A13E-084E-7F9B-B59A8EAD45BC}"/>
              </a:ext>
            </a:extLst>
          </p:cNvPr>
          <p:cNvSpPr/>
          <p:nvPr/>
        </p:nvSpPr>
        <p:spPr>
          <a:xfrm>
            <a:off x="479422" y="836569"/>
            <a:ext cx="2417889" cy="863882"/>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lvl="0"/>
            <a:r>
              <a:rPr lang="en-US" sz="1200" b="1">
                <a:solidFill>
                  <a:schemeClr val="tx1"/>
                </a:solidFill>
              </a:rPr>
              <a:t>As of 11 Mar 2026:</a:t>
            </a:r>
          </a:p>
          <a:p>
            <a:pPr marL="171450" lvl="0" indent="-171450">
              <a:buFont typeface="Arial" panose="020B0604020202020204" pitchFamily="34" charset="0"/>
              <a:buChar char="•"/>
            </a:pPr>
            <a:r>
              <a:rPr lang="en-US" sz="1200">
                <a:solidFill>
                  <a:schemeClr val="tx1"/>
                </a:solidFill>
              </a:rPr>
              <a:t>Total Screened = 173</a:t>
            </a:r>
          </a:p>
          <a:p>
            <a:pPr marL="171450" lvl="0" indent="-171450">
              <a:buFont typeface="Arial" panose="020B0604020202020204" pitchFamily="34" charset="0"/>
              <a:buChar char="•"/>
            </a:pPr>
            <a:r>
              <a:rPr lang="en-US" sz="1200">
                <a:solidFill>
                  <a:schemeClr val="tx1"/>
                </a:solidFill>
              </a:rPr>
              <a:t>Total Randomized = 46</a:t>
            </a:r>
          </a:p>
          <a:p>
            <a:pPr marL="171450" lvl="0" indent="-171450">
              <a:buFont typeface="Arial" panose="020B0604020202020204" pitchFamily="34" charset="0"/>
              <a:buChar char="•"/>
            </a:pPr>
            <a:r>
              <a:rPr lang="en-US" sz="1200">
                <a:solidFill>
                  <a:schemeClr val="tx1"/>
                </a:solidFill>
              </a:rPr>
              <a:t>S</a:t>
            </a:r>
            <a:r>
              <a:rPr lang="en-US" altLang="zh-CN" sz="1200">
                <a:solidFill>
                  <a:schemeClr val="tx1"/>
                </a:solidFill>
              </a:rPr>
              <a:t>creen Failure Rate = 69%</a:t>
            </a:r>
            <a:endParaRPr lang="en-US" sz="1200">
              <a:solidFill>
                <a:schemeClr val="tx1"/>
              </a:solidFill>
            </a:endParaRPr>
          </a:p>
        </p:txBody>
      </p:sp>
      <p:sp>
        <p:nvSpPr>
          <p:cNvPr id="10" name="Rectangle: Rounded Corners 9">
            <a:extLst>
              <a:ext uri="{FF2B5EF4-FFF2-40B4-BE49-F238E27FC236}">
                <a16:creationId xmlns:a16="http://schemas.microsoft.com/office/drawing/2014/main" id="{378219CF-E9D2-C8BF-DEFA-020A79FB347D}"/>
              </a:ext>
            </a:extLst>
          </p:cNvPr>
          <p:cNvSpPr/>
          <p:nvPr/>
        </p:nvSpPr>
        <p:spPr bwMode="gray">
          <a:xfrm>
            <a:off x="8332342" y="4345970"/>
            <a:ext cx="626723" cy="1192442"/>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Tree>
    <p:extLst>
      <p:ext uri="{BB962C8B-B14F-4D97-AF65-F5344CB8AC3E}">
        <p14:creationId xmlns:p14="http://schemas.microsoft.com/office/powerpoint/2010/main" val="8382887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C8D9A32-B3CD-C2D8-4918-C803786794A3}"/>
            </a:ext>
          </a:extLst>
        </p:cNvPr>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544A23A9-CE67-849F-823E-2CF5DBAFB8A7}"/>
              </a:ext>
            </a:extLst>
          </p:cNvPr>
          <p:cNvGraphicFramePr>
            <a:graphicFrameLocks/>
          </p:cNvGraphicFramePr>
          <p:nvPr/>
        </p:nvGraphicFramePr>
        <p:xfrm>
          <a:off x="739739" y="1317624"/>
          <a:ext cx="11085816" cy="4835525"/>
        </p:xfrm>
        <a:graphic>
          <a:graphicData uri="http://schemas.openxmlformats.org/drawingml/2006/chart">
            <c:chart xmlns:c="http://schemas.openxmlformats.org/drawingml/2006/chart" xmlns:r="http://schemas.openxmlformats.org/officeDocument/2006/relationships" r:id="rId2"/>
          </a:graphicData>
        </a:graphic>
      </p:graphicFrame>
      <p:pic>
        <p:nvPicPr>
          <p:cNvPr id="8" name="Grafik 11">
            <a:extLst>
              <a:ext uri="{FF2B5EF4-FFF2-40B4-BE49-F238E27FC236}">
                <a16:creationId xmlns:a16="http://schemas.microsoft.com/office/drawing/2014/main" id="{A97869C5-C574-4235-3446-A8B97EE042AC}"/>
              </a:ext>
              <a:ext uri="{C183D7F6-B498-43B3-948B-1728B52AA6E4}">
                <adec:decorative xmlns:adec="http://schemas.microsoft.com/office/drawing/2017/decorative" val="1"/>
              </a:ext>
            </a:extLst>
          </p:cNvPr>
          <p:cNvPicPr>
            <a:picLocks noChangeAspect="1"/>
          </p:cNvPicPr>
          <p:nvPr/>
        </p:nvPicPr>
        <p:blipFill>
          <a:blip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8" name="Title 1">
            <a:extLst>
              <a:ext uri="{FF2B5EF4-FFF2-40B4-BE49-F238E27FC236}">
                <a16:creationId xmlns:a16="http://schemas.microsoft.com/office/drawing/2014/main" id="{96C37FB7-7D32-9795-959D-C575C9C76B87}"/>
              </a:ext>
            </a:extLst>
          </p:cNvPr>
          <p:cNvSpPr txBox="1">
            <a:spLocks/>
          </p:cNvSpPr>
          <p:nvPr/>
        </p:nvSpPr>
        <p:spPr>
          <a:xfrm>
            <a:off x="479425" y="476250"/>
            <a:ext cx="10444845" cy="720725"/>
          </a:xfrm>
          <a:prstGeom prst="rect">
            <a:avLst/>
          </a:prstGeom>
        </p:spPr>
        <p:txBody>
          <a:bodyPr lIns="0" tIns="0" rIns="0" bIns="0"/>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endParaRPr lang="en-IN"/>
          </a:p>
        </p:txBody>
      </p:sp>
      <p:sp>
        <p:nvSpPr>
          <p:cNvPr id="17" name="Slide Number Placeholder 9">
            <a:extLst>
              <a:ext uri="{FF2B5EF4-FFF2-40B4-BE49-F238E27FC236}">
                <a16:creationId xmlns:a16="http://schemas.microsoft.com/office/drawing/2014/main" id="{2E3C924E-E8DC-55A0-B46F-31BD48D4BEA3}"/>
              </a:ext>
            </a:extLst>
          </p:cNvPr>
          <p:cNvSpPr>
            <a:spLocks noGrp="1"/>
          </p:cNvSpPr>
          <p:nvPr>
            <p:ph type="sldNum" sz="quarter" idx="20"/>
          </p:nvPr>
        </p:nvSpPr>
        <p:spPr/>
        <p:txBody>
          <a:bodyPr/>
          <a:lstStyle/>
          <a:p>
            <a:fld id="{8FF9B0DE-3FEB-4AA0-B465-B80EF7C1333D}" type="slidenum">
              <a:rPr lang="en-US" smtClean="0"/>
              <a:pPr/>
              <a:t>21</a:t>
            </a:fld>
            <a:endParaRPr lang="en-US"/>
          </a:p>
        </p:txBody>
      </p:sp>
      <p:sp>
        <p:nvSpPr>
          <p:cNvPr id="23" name="标题 2">
            <a:extLst>
              <a:ext uri="{FF2B5EF4-FFF2-40B4-BE49-F238E27FC236}">
                <a16:creationId xmlns:a16="http://schemas.microsoft.com/office/drawing/2014/main" id="{EDCD5770-E71C-3A05-AC8F-2E9BE5F3BFD2}"/>
              </a:ext>
            </a:extLst>
          </p:cNvPr>
          <p:cNvSpPr>
            <a:spLocks noGrp="1"/>
          </p:cNvSpPr>
          <p:nvPr>
            <p:ph type="title"/>
          </p:nvPr>
        </p:nvSpPr>
        <p:spPr>
          <a:xfrm>
            <a:off x="479423" y="257617"/>
            <a:ext cx="11600281" cy="553999"/>
          </a:xfrm>
        </p:spPr>
        <p:txBody>
          <a:bodyPr wrap="square" anchor="t">
            <a:normAutofit/>
          </a:bodyPr>
          <a:lstStyle/>
          <a:p>
            <a:r>
              <a:rPr lang="en-US" altLang="zh-CN" sz="2400"/>
              <a:t>1485-0018 </a:t>
            </a:r>
            <a:r>
              <a:rPr lang="en-US" altLang="zh-CN" sz="2400" err="1"/>
              <a:t>PKKi</a:t>
            </a:r>
            <a:r>
              <a:rPr lang="en-US" altLang="zh-CN" sz="2400"/>
              <a:t>/DME </a:t>
            </a:r>
            <a:r>
              <a:rPr lang="en-US" altLang="zh-CN" sz="2400" i="1">
                <a:solidFill>
                  <a:srgbClr val="EE6541"/>
                </a:solidFill>
              </a:rPr>
              <a:t>(China recruitment status)</a:t>
            </a:r>
            <a:endParaRPr lang="en-US" altLang="zh-CN" sz="2400" i="1">
              <a:solidFill>
                <a:srgbClr val="EE6541"/>
              </a:solidFill>
              <a:highlight>
                <a:srgbClr val="FFFF00"/>
              </a:highlight>
            </a:endParaRPr>
          </a:p>
        </p:txBody>
      </p:sp>
      <p:sp>
        <p:nvSpPr>
          <p:cNvPr id="14" name="Rectangle 5">
            <a:extLst>
              <a:ext uri="{FF2B5EF4-FFF2-40B4-BE49-F238E27FC236}">
                <a16:creationId xmlns:a16="http://schemas.microsoft.com/office/drawing/2014/main" id="{94C1533A-F9E9-1E9B-7A79-F7CE3F8FC46B}"/>
              </a:ext>
            </a:extLst>
          </p:cNvPr>
          <p:cNvSpPr/>
          <p:nvPr/>
        </p:nvSpPr>
        <p:spPr>
          <a:xfrm>
            <a:off x="479422" y="836569"/>
            <a:ext cx="2417889" cy="866413"/>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lvl="0"/>
            <a:r>
              <a:rPr lang="en-US" sz="1200" b="1">
                <a:solidFill>
                  <a:schemeClr val="tx1"/>
                </a:solidFill>
              </a:rPr>
              <a:t>As of 12 Mar 2026:</a:t>
            </a:r>
          </a:p>
          <a:p>
            <a:pPr marL="171450" lvl="0" indent="-171450">
              <a:buFont typeface="Arial" panose="020B0604020202020204" pitchFamily="34" charset="0"/>
              <a:buChar char="•"/>
            </a:pPr>
            <a:r>
              <a:rPr lang="en-US" sz="1200">
                <a:solidFill>
                  <a:schemeClr val="tx1"/>
                </a:solidFill>
              </a:rPr>
              <a:t>Total Screened = 0</a:t>
            </a:r>
          </a:p>
          <a:p>
            <a:pPr marL="171450" lvl="0" indent="-171450">
              <a:buFont typeface="Arial" panose="020B0604020202020204" pitchFamily="34" charset="0"/>
              <a:buChar char="•"/>
            </a:pPr>
            <a:r>
              <a:rPr lang="en-US" sz="1200">
                <a:solidFill>
                  <a:schemeClr val="tx1"/>
                </a:solidFill>
              </a:rPr>
              <a:t>Total Randomized = 0</a:t>
            </a:r>
          </a:p>
          <a:p>
            <a:pPr marL="171450" indent="-171450">
              <a:buFont typeface="Arial" panose="020B0604020202020204" pitchFamily="34" charset="0"/>
              <a:buChar char="•"/>
            </a:pPr>
            <a:r>
              <a:rPr lang="en-US" altLang="zh-CN" sz="1200">
                <a:solidFill>
                  <a:schemeClr val="tx1"/>
                </a:solidFill>
              </a:rPr>
              <a:t>Screen Failure Rate = 0%</a:t>
            </a:r>
          </a:p>
        </p:txBody>
      </p:sp>
      <p:sp>
        <p:nvSpPr>
          <p:cNvPr id="10" name="Rectangle: Rounded Corners 9">
            <a:extLst>
              <a:ext uri="{FF2B5EF4-FFF2-40B4-BE49-F238E27FC236}">
                <a16:creationId xmlns:a16="http://schemas.microsoft.com/office/drawing/2014/main" id="{09D7631C-28D1-19BF-9308-04E296AE3CEC}"/>
              </a:ext>
            </a:extLst>
          </p:cNvPr>
          <p:cNvSpPr/>
          <p:nvPr/>
        </p:nvSpPr>
        <p:spPr bwMode="gray">
          <a:xfrm>
            <a:off x="3976099" y="4704237"/>
            <a:ext cx="647272" cy="1109609"/>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Tree>
    <p:extLst>
      <p:ext uri="{BB962C8B-B14F-4D97-AF65-F5344CB8AC3E}">
        <p14:creationId xmlns:p14="http://schemas.microsoft.com/office/powerpoint/2010/main" val="25387748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9AD6F1D-F1C3-3176-E5EF-E372E643EB80}"/>
            </a:ext>
          </a:extLst>
        </p:cNvPr>
        <p:cNvGrpSpPr/>
        <p:nvPr/>
      </p:nvGrpSpPr>
      <p:grpSpPr>
        <a:xfrm>
          <a:off x="0" y="0"/>
          <a:ext cx="0" cy="0"/>
          <a:chOff x="0" y="0"/>
          <a:chExt cx="0" cy="0"/>
        </a:xfrm>
      </p:grpSpPr>
      <p:grpSp>
        <p:nvGrpSpPr>
          <p:cNvPr id="227" name="Group 226">
            <a:extLst>
              <a:ext uri="{FF2B5EF4-FFF2-40B4-BE49-F238E27FC236}">
                <a16:creationId xmlns:a16="http://schemas.microsoft.com/office/drawing/2014/main" id="{C5843D3C-152A-21AD-D211-072FBE414710}"/>
              </a:ext>
            </a:extLst>
          </p:cNvPr>
          <p:cNvGrpSpPr/>
          <p:nvPr/>
        </p:nvGrpSpPr>
        <p:grpSpPr>
          <a:xfrm>
            <a:off x="3485781" y="1675830"/>
            <a:ext cx="598242" cy="4062432"/>
            <a:chOff x="2444277" y="1675830"/>
            <a:chExt cx="598242" cy="4062432"/>
          </a:xfrm>
        </p:grpSpPr>
        <p:cxnSp>
          <p:nvCxnSpPr>
            <p:cNvPr id="277" name="Straight Connector 147">
              <a:extLst>
                <a:ext uri="{FF2B5EF4-FFF2-40B4-BE49-F238E27FC236}">
                  <a16:creationId xmlns:a16="http://schemas.microsoft.com/office/drawing/2014/main" id="{C693D84D-2F9D-0468-D58A-EE26A46E74A7}"/>
                </a:ext>
              </a:extLst>
            </p:cNvPr>
            <p:cNvCxnSpPr>
              <a:cxnSpLocks/>
              <a:endCxn id="279" idx="2"/>
            </p:cNvCxnSpPr>
            <p:nvPr/>
          </p:nvCxnSpPr>
          <p:spPr bwMode="auto">
            <a:xfrm flipV="1">
              <a:off x="2743398" y="1932375"/>
              <a:ext cx="0" cy="3805887"/>
            </a:xfrm>
            <a:prstGeom prst="line">
              <a:avLst/>
            </a:prstGeom>
            <a:solidFill>
              <a:schemeClr val="accent1"/>
            </a:solidFill>
            <a:ln w="15875" cap="flat" cmpd="sng" algn="ctr">
              <a:solidFill>
                <a:srgbClr val="FF0000"/>
              </a:solidFill>
              <a:prstDash val="sysDash"/>
              <a:round/>
              <a:headEnd type="none" w="med" len="med"/>
              <a:tailEnd type="none" w="med" len="med"/>
            </a:ln>
            <a:effectLst/>
          </p:spPr>
        </p:cxnSp>
        <p:sp>
          <p:nvSpPr>
            <p:cNvPr id="279" name="Rectangle 52">
              <a:extLst>
                <a:ext uri="{FF2B5EF4-FFF2-40B4-BE49-F238E27FC236}">
                  <a16:creationId xmlns:a16="http://schemas.microsoft.com/office/drawing/2014/main" id="{38774EB7-F6C1-D162-3395-32A6FFFFD682}"/>
                </a:ext>
              </a:extLst>
            </p:cNvPr>
            <p:cNvSpPr/>
            <p:nvPr/>
          </p:nvSpPr>
          <p:spPr>
            <a:xfrm>
              <a:off x="2444277" y="1675830"/>
              <a:ext cx="598242" cy="256545"/>
            </a:xfrm>
            <a:prstGeom prst="rect">
              <a:avLst/>
            </a:prstGeom>
          </p:spPr>
          <p:txBody>
            <a:bodyPr wrap="none">
              <a:spAutoFit/>
            </a:bodyPr>
            <a:lstStyle/>
            <a:p>
              <a:pPr algn="ctr" defTabSz="1219108">
                <a:defRPr/>
              </a:pPr>
              <a:r>
                <a:rPr lang="en-US" altLang="zh-CN" sz="1067" b="1">
                  <a:solidFill>
                    <a:srgbClr val="FF0000"/>
                  </a:solidFill>
                  <a:ea typeface="等线" panose="02010600030101010101" pitchFamily="2" charset="-122"/>
                </a:rPr>
                <a:t>Today</a:t>
              </a:r>
              <a:endParaRPr lang="zh-CN" altLang="en-US" sz="1067" b="1">
                <a:solidFill>
                  <a:srgbClr val="FF0000"/>
                </a:solidFill>
                <a:ea typeface="等线" panose="02010600030101010101" pitchFamily="2" charset="-122"/>
              </a:endParaRPr>
            </a:p>
          </p:txBody>
        </p:sp>
      </p:grpSp>
      <p:sp>
        <p:nvSpPr>
          <p:cNvPr id="2" name="Title 1">
            <a:extLst>
              <a:ext uri="{FF2B5EF4-FFF2-40B4-BE49-F238E27FC236}">
                <a16:creationId xmlns:a16="http://schemas.microsoft.com/office/drawing/2014/main" id="{A80AB7EF-2479-BB73-CFE8-F9DEA598AD19}"/>
              </a:ext>
            </a:extLst>
          </p:cNvPr>
          <p:cNvSpPr>
            <a:spLocks noGrp="1"/>
          </p:cNvSpPr>
          <p:nvPr>
            <p:ph type="title"/>
          </p:nvPr>
        </p:nvSpPr>
        <p:spPr/>
        <p:txBody>
          <a:bodyPr/>
          <a:lstStyle/>
          <a:p>
            <a:r>
              <a:rPr lang="en-US" altLang="zh-CN">
                <a:latin typeface="+mn-lt"/>
              </a:rPr>
              <a:t>BI 771716 / Anti-C3 AB, Geographic Atrophy (GA), Development Plan </a:t>
            </a:r>
            <a:endParaRPr lang="zh-CN" altLang="en-US">
              <a:latin typeface="+mn-lt"/>
            </a:endParaRPr>
          </a:p>
        </p:txBody>
      </p:sp>
      <p:sp>
        <p:nvSpPr>
          <p:cNvPr id="4" name="Text Placeholder 3">
            <a:extLst>
              <a:ext uri="{FF2B5EF4-FFF2-40B4-BE49-F238E27FC236}">
                <a16:creationId xmlns:a16="http://schemas.microsoft.com/office/drawing/2014/main" id="{87010480-0048-FBAA-0649-5F50214B6634}"/>
              </a:ext>
            </a:extLst>
          </p:cNvPr>
          <p:cNvSpPr>
            <a:spLocks noGrp="1"/>
          </p:cNvSpPr>
          <p:nvPr>
            <p:ph type="body" sz="quarter" idx="13"/>
          </p:nvPr>
        </p:nvSpPr>
        <p:spPr>
          <a:xfrm>
            <a:off x="444188" y="6582084"/>
            <a:ext cx="11232000" cy="144000"/>
          </a:xfrm>
        </p:spPr>
        <p:txBody>
          <a:bodyPr/>
          <a:lstStyle/>
          <a:p>
            <a:endParaRPr lang="zh-CN" altLang="en-US"/>
          </a:p>
        </p:txBody>
      </p:sp>
      <p:sp>
        <p:nvSpPr>
          <p:cNvPr id="6" name="Slide Number Placeholder 5">
            <a:extLst>
              <a:ext uri="{FF2B5EF4-FFF2-40B4-BE49-F238E27FC236}">
                <a16:creationId xmlns:a16="http://schemas.microsoft.com/office/drawing/2014/main" id="{C810A3AB-A5A5-CAF9-84E6-9FC883EC438D}"/>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9BEF45BE-1209-F8E0-4650-BED8E378C266}"/>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22</a:t>
            </a:fld>
            <a:endParaRPr lang="en-US" kern="0">
              <a:solidFill>
                <a:srgbClr val="08312A"/>
              </a:solidFill>
              <a:cs typeface="Arial"/>
              <a:sym typeface="Arial"/>
            </a:endParaRPr>
          </a:p>
        </p:txBody>
      </p:sp>
      <p:sp>
        <p:nvSpPr>
          <p:cNvPr id="240" name="OTLSHAPE_T_5a934a26f311425e8ebaa0f45e6533ad_Shape">
            <a:extLst>
              <a:ext uri="{FF2B5EF4-FFF2-40B4-BE49-F238E27FC236}">
                <a16:creationId xmlns:a16="http://schemas.microsoft.com/office/drawing/2014/main" id="{830DBC56-9F89-F153-F741-B394C9099CA3}"/>
              </a:ext>
            </a:extLst>
          </p:cNvPr>
          <p:cNvSpPr/>
          <p:nvPr>
            <p:custDataLst>
              <p:tags r:id="rId1"/>
            </p:custDataLst>
          </p:nvPr>
        </p:nvSpPr>
        <p:spPr bwMode="auto">
          <a:xfrm>
            <a:off x="2740668" y="2278100"/>
            <a:ext cx="3050588"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graphicFrame>
        <p:nvGraphicFramePr>
          <p:cNvPr id="241" name="Table 3">
            <a:extLst>
              <a:ext uri="{FF2B5EF4-FFF2-40B4-BE49-F238E27FC236}">
                <a16:creationId xmlns:a16="http://schemas.microsoft.com/office/drawing/2014/main" id="{7BFCDB58-3AEC-F2C3-3D60-CDE7C1D7D4FE}"/>
              </a:ext>
            </a:extLst>
          </p:cNvPr>
          <p:cNvGraphicFramePr>
            <a:graphicFrameLocks noGrp="1"/>
          </p:cNvGraphicFramePr>
          <p:nvPr/>
        </p:nvGraphicFramePr>
        <p:xfrm>
          <a:off x="1285344" y="1027483"/>
          <a:ext cx="10658940"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97A14C5A-0895-A6E7-1C2A-3E958B1C63FE}"/>
              </a:ext>
            </a:extLst>
          </p:cNvPr>
          <p:cNvCxnSpPr>
            <a:cxnSpLocks/>
          </p:cNvCxnSpPr>
          <p:nvPr/>
        </p:nvCxnSpPr>
        <p:spPr bwMode="auto">
          <a:xfrm flipH="1">
            <a:off x="0" y="4063345"/>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339A390B-327F-DD95-CE01-D128CE2742A6}"/>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63FEBB8F-19FC-931B-6FA9-67EA7F913EA5}"/>
              </a:ext>
            </a:extLst>
          </p:cNvPr>
          <p:cNvSpPr/>
          <p:nvPr/>
        </p:nvSpPr>
        <p:spPr>
          <a:xfrm rot="5400000">
            <a:off x="11736946" y="1254539"/>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D3DEB3C9-0C12-ED4F-87BA-85A2CE541904}"/>
              </a:ext>
            </a:extLst>
          </p:cNvPr>
          <p:cNvSpPr txBox="1"/>
          <p:nvPr/>
        </p:nvSpPr>
        <p:spPr>
          <a:xfrm>
            <a:off x="31595" y="2220808"/>
            <a:ext cx="825189"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Ph2 -</a:t>
            </a:r>
          </a:p>
          <a:p>
            <a:pPr algn="ctr" defTabSz="914377">
              <a:defRPr/>
            </a:pPr>
            <a:r>
              <a:rPr lang="en-US" altLang="zh-CN" sz="1067" b="1">
                <a:solidFill>
                  <a:srgbClr val="08312A"/>
                </a:solidFill>
                <a:cs typeface="Calibri" panose="020F0502020204030204" pitchFamily="34" charset="0"/>
              </a:rPr>
              <a:t>1497-0002</a:t>
            </a:r>
          </a:p>
          <a:p>
            <a:pPr algn="ctr" defTabSz="914377">
              <a:defRPr/>
            </a:pPr>
            <a:r>
              <a:rPr lang="en-US" sz="1067" b="1">
                <a:solidFill>
                  <a:srgbClr val="08312A"/>
                </a:solidFill>
                <a:cs typeface="Calibri" panose="020F0502020204030204" pitchFamily="34" charset="0"/>
              </a:rPr>
              <a:t>VERDANT</a:t>
            </a:r>
          </a:p>
        </p:txBody>
      </p:sp>
      <p:pic>
        <p:nvPicPr>
          <p:cNvPr id="246" name="Picture 4">
            <a:extLst>
              <a:ext uri="{FF2B5EF4-FFF2-40B4-BE49-F238E27FC236}">
                <a16:creationId xmlns:a16="http://schemas.microsoft.com/office/drawing/2014/main" id="{AE38D148-B437-487C-7826-4DD203AD6114}"/>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E7C7D9AA-9072-0D4B-81DD-3089F282DB6C}"/>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27783" y="4040078"/>
            <a:ext cx="1138019" cy="560880"/>
          </a:xfrm>
          <a:prstGeom prst="rect">
            <a:avLst/>
          </a:prstGeom>
        </p:spPr>
      </p:pic>
      <p:sp>
        <p:nvSpPr>
          <p:cNvPr id="249" name="Rectangle 52">
            <a:extLst>
              <a:ext uri="{FF2B5EF4-FFF2-40B4-BE49-F238E27FC236}">
                <a16:creationId xmlns:a16="http://schemas.microsoft.com/office/drawing/2014/main" id="{31D8D689-5710-B451-EC33-D2D8F8037BDA}"/>
              </a:ext>
            </a:extLst>
          </p:cNvPr>
          <p:cNvSpPr/>
          <p:nvPr/>
        </p:nvSpPr>
        <p:spPr>
          <a:xfrm>
            <a:off x="1154408" y="2563974"/>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3A38B955-7CFF-EBA6-47F9-8CCE341DEF03}"/>
              </a:ext>
            </a:extLst>
          </p:cNvPr>
          <p:cNvSpPr txBox="1"/>
          <p:nvPr>
            <p:custDataLst>
              <p:tags r:id="rId2"/>
            </p:custDataLst>
          </p:nvPr>
        </p:nvSpPr>
        <p:spPr>
          <a:xfrm>
            <a:off x="830861" y="2099832"/>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Jan 2025</a:t>
            </a:r>
            <a:endParaRPr lang="zh-CN" altLang="en-US" sz="1067" b="1" i="1">
              <a:solidFill>
                <a:schemeClr val="bg1">
                  <a:lumMod val="65000"/>
                </a:schemeClr>
              </a:solidFill>
              <a:ea typeface="等线" panose="02010600030101010101" pitchFamily="2" charset="-122"/>
            </a:endParaRPr>
          </a:p>
        </p:txBody>
      </p:sp>
      <p:sp>
        <p:nvSpPr>
          <p:cNvPr id="264" name="Rectangle 55">
            <a:extLst>
              <a:ext uri="{FF2B5EF4-FFF2-40B4-BE49-F238E27FC236}">
                <a16:creationId xmlns:a16="http://schemas.microsoft.com/office/drawing/2014/main" id="{46255927-3BE1-32A9-531D-AF38B3C3EA39}"/>
              </a:ext>
            </a:extLst>
          </p:cNvPr>
          <p:cNvSpPr/>
          <p:nvPr/>
        </p:nvSpPr>
        <p:spPr>
          <a:xfrm>
            <a:off x="2545531" y="2563973"/>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95811C93-3B6D-20D5-872D-576F9A49953E}"/>
              </a:ext>
            </a:extLst>
          </p:cNvPr>
          <p:cNvSpPr txBox="1"/>
          <p:nvPr>
            <p:custDataLst>
              <p:tags r:id="rId3"/>
            </p:custDataLst>
          </p:nvPr>
        </p:nvSpPr>
        <p:spPr>
          <a:xfrm>
            <a:off x="2256449" y="2099832"/>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Sep 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3" name="Star: 4 Points 143">
            <a:extLst>
              <a:ext uri="{FF2B5EF4-FFF2-40B4-BE49-F238E27FC236}">
                <a16:creationId xmlns:a16="http://schemas.microsoft.com/office/drawing/2014/main" id="{1C7A43B4-6E0D-C1B8-BFD8-624BC0CFC53C}"/>
              </a:ext>
            </a:extLst>
          </p:cNvPr>
          <p:cNvSpPr/>
          <p:nvPr/>
        </p:nvSpPr>
        <p:spPr bwMode="auto">
          <a:xfrm>
            <a:off x="1261009"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CA5AC320-1A56-EFC0-1D9A-A41C7CED5381}"/>
              </a:ext>
            </a:extLst>
          </p:cNvPr>
          <p:cNvSpPr/>
          <p:nvPr/>
        </p:nvSpPr>
        <p:spPr bwMode="auto">
          <a:xfrm>
            <a:off x="2652031"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312" name="文本框 160">
            <a:extLst>
              <a:ext uri="{FF2B5EF4-FFF2-40B4-BE49-F238E27FC236}">
                <a16:creationId xmlns:a16="http://schemas.microsoft.com/office/drawing/2014/main" id="{B82A092A-FDC5-E6CC-1758-7CC59A17A7EA}"/>
              </a:ext>
            </a:extLst>
          </p:cNvPr>
          <p:cNvSpPr txBox="1"/>
          <p:nvPr/>
        </p:nvSpPr>
        <p:spPr>
          <a:xfrm>
            <a:off x="1708216" y="5159808"/>
            <a:ext cx="5719332" cy="1251406"/>
          </a:xfrm>
          <a:prstGeom prst="roundRect">
            <a:avLst/>
          </a:prstGeom>
          <a:solidFill>
            <a:schemeClr val="bg1"/>
          </a:solidFill>
          <a:ln>
            <a:solidFill>
              <a:srgbClr val="076D7E"/>
            </a:solidFill>
            <a:prstDash val="lgDash"/>
          </a:ln>
        </p:spPr>
        <p:txBody>
          <a:bodyPr wrap="square" rtlCol="0" anchor="ctr">
            <a:spAutoFit/>
          </a:bodyPr>
          <a:lstStyle/>
          <a:p>
            <a:pPr defTabSz="1219170">
              <a:spcAft>
                <a:spcPts val="267"/>
              </a:spcAft>
              <a:defRPr/>
            </a:pPr>
            <a:r>
              <a:rPr lang="en-US" altLang="zh-CN" sz="1000" b="1" i="1">
                <a:solidFill>
                  <a:srgbClr val="002060"/>
                </a:solidFill>
                <a:cs typeface="Calibri" panose="020F0502020204030204" pitchFamily="34" charset="0"/>
              </a:rPr>
              <a:t>China Update:</a:t>
            </a:r>
            <a:endParaRPr lang="en-US" altLang="zh-CN" sz="1000" i="1">
              <a:solidFill>
                <a:srgbClr val="002060"/>
              </a:solidFill>
              <a:cs typeface="Calibri" panose="020F0502020204030204" pitchFamily="34" charset="0"/>
            </a:endParaRPr>
          </a:p>
          <a:p>
            <a:pPr marL="95998" indent="-95998" defTabSz="1219170">
              <a:spcAft>
                <a:spcPts val="267"/>
              </a:spcAft>
              <a:buFont typeface="Arial" panose="020B0604020202020204" pitchFamily="34" charset="0"/>
              <a:buChar char="•"/>
              <a:defRPr/>
            </a:pPr>
            <a:r>
              <a:rPr lang="en-US" altLang="zh-CN" sz="1000" i="1">
                <a:solidFill>
                  <a:srgbClr val="002060"/>
                </a:solidFill>
                <a:cs typeface="Calibri" panose="020F0502020204030204" pitchFamily="34" charset="0"/>
              </a:rPr>
              <a:t>GA pipeline consultation: Application submission planned by end of Apr.BB sent for global review on Mar 13. Discussion with global on consultation questions needed.</a:t>
            </a:r>
          </a:p>
          <a:p>
            <a:pPr marL="95998" indent="-95998" defTabSz="1219170">
              <a:spcAft>
                <a:spcPts val="267"/>
              </a:spcAft>
              <a:buFont typeface="Arial" panose="020B0604020202020204" pitchFamily="34" charset="0"/>
              <a:buChar char="•"/>
              <a:defRPr/>
            </a:pPr>
            <a:r>
              <a:rPr lang="en-US" altLang="zh-CN" sz="1000" i="1">
                <a:solidFill>
                  <a:srgbClr val="002060"/>
                </a:solidFill>
                <a:cs typeface="Calibri"/>
              </a:rPr>
              <a:t>The GA scientific exchange follow up meeting with Prof. Sun on Mar 13. A high‑quality China dry AMD cohort to support GA studies under preparation by Prof. Sun’s team</a:t>
            </a:r>
          </a:p>
          <a:p>
            <a:pPr marL="95998" indent="-95998" defTabSz="1219170">
              <a:spcAft>
                <a:spcPts val="267"/>
              </a:spcAft>
              <a:buFont typeface="Arial" panose="020B0604020202020204" pitchFamily="34" charset="0"/>
              <a:buChar char="•"/>
              <a:defRPr/>
            </a:pPr>
            <a:endParaRPr lang="en-US" altLang="zh-CN" sz="1000" i="1">
              <a:solidFill>
                <a:srgbClr val="002060"/>
              </a:solidFill>
              <a:cs typeface="Calibri"/>
            </a:endParaRPr>
          </a:p>
        </p:txBody>
      </p:sp>
      <p:sp>
        <p:nvSpPr>
          <p:cNvPr id="5" name="Rectangle 55">
            <a:extLst>
              <a:ext uri="{FF2B5EF4-FFF2-40B4-BE49-F238E27FC236}">
                <a16:creationId xmlns:a16="http://schemas.microsoft.com/office/drawing/2014/main" id="{909BD1EE-B7ED-7119-D824-5EB1551F34B7}"/>
              </a:ext>
            </a:extLst>
          </p:cNvPr>
          <p:cNvSpPr/>
          <p:nvPr/>
        </p:nvSpPr>
        <p:spPr>
          <a:xfrm>
            <a:off x="5337083" y="2565299"/>
            <a:ext cx="92685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7" name="OTLSHAPE_T_e17f3958430f4cff8650518c93c7635e_StartDate">
            <a:extLst>
              <a:ext uri="{FF2B5EF4-FFF2-40B4-BE49-F238E27FC236}">
                <a16:creationId xmlns:a16="http://schemas.microsoft.com/office/drawing/2014/main" id="{B1EE8699-A94D-27CE-B0CA-02B125823D7A}"/>
              </a:ext>
            </a:extLst>
          </p:cNvPr>
          <p:cNvSpPr txBox="1"/>
          <p:nvPr>
            <p:custDataLst>
              <p:tags r:id="rId4"/>
            </p:custDataLst>
          </p:nvPr>
        </p:nvSpPr>
        <p:spPr>
          <a:xfrm>
            <a:off x="5296167" y="2101158"/>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Jan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8" name="Star: 4 Points 143">
            <a:extLst>
              <a:ext uri="{FF2B5EF4-FFF2-40B4-BE49-F238E27FC236}">
                <a16:creationId xmlns:a16="http://schemas.microsoft.com/office/drawing/2014/main" id="{36D30BCD-B345-D21D-66F4-6EFB9E399B57}"/>
              </a:ext>
            </a:extLst>
          </p:cNvPr>
          <p:cNvSpPr/>
          <p:nvPr/>
        </p:nvSpPr>
        <p:spPr bwMode="auto">
          <a:xfrm>
            <a:off x="5701267" y="246732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9" name="OTLSHAPE_T_5a934a26f311425e8ebaa0f45e6533ad_Shape">
            <a:extLst>
              <a:ext uri="{FF2B5EF4-FFF2-40B4-BE49-F238E27FC236}">
                <a16:creationId xmlns:a16="http://schemas.microsoft.com/office/drawing/2014/main" id="{3D105D39-F375-A841-5C81-957EB4C69B20}"/>
              </a:ext>
            </a:extLst>
          </p:cNvPr>
          <p:cNvSpPr/>
          <p:nvPr>
            <p:custDataLst>
              <p:tags r:id="rId5"/>
            </p:custDataLst>
          </p:nvPr>
        </p:nvSpPr>
        <p:spPr bwMode="auto">
          <a:xfrm>
            <a:off x="9444592" y="3261913"/>
            <a:ext cx="2425190"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10" name="Rectangle 52">
            <a:extLst>
              <a:ext uri="{FF2B5EF4-FFF2-40B4-BE49-F238E27FC236}">
                <a16:creationId xmlns:a16="http://schemas.microsoft.com/office/drawing/2014/main" id="{7EC083EA-D9F5-81BF-39D1-E47B480008A9}"/>
              </a:ext>
            </a:extLst>
          </p:cNvPr>
          <p:cNvSpPr/>
          <p:nvPr/>
        </p:nvSpPr>
        <p:spPr>
          <a:xfrm>
            <a:off x="7161361" y="3557554"/>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11" name="OTLSHAPE_T_e17f3958430f4cff8650518c93c7635e_Shape">
            <a:extLst>
              <a:ext uri="{FF2B5EF4-FFF2-40B4-BE49-F238E27FC236}">
                <a16:creationId xmlns:a16="http://schemas.microsoft.com/office/drawing/2014/main" id="{FA734B26-5507-6600-5529-A091FA652D5C}"/>
              </a:ext>
            </a:extLst>
          </p:cNvPr>
          <p:cNvSpPr/>
          <p:nvPr>
            <p:custDataLst>
              <p:tags r:id="rId6"/>
            </p:custDataLst>
          </p:nvPr>
        </p:nvSpPr>
        <p:spPr bwMode="auto">
          <a:xfrm>
            <a:off x="7345593" y="3261127"/>
            <a:ext cx="2098999"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2 x Ph3 in GA</a:t>
            </a:r>
          </a:p>
        </p:txBody>
      </p:sp>
      <p:sp>
        <p:nvSpPr>
          <p:cNvPr id="12" name="Rectangle 55">
            <a:extLst>
              <a:ext uri="{FF2B5EF4-FFF2-40B4-BE49-F238E27FC236}">
                <a16:creationId xmlns:a16="http://schemas.microsoft.com/office/drawing/2014/main" id="{9D51639D-EEB8-9905-0511-286EF80CED58}"/>
              </a:ext>
            </a:extLst>
          </p:cNvPr>
          <p:cNvSpPr/>
          <p:nvPr/>
        </p:nvSpPr>
        <p:spPr>
          <a:xfrm>
            <a:off x="9247256" y="3551784"/>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13" name="OTLSHAPE_T_e17f3958430f4cff8650518c93c7635e_StartDate">
            <a:extLst>
              <a:ext uri="{FF2B5EF4-FFF2-40B4-BE49-F238E27FC236}">
                <a16:creationId xmlns:a16="http://schemas.microsoft.com/office/drawing/2014/main" id="{2A36681F-FC92-EB76-CF61-4AC72C6D6E98}"/>
              </a:ext>
            </a:extLst>
          </p:cNvPr>
          <p:cNvSpPr txBox="1"/>
          <p:nvPr>
            <p:custDataLst>
              <p:tags r:id="rId7"/>
            </p:custDataLst>
          </p:nvPr>
        </p:nvSpPr>
        <p:spPr>
          <a:xfrm>
            <a:off x="8958174" y="3087643"/>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Oct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6" name="Star: 4 Points 143">
            <a:extLst>
              <a:ext uri="{FF2B5EF4-FFF2-40B4-BE49-F238E27FC236}">
                <a16:creationId xmlns:a16="http://schemas.microsoft.com/office/drawing/2014/main" id="{3C3A858E-FC1B-439E-0187-9B3B28A17433}"/>
              </a:ext>
            </a:extLst>
          </p:cNvPr>
          <p:cNvSpPr/>
          <p:nvPr/>
        </p:nvSpPr>
        <p:spPr bwMode="auto">
          <a:xfrm>
            <a:off x="7263364" y="345381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17" name="Star: 4 Points 143">
            <a:extLst>
              <a:ext uri="{FF2B5EF4-FFF2-40B4-BE49-F238E27FC236}">
                <a16:creationId xmlns:a16="http://schemas.microsoft.com/office/drawing/2014/main" id="{95AB1A5A-8186-FD68-E95B-EF945AB54446}"/>
              </a:ext>
            </a:extLst>
          </p:cNvPr>
          <p:cNvSpPr/>
          <p:nvPr/>
        </p:nvSpPr>
        <p:spPr bwMode="auto">
          <a:xfrm>
            <a:off x="9353756" y="345381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2" name="TextBox 64">
            <a:extLst>
              <a:ext uri="{FF2B5EF4-FFF2-40B4-BE49-F238E27FC236}">
                <a16:creationId xmlns:a16="http://schemas.microsoft.com/office/drawing/2014/main" id="{7C5CF588-03B6-D74B-5DC1-8A3387F0F3E3}"/>
              </a:ext>
            </a:extLst>
          </p:cNvPr>
          <p:cNvSpPr txBox="1"/>
          <p:nvPr/>
        </p:nvSpPr>
        <p:spPr>
          <a:xfrm>
            <a:off x="31594" y="3297806"/>
            <a:ext cx="825189"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Ph3 -</a:t>
            </a:r>
          </a:p>
          <a:p>
            <a:pPr algn="ctr" defTabSz="914377">
              <a:defRPr/>
            </a:pPr>
            <a:r>
              <a:rPr lang="en-US" altLang="zh-CN" sz="1067" b="1">
                <a:solidFill>
                  <a:srgbClr val="08312A"/>
                </a:solidFill>
                <a:cs typeface="Calibri" panose="020F0502020204030204" pitchFamily="34" charset="0"/>
              </a:rPr>
              <a:t>1497-0003/</a:t>
            </a:r>
          </a:p>
          <a:p>
            <a:pPr algn="ctr" defTabSz="914377">
              <a:defRPr/>
            </a:pPr>
            <a:r>
              <a:rPr lang="en-US" altLang="zh-CN" sz="1067" b="1">
                <a:solidFill>
                  <a:srgbClr val="08312A"/>
                </a:solidFill>
                <a:cs typeface="Calibri" panose="020F0502020204030204" pitchFamily="34" charset="0"/>
              </a:rPr>
              <a:t>1497-0004</a:t>
            </a:r>
          </a:p>
        </p:txBody>
      </p:sp>
      <p:sp>
        <p:nvSpPr>
          <p:cNvPr id="23" name="OTLSHAPE_T_e17f3958430f4cff8650518c93c7635e_StartDate">
            <a:extLst>
              <a:ext uri="{FF2B5EF4-FFF2-40B4-BE49-F238E27FC236}">
                <a16:creationId xmlns:a16="http://schemas.microsoft.com/office/drawing/2014/main" id="{C6D3B15B-361B-71FE-67D1-3AD24D32C712}"/>
              </a:ext>
            </a:extLst>
          </p:cNvPr>
          <p:cNvSpPr txBox="1"/>
          <p:nvPr>
            <p:custDataLst>
              <p:tags r:id="rId8"/>
            </p:custDataLst>
          </p:nvPr>
        </p:nvSpPr>
        <p:spPr>
          <a:xfrm>
            <a:off x="6899911" y="3102999"/>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Oct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98" name="五角星 55">
            <a:extLst>
              <a:ext uri="{FF2B5EF4-FFF2-40B4-BE49-F238E27FC236}">
                <a16:creationId xmlns:a16="http://schemas.microsoft.com/office/drawing/2014/main" id="{3DE1E7D5-8E6E-61EA-7BD4-13CF3DE4EF58}"/>
              </a:ext>
            </a:extLst>
          </p:cNvPr>
          <p:cNvSpPr>
            <a:spLocks/>
          </p:cNvSpPr>
          <p:nvPr/>
        </p:nvSpPr>
        <p:spPr bwMode="auto">
          <a:xfrm>
            <a:off x="11139563" y="3487904"/>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24" name="OTLSHAPE_T_e17f3958430f4cff8650518c93c7635e_StartDate">
            <a:extLst>
              <a:ext uri="{FF2B5EF4-FFF2-40B4-BE49-F238E27FC236}">
                <a16:creationId xmlns:a16="http://schemas.microsoft.com/office/drawing/2014/main" id="{E08709FE-4C9E-BBA8-2823-C14B7C54C12F}"/>
              </a:ext>
            </a:extLst>
          </p:cNvPr>
          <p:cNvSpPr txBox="1"/>
          <p:nvPr>
            <p:custDataLst>
              <p:tags r:id="rId9"/>
            </p:custDataLst>
          </p:nvPr>
        </p:nvSpPr>
        <p:spPr>
          <a:xfrm rot="19699925">
            <a:off x="10965483" y="3047320"/>
            <a:ext cx="911151" cy="123111"/>
          </a:xfrm>
          <a:prstGeom prst="rect">
            <a:avLst/>
          </a:prstGeom>
          <a:noFill/>
        </p:spPr>
        <p:txBody>
          <a:bodyPr vert="horz" wrap="square" lIns="0" tIns="0" rIns="0" bIns="0" rtlCol="0" anchor="ctr" anchorCtr="0">
            <a:spAutoFit/>
          </a:bodyPr>
          <a:lstStyle/>
          <a:p>
            <a:pPr algn="ctr" defTabSz="1219108">
              <a:defRPr/>
            </a:pPr>
            <a:r>
              <a:rPr lang="en-US" altLang="zh-CN" sz="800" b="1" i="1">
                <a:solidFill>
                  <a:schemeClr val="bg1">
                    <a:lumMod val="65000"/>
                  </a:schemeClr>
                </a:solidFill>
                <a:ea typeface="等线" panose="02010600030101010101" pitchFamily="2" charset="-122"/>
                <a:cs typeface="Calibri" panose="020F0502020204030204" pitchFamily="34" charset="0"/>
              </a:rPr>
              <a:t>Apr 2030</a:t>
            </a:r>
            <a:endParaRPr lang="zh-CN" altLang="en-US" sz="800" b="1" i="1">
              <a:solidFill>
                <a:schemeClr val="bg1">
                  <a:lumMod val="65000"/>
                </a:schemeClr>
              </a:solidFill>
              <a:ea typeface="等线" panose="02010600030101010101" pitchFamily="2" charset="-122"/>
              <a:cs typeface="Calibri" panose="020F0502020204030204" pitchFamily="34" charset="0"/>
            </a:endParaRPr>
          </a:p>
        </p:txBody>
      </p:sp>
      <p:sp>
        <p:nvSpPr>
          <p:cNvPr id="25" name="Rectangle 55">
            <a:extLst>
              <a:ext uri="{FF2B5EF4-FFF2-40B4-BE49-F238E27FC236}">
                <a16:creationId xmlns:a16="http://schemas.microsoft.com/office/drawing/2014/main" id="{DFF1C253-D9A1-4EFD-76AE-2EE456BCDA14}"/>
              </a:ext>
            </a:extLst>
          </p:cNvPr>
          <p:cNvSpPr/>
          <p:nvPr/>
        </p:nvSpPr>
        <p:spPr>
          <a:xfrm rot="19614369">
            <a:off x="10890390" y="3710932"/>
            <a:ext cx="643125" cy="188385"/>
          </a:xfrm>
          <a:prstGeom prst="rect">
            <a:avLst/>
          </a:prstGeom>
        </p:spPr>
        <p:txBody>
          <a:bodyPr wrap="none">
            <a:spAutoFit/>
          </a:bodyPr>
          <a:lstStyle/>
          <a:p>
            <a:pPr algn="ctr" defTabSz="1219108">
              <a:lnSpc>
                <a:spcPts val="700"/>
              </a:lnSpc>
              <a:defRPr/>
            </a:pPr>
            <a:r>
              <a:rPr lang="en-US" altLang="zh-CN" sz="800" b="1">
                <a:solidFill>
                  <a:srgbClr val="44546A"/>
                </a:solidFill>
                <a:ea typeface="等线" panose="02010600030101010101" pitchFamily="2" charset="-122"/>
                <a:cs typeface="Calibri" panose="020F0502020204030204" pitchFamily="34" charset="0"/>
              </a:rPr>
              <a:t>NDA sub.</a:t>
            </a:r>
            <a:endParaRPr lang="zh-CN" altLang="en-US" sz="800" b="1">
              <a:solidFill>
                <a:srgbClr val="44546A"/>
              </a:solidFill>
              <a:ea typeface="等线" panose="02010600030101010101" pitchFamily="2" charset="-122"/>
              <a:cs typeface="Calibri" panose="020F0502020204030204" pitchFamily="34" charset="0"/>
            </a:endParaRPr>
          </a:p>
        </p:txBody>
      </p:sp>
      <p:cxnSp>
        <p:nvCxnSpPr>
          <p:cNvPr id="233" name="Connector: Elbow 232">
            <a:extLst>
              <a:ext uri="{FF2B5EF4-FFF2-40B4-BE49-F238E27FC236}">
                <a16:creationId xmlns:a16="http://schemas.microsoft.com/office/drawing/2014/main" id="{F2104929-4870-17B7-9E6C-788A6B374CE8}"/>
              </a:ext>
            </a:extLst>
          </p:cNvPr>
          <p:cNvCxnSpPr>
            <a:cxnSpLocks/>
            <a:stCxn id="5" idx="2"/>
            <a:endCxn id="235" idx="1"/>
          </p:cNvCxnSpPr>
          <p:nvPr/>
        </p:nvCxnSpPr>
        <p:spPr bwMode="gray">
          <a:xfrm rot="16200000" flipH="1">
            <a:off x="5677312" y="2945043"/>
            <a:ext cx="256546" cy="10147"/>
          </a:xfrm>
          <a:prstGeom prst="bentConnector2">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5" name="Star: 4 Points 143">
            <a:extLst>
              <a:ext uri="{FF2B5EF4-FFF2-40B4-BE49-F238E27FC236}">
                <a16:creationId xmlns:a16="http://schemas.microsoft.com/office/drawing/2014/main" id="{7697D7BC-F0C1-A431-2640-5112BA3813B8}"/>
              </a:ext>
            </a:extLst>
          </p:cNvPr>
          <p:cNvSpPr/>
          <p:nvPr/>
        </p:nvSpPr>
        <p:spPr bwMode="auto">
          <a:xfrm>
            <a:off x="5810659" y="298448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14" name="Rectangle 55">
            <a:extLst>
              <a:ext uri="{FF2B5EF4-FFF2-40B4-BE49-F238E27FC236}">
                <a16:creationId xmlns:a16="http://schemas.microsoft.com/office/drawing/2014/main" id="{4AC54874-A7D8-D8A7-DD90-BAE6B40D9D58}"/>
              </a:ext>
            </a:extLst>
          </p:cNvPr>
          <p:cNvSpPr/>
          <p:nvPr/>
        </p:nvSpPr>
        <p:spPr>
          <a:xfrm>
            <a:off x="4272474" y="2561316"/>
            <a:ext cx="32412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IA</a:t>
            </a:r>
            <a:endParaRPr lang="zh-CN" altLang="en-US" sz="1067" b="1">
              <a:solidFill>
                <a:srgbClr val="44546A"/>
              </a:solidFill>
              <a:ea typeface="等线" panose="02010600030101010101" pitchFamily="2" charset="-122"/>
              <a:cs typeface="Calibri" panose="020F0502020204030204" pitchFamily="34" charset="0"/>
            </a:endParaRPr>
          </a:p>
        </p:txBody>
      </p:sp>
      <p:sp>
        <p:nvSpPr>
          <p:cNvPr id="15" name="OTLSHAPE_T_e17f3958430f4cff8650518c93c7635e_StartDate">
            <a:extLst>
              <a:ext uri="{FF2B5EF4-FFF2-40B4-BE49-F238E27FC236}">
                <a16:creationId xmlns:a16="http://schemas.microsoft.com/office/drawing/2014/main" id="{A69DEA15-17AC-DF50-B8EE-CBEBF35E5F5C}"/>
              </a:ext>
            </a:extLst>
          </p:cNvPr>
          <p:cNvSpPr txBox="1"/>
          <p:nvPr>
            <p:custDataLst>
              <p:tags r:id="rId10"/>
            </p:custDataLst>
          </p:nvPr>
        </p:nvSpPr>
        <p:spPr>
          <a:xfrm>
            <a:off x="3930194" y="2097175"/>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May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8" name="Star: 4 Points 143">
            <a:extLst>
              <a:ext uri="{FF2B5EF4-FFF2-40B4-BE49-F238E27FC236}">
                <a16:creationId xmlns:a16="http://schemas.microsoft.com/office/drawing/2014/main" id="{94D993EC-6EF8-E3D1-898B-BE9DF224CF89}"/>
              </a:ext>
            </a:extLst>
          </p:cNvPr>
          <p:cNvSpPr/>
          <p:nvPr/>
        </p:nvSpPr>
        <p:spPr bwMode="auto">
          <a:xfrm>
            <a:off x="4335294" y="246334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48" name="OTLSHAPE_T_e17f3958430f4cff8650518c93c7635e_StartDate">
            <a:extLst>
              <a:ext uri="{FF2B5EF4-FFF2-40B4-BE49-F238E27FC236}">
                <a16:creationId xmlns:a16="http://schemas.microsoft.com/office/drawing/2014/main" id="{A833FA60-C03A-5AE7-CF7E-0A586DF06371}"/>
              </a:ext>
            </a:extLst>
          </p:cNvPr>
          <p:cNvSpPr txBox="1"/>
          <p:nvPr>
            <p:custDataLst>
              <p:tags r:id="rId11"/>
            </p:custDataLst>
          </p:nvPr>
        </p:nvSpPr>
        <p:spPr>
          <a:xfrm rot="19699925">
            <a:off x="10415020" y="3043206"/>
            <a:ext cx="911151" cy="123111"/>
          </a:xfrm>
          <a:prstGeom prst="rect">
            <a:avLst/>
          </a:prstGeom>
          <a:noFill/>
        </p:spPr>
        <p:txBody>
          <a:bodyPr vert="horz" wrap="square" lIns="0" tIns="0" rIns="0" bIns="0" rtlCol="0" anchor="ctr" anchorCtr="0">
            <a:spAutoFit/>
          </a:bodyPr>
          <a:lstStyle/>
          <a:p>
            <a:pPr algn="ctr" defTabSz="1219108">
              <a:defRPr/>
            </a:pPr>
            <a:r>
              <a:rPr lang="en-US" altLang="zh-CN" sz="800" b="1" i="1">
                <a:solidFill>
                  <a:schemeClr val="bg1">
                    <a:lumMod val="65000"/>
                  </a:schemeClr>
                </a:solidFill>
                <a:ea typeface="等线" panose="02010600030101010101" pitchFamily="2" charset="-122"/>
                <a:cs typeface="Calibri" panose="020F0502020204030204" pitchFamily="34" charset="0"/>
              </a:rPr>
              <a:t>Oct 2029</a:t>
            </a:r>
            <a:endParaRPr lang="zh-CN" altLang="en-US" sz="800" b="1" i="1">
              <a:solidFill>
                <a:schemeClr val="bg1">
                  <a:lumMod val="65000"/>
                </a:schemeClr>
              </a:solidFill>
              <a:ea typeface="等线" panose="02010600030101010101" pitchFamily="2" charset="-122"/>
              <a:cs typeface="Calibri" panose="020F0502020204030204" pitchFamily="34" charset="0"/>
            </a:endParaRPr>
          </a:p>
        </p:txBody>
      </p:sp>
      <p:sp>
        <p:nvSpPr>
          <p:cNvPr id="253" name="Rectangle 55">
            <a:extLst>
              <a:ext uri="{FF2B5EF4-FFF2-40B4-BE49-F238E27FC236}">
                <a16:creationId xmlns:a16="http://schemas.microsoft.com/office/drawing/2014/main" id="{55DA54B6-90D1-AB03-D47C-5E150FD8A176}"/>
              </a:ext>
            </a:extLst>
          </p:cNvPr>
          <p:cNvSpPr/>
          <p:nvPr/>
        </p:nvSpPr>
        <p:spPr>
          <a:xfrm rot="19614369">
            <a:off x="10191652" y="3706818"/>
            <a:ext cx="939681" cy="188385"/>
          </a:xfrm>
          <a:prstGeom prst="rect">
            <a:avLst/>
          </a:prstGeom>
        </p:spPr>
        <p:txBody>
          <a:bodyPr wrap="none">
            <a:spAutoFit/>
          </a:bodyPr>
          <a:lstStyle/>
          <a:p>
            <a:pPr algn="ctr" defTabSz="1219108">
              <a:lnSpc>
                <a:spcPts val="700"/>
              </a:lnSpc>
              <a:defRPr/>
            </a:pPr>
            <a:r>
              <a:rPr lang="en-US" altLang="zh-CN" sz="800" b="1">
                <a:solidFill>
                  <a:srgbClr val="44546A"/>
                </a:solidFill>
                <a:ea typeface="等线" panose="02010600030101010101" pitchFamily="2" charset="-122"/>
                <a:cs typeface="Calibri" panose="020F0502020204030204" pitchFamily="34" charset="0"/>
              </a:rPr>
              <a:t>Primary results</a:t>
            </a:r>
            <a:endParaRPr lang="zh-CN" altLang="en-US" sz="800" b="1">
              <a:solidFill>
                <a:srgbClr val="44546A"/>
              </a:solidFill>
              <a:ea typeface="等线" panose="02010600030101010101" pitchFamily="2" charset="-122"/>
              <a:cs typeface="Calibri" panose="020F0502020204030204" pitchFamily="34" charset="0"/>
            </a:endParaRPr>
          </a:p>
        </p:txBody>
      </p:sp>
      <p:sp>
        <p:nvSpPr>
          <p:cNvPr id="257" name="OTLSHAPE_T_e17f3958430f4cff8650518c93c7635e_StartDate">
            <a:extLst>
              <a:ext uri="{FF2B5EF4-FFF2-40B4-BE49-F238E27FC236}">
                <a16:creationId xmlns:a16="http://schemas.microsoft.com/office/drawing/2014/main" id="{24AB6CA5-D806-9D7C-230A-D3D7D0ED6C45}"/>
              </a:ext>
            </a:extLst>
          </p:cNvPr>
          <p:cNvSpPr txBox="1"/>
          <p:nvPr>
            <p:custDataLst>
              <p:tags r:id="rId12"/>
            </p:custDataLst>
          </p:nvPr>
        </p:nvSpPr>
        <p:spPr>
          <a:xfrm rot="19699925">
            <a:off x="11588589" y="3043496"/>
            <a:ext cx="911151" cy="123111"/>
          </a:xfrm>
          <a:prstGeom prst="rect">
            <a:avLst/>
          </a:prstGeom>
          <a:noFill/>
        </p:spPr>
        <p:txBody>
          <a:bodyPr vert="horz" wrap="square" lIns="0" tIns="0" rIns="0" bIns="0" rtlCol="0" anchor="ctr" anchorCtr="0">
            <a:spAutoFit/>
          </a:bodyPr>
          <a:lstStyle/>
          <a:p>
            <a:pPr algn="ctr" defTabSz="1219108">
              <a:defRPr/>
            </a:pPr>
            <a:r>
              <a:rPr lang="en-US" altLang="zh-CN" sz="800" b="1" i="1">
                <a:solidFill>
                  <a:schemeClr val="bg1">
                    <a:lumMod val="65000"/>
                  </a:schemeClr>
                </a:solidFill>
                <a:ea typeface="等线" panose="02010600030101010101" pitchFamily="2" charset="-122"/>
                <a:cs typeface="Calibri" panose="020F0502020204030204" pitchFamily="34" charset="0"/>
              </a:rPr>
              <a:t>Dec 2030</a:t>
            </a:r>
            <a:endParaRPr lang="zh-CN" altLang="en-US" sz="800" b="1" i="1">
              <a:solidFill>
                <a:schemeClr val="bg1">
                  <a:lumMod val="65000"/>
                </a:schemeClr>
              </a:solidFill>
              <a:ea typeface="等线" panose="02010600030101010101" pitchFamily="2" charset="-122"/>
              <a:cs typeface="Calibri" panose="020F0502020204030204" pitchFamily="34" charset="0"/>
            </a:endParaRPr>
          </a:p>
        </p:txBody>
      </p:sp>
      <p:sp>
        <p:nvSpPr>
          <p:cNvPr id="260" name="Rectangle 55">
            <a:extLst>
              <a:ext uri="{FF2B5EF4-FFF2-40B4-BE49-F238E27FC236}">
                <a16:creationId xmlns:a16="http://schemas.microsoft.com/office/drawing/2014/main" id="{C2295AE6-4750-25E4-CFAD-C25D414C6036}"/>
              </a:ext>
            </a:extLst>
          </p:cNvPr>
          <p:cNvSpPr/>
          <p:nvPr/>
        </p:nvSpPr>
        <p:spPr>
          <a:xfrm rot="19614369">
            <a:off x="11464607" y="3707108"/>
            <a:ext cx="740908" cy="188385"/>
          </a:xfrm>
          <a:prstGeom prst="rect">
            <a:avLst/>
          </a:prstGeom>
        </p:spPr>
        <p:txBody>
          <a:bodyPr wrap="none">
            <a:spAutoFit/>
          </a:bodyPr>
          <a:lstStyle/>
          <a:p>
            <a:pPr algn="ctr" defTabSz="1219108">
              <a:lnSpc>
                <a:spcPts val="700"/>
              </a:lnSpc>
              <a:defRPr/>
            </a:pPr>
            <a:r>
              <a:rPr lang="en-US" altLang="zh-CN" sz="800" b="1">
                <a:solidFill>
                  <a:srgbClr val="44546A"/>
                </a:solidFill>
                <a:ea typeface="等线" panose="02010600030101010101" pitchFamily="2" charset="-122"/>
                <a:cs typeface="Calibri" panose="020F0502020204030204" pitchFamily="34" charset="0"/>
              </a:rPr>
              <a:t>Key results</a:t>
            </a:r>
            <a:endParaRPr lang="zh-CN" altLang="en-US" sz="800" b="1">
              <a:solidFill>
                <a:srgbClr val="44546A"/>
              </a:solidFill>
              <a:ea typeface="等线" panose="02010600030101010101" pitchFamily="2" charset="-122"/>
              <a:cs typeface="Calibri" panose="020F0502020204030204" pitchFamily="34" charset="0"/>
            </a:endParaRPr>
          </a:p>
        </p:txBody>
      </p:sp>
      <p:sp>
        <p:nvSpPr>
          <p:cNvPr id="261" name="Star: 4 Points 143">
            <a:extLst>
              <a:ext uri="{FF2B5EF4-FFF2-40B4-BE49-F238E27FC236}">
                <a16:creationId xmlns:a16="http://schemas.microsoft.com/office/drawing/2014/main" id="{8A42C960-9DB5-2F1C-B4F2-D41741773A7A}"/>
              </a:ext>
            </a:extLst>
          </p:cNvPr>
          <p:cNvSpPr/>
          <p:nvPr/>
        </p:nvSpPr>
        <p:spPr bwMode="auto">
          <a:xfrm>
            <a:off x="10614986" y="345302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62" name="Star: 4 Points 143">
            <a:extLst>
              <a:ext uri="{FF2B5EF4-FFF2-40B4-BE49-F238E27FC236}">
                <a16:creationId xmlns:a16="http://schemas.microsoft.com/office/drawing/2014/main" id="{18804651-44B5-5F21-891D-9166C0BC16DC}"/>
              </a:ext>
            </a:extLst>
          </p:cNvPr>
          <p:cNvSpPr/>
          <p:nvPr/>
        </p:nvSpPr>
        <p:spPr bwMode="auto">
          <a:xfrm>
            <a:off x="11776644" y="345672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54" name="OTLSHAPE_T_e17f3958430f4cff8650518c93c7635e_Shape">
            <a:extLst>
              <a:ext uri="{FF2B5EF4-FFF2-40B4-BE49-F238E27FC236}">
                <a16:creationId xmlns:a16="http://schemas.microsoft.com/office/drawing/2014/main" id="{646AEE82-E4D0-9231-D132-A36D55295426}"/>
              </a:ext>
            </a:extLst>
          </p:cNvPr>
          <p:cNvSpPr/>
          <p:nvPr>
            <p:custDataLst>
              <p:tags r:id="rId13"/>
            </p:custDataLst>
          </p:nvPr>
        </p:nvSpPr>
        <p:spPr bwMode="auto">
          <a:xfrm>
            <a:off x="6157896" y="4657851"/>
            <a:ext cx="1179956"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+ 1</a:t>
            </a:r>
            <a:r>
              <a:rPr lang="en-US" altLang="zh-CN" sz="800" b="1" baseline="30000">
                <a:solidFill>
                  <a:srgbClr val="000000"/>
                </a:solidFill>
                <a:ea typeface="等线" panose="02010600030101010101" pitchFamily="2" charset="-122"/>
                <a:cs typeface="Calibri" panose="020F0502020204030204" pitchFamily="34" charset="0"/>
              </a:rPr>
              <a:t>st</a:t>
            </a:r>
            <a:r>
              <a:rPr lang="en-US" altLang="zh-CN" sz="800" b="1">
                <a:solidFill>
                  <a:srgbClr val="000000"/>
                </a:solidFill>
                <a:ea typeface="等线" panose="02010600030101010101" pitchFamily="2" charset="-122"/>
                <a:cs typeface="Calibri" panose="020F0502020204030204" pitchFamily="34" charset="0"/>
              </a:rPr>
              <a:t> SIV</a:t>
            </a:r>
            <a:endParaRPr lang="zh-CN" altLang="en-US" sz="800" b="1">
              <a:solidFill>
                <a:srgbClr val="000000"/>
              </a:solidFill>
              <a:ea typeface="等线" panose="02010600030101010101" pitchFamily="2" charset="-122"/>
              <a:cs typeface="Calibri" panose="020F0502020204030204" pitchFamily="34" charset="0"/>
            </a:endParaRPr>
          </a:p>
        </p:txBody>
      </p:sp>
      <p:sp>
        <p:nvSpPr>
          <p:cNvPr id="256" name="Rectangle 77">
            <a:extLst>
              <a:ext uri="{FF2B5EF4-FFF2-40B4-BE49-F238E27FC236}">
                <a16:creationId xmlns:a16="http://schemas.microsoft.com/office/drawing/2014/main" id="{C2D3C7D7-F342-6CFB-55DF-2ABCCF8E98B8}"/>
              </a:ext>
            </a:extLst>
          </p:cNvPr>
          <p:cNvSpPr/>
          <p:nvPr/>
        </p:nvSpPr>
        <p:spPr>
          <a:xfrm>
            <a:off x="7113396" y="4946142"/>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sp>
        <p:nvSpPr>
          <p:cNvPr id="258" name="OTLSHAPE_M_39ea6ebc19a94c9fab6ef5006c31df58_Shape">
            <a:extLst>
              <a:ext uri="{FF2B5EF4-FFF2-40B4-BE49-F238E27FC236}">
                <a16:creationId xmlns:a16="http://schemas.microsoft.com/office/drawing/2014/main" id="{7A0A198F-903D-67D0-8F4F-55DE7723AB0B}"/>
              </a:ext>
            </a:extLst>
          </p:cNvPr>
          <p:cNvSpPr/>
          <p:nvPr>
            <p:custDataLst>
              <p:tags r:id="rId14"/>
            </p:custDataLst>
          </p:nvPr>
        </p:nvSpPr>
        <p:spPr bwMode="auto">
          <a:xfrm rot="16200000">
            <a:off x="6147119" y="4890794"/>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D4424E47-D4DF-47BC-1D3F-B70177AF9ABE}"/>
              </a:ext>
            </a:extLst>
          </p:cNvPr>
          <p:cNvSpPr txBox="1"/>
          <p:nvPr>
            <p:custDataLst>
              <p:tags r:id="rId15"/>
            </p:custDataLst>
          </p:nvPr>
        </p:nvSpPr>
        <p:spPr>
          <a:xfrm>
            <a:off x="5928441" y="4992308"/>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76" name="Star: 4 Points 143">
            <a:extLst>
              <a:ext uri="{FF2B5EF4-FFF2-40B4-BE49-F238E27FC236}">
                <a16:creationId xmlns:a16="http://schemas.microsoft.com/office/drawing/2014/main" id="{C87616E8-A5F2-85C2-685B-53F79A76FCD3}"/>
              </a:ext>
            </a:extLst>
          </p:cNvPr>
          <p:cNvSpPr/>
          <p:nvPr/>
        </p:nvSpPr>
        <p:spPr bwMode="auto">
          <a:xfrm>
            <a:off x="7243305" y="485996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63" name="TextBox 64">
            <a:extLst>
              <a:ext uri="{FF2B5EF4-FFF2-40B4-BE49-F238E27FC236}">
                <a16:creationId xmlns:a16="http://schemas.microsoft.com/office/drawing/2014/main" id="{37182C31-465A-7564-B2B5-51FB0CBF22B8}"/>
              </a:ext>
            </a:extLst>
          </p:cNvPr>
          <p:cNvSpPr txBox="1"/>
          <p:nvPr/>
        </p:nvSpPr>
        <p:spPr>
          <a:xfrm>
            <a:off x="34181" y="4578951"/>
            <a:ext cx="825189"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Ph3 -</a:t>
            </a:r>
          </a:p>
          <a:p>
            <a:pPr algn="ctr" defTabSz="914377">
              <a:defRPr/>
            </a:pPr>
            <a:r>
              <a:rPr lang="en-US" altLang="zh-CN" sz="1067" b="1">
                <a:solidFill>
                  <a:srgbClr val="08312A"/>
                </a:solidFill>
                <a:cs typeface="Calibri" panose="020F0502020204030204" pitchFamily="34" charset="0"/>
              </a:rPr>
              <a:t>1497-0003/</a:t>
            </a:r>
          </a:p>
          <a:p>
            <a:pPr algn="ctr" defTabSz="914377">
              <a:defRPr/>
            </a:pPr>
            <a:r>
              <a:rPr lang="en-US" altLang="zh-CN" sz="1067" b="1">
                <a:solidFill>
                  <a:srgbClr val="08312A"/>
                </a:solidFill>
                <a:cs typeface="Calibri" panose="020F0502020204030204" pitchFamily="34" charset="0"/>
              </a:rPr>
              <a:t>1497-0004</a:t>
            </a:r>
          </a:p>
        </p:txBody>
      </p:sp>
      <p:sp>
        <p:nvSpPr>
          <p:cNvPr id="266" name="OTLSHAPE_T_5a934a26f311425e8ebaa0f45e6533ad_Shape">
            <a:extLst>
              <a:ext uri="{FF2B5EF4-FFF2-40B4-BE49-F238E27FC236}">
                <a16:creationId xmlns:a16="http://schemas.microsoft.com/office/drawing/2014/main" id="{DF4B40C6-F0F4-09C0-FDDC-E7400387E626}"/>
              </a:ext>
            </a:extLst>
          </p:cNvPr>
          <p:cNvSpPr/>
          <p:nvPr>
            <p:custDataLst>
              <p:tags r:id="rId16"/>
            </p:custDataLst>
          </p:nvPr>
        </p:nvSpPr>
        <p:spPr bwMode="auto">
          <a:xfrm>
            <a:off x="9444592" y="4658637"/>
            <a:ext cx="2425189"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270" name="OTLSHAPE_T_e17f3958430f4cff8650518c93c7635e_Shape">
            <a:extLst>
              <a:ext uri="{FF2B5EF4-FFF2-40B4-BE49-F238E27FC236}">
                <a16:creationId xmlns:a16="http://schemas.microsoft.com/office/drawing/2014/main" id="{F50B47DF-6226-BF23-5515-204AD69767E2}"/>
              </a:ext>
            </a:extLst>
          </p:cNvPr>
          <p:cNvSpPr/>
          <p:nvPr>
            <p:custDataLst>
              <p:tags r:id="rId17"/>
            </p:custDataLst>
          </p:nvPr>
        </p:nvSpPr>
        <p:spPr bwMode="auto">
          <a:xfrm>
            <a:off x="7345593" y="4657851"/>
            <a:ext cx="2098998"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Ph3 in GA</a:t>
            </a:r>
          </a:p>
        </p:txBody>
      </p:sp>
      <p:sp>
        <p:nvSpPr>
          <p:cNvPr id="271" name="Rectangle 55">
            <a:extLst>
              <a:ext uri="{FF2B5EF4-FFF2-40B4-BE49-F238E27FC236}">
                <a16:creationId xmlns:a16="http://schemas.microsoft.com/office/drawing/2014/main" id="{710878B6-CA3A-A83E-6BC5-4086C44C1C6E}"/>
              </a:ext>
            </a:extLst>
          </p:cNvPr>
          <p:cNvSpPr/>
          <p:nvPr/>
        </p:nvSpPr>
        <p:spPr>
          <a:xfrm>
            <a:off x="9251842" y="4948508"/>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78" name="Star: 4 Points 143">
            <a:extLst>
              <a:ext uri="{FF2B5EF4-FFF2-40B4-BE49-F238E27FC236}">
                <a16:creationId xmlns:a16="http://schemas.microsoft.com/office/drawing/2014/main" id="{3AEB12E8-CDB3-B3F7-937D-002BA8E40BE7}"/>
              </a:ext>
            </a:extLst>
          </p:cNvPr>
          <p:cNvSpPr/>
          <p:nvPr/>
        </p:nvSpPr>
        <p:spPr bwMode="auto">
          <a:xfrm>
            <a:off x="9358342" y="485053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80" name="五角星 55">
            <a:extLst>
              <a:ext uri="{FF2B5EF4-FFF2-40B4-BE49-F238E27FC236}">
                <a16:creationId xmlns:a16="http://schemas.microsoft.com/office/drawing/2014/main" id="{79E6CF09-6BE4-B7C4-683B-C0E2DFF44F42}"/>
              </a:ext>
            </a:extLst>
          </p:cNvPr>
          <p:cNvSpPr>
            <a:spLocks/>
          </p:cNvSpPr>
          <p:nvPr/>
        </p:nvSpPr>
        <p:spPr bwMode="auto">
          <a:xfrm>
            <a:off x="11186679" y="4884628"/>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281" name="OTLSHAPE_T_e17f3958430f4cff8650518c93c7635e_StartDate">
            <a:extLst>
              <a:ext uri="{FF2B5EF4-FFF2-40B4-BE49-F238E27FC236}">
                <a16:creationId xmlns:a16="http://schemas.microsoft.com/office/drawing/2014/main" id="{05A411DD-BC80-4B2C-7676-223C7CF7FC95}"/>
              </a:ext>
            </a:extLst>
          </p:cNvPr>
          <p:cNvSpPr txBox="1"/>
          <p:nvPr>
            <p:custDataLst>
              <p:tags r:id="rId18"/>
            </p:custDataLst>
          </p:nvPr>
        </p:nvSpPr>
        <p:spPr>
          <a:xfrm rot="19699925">
            <a:off x="11012599" y="4444044"/>
            <a:ext cx="911151" cy="123111"/>
          </a:xfrm>
          <a:prstGeom prst="rect">
            <a:avLst/>
          </a:prstGeom>
          <a:noFill/>
        </p:spPr>
        <p:txBody>
          <a:bodyPr vert="horz" wrap="square" lIns="0" tIns="0" rIns="0" bIns="0" rtlCol="0" anchor="ctr" anchorCtr="0">
            <a:spAutoFit/>
          </a:bodyPr>
          <a:lstStyle/>
          <a:p>
            <a:pPr algn="ctr" defTabSz="1219108">
              <a:defRPr/>
            </a:pPr>
            <a:r>
              <a:rPr lang="en-US" altLang="zh-CN" sz="800" b="1" i="1">
                <a:solidFill>
                  <a:schemeClr val="bg1">
                    <a:lumMod val="65000"/>
                  </a:schemeClr>
                </a:solidFill>
                <a:ea typeface="等线" panose="02010600030101010101" pitchFamily="2" charset="-122"/>
                <a:cs typeface="Calibri" panose="020F0502020204030204" pitchFamily="34" charset="0"/>
              </a:rPr>
              <a:t>May 2030</a:t>
            </a:r>
            <a:endParaRPr lang="zh-CN" altLang="en-US" sz="800" b="1" i="1">
              <a:solidFill>
                <a:schemeClr val="bg1">
                  <a:lumMod val="65000"/>
                </a:schemeClr>
              </a:solidFill>
              <a:ea typeface="等线" panose="02010600030101010101" pitchFamily="2" charset="-122"/>
              <a:cs typeface="Calibri" panose="020F0502020204030204" pitchFamily="34" charset="0"/>
            </a:endParaRPr>
          </a:p>
        </p:txBody>
      </p:sp>
      <p:sp>
        <p:nvSpPr>
          <p:cNvPr id="282" name="Rectangle 55">
            <a:extLst>
              <a:ext uri="{FF2B5EF4-FFF2-40B4-BE49-F238E27FC236}">
                <a16:creationId xmlns:a16="http://schemas.microsoft.com/office/drawing/2014/main" id="{B77571AC-BAC0-87BE-F123-D656C6C58A27}"/>
              </a:ext>
            </a:extLst>
          </p:cNvPr>
          <p:cNvSpPr/>
          <p:nvPr/>
        </p:nvSpPr>
        <p:spPr>
          <a:xfrm rot="19614369">
            <a:off x="10942987" y="5035027"/>
            <a:ext cx="643125" cy="188385"/>
          </a:xfrm>
          <a:prstGeom prst="rect">
            <a:avLst/>
          </a:prstGeom>
        </p:spPr>
        <p:txBody>
          <a:bodyPr wrap="none">
            <a:spAutoFit/>
          </a:bodyPr>
          <a:lstStyle/>
          <a:p>
            <a:pPr algn="ctr" defTabSz="1219108">
              <a:lnSpc>
                <a:spcPts val="700"/>
              </a:lnSpc>
              <a:defRPr/>
            </a:pPr>
            <a:r>
              <a:rPr lang="en-US" altLang="zh-CN" sz="800" b="1">
                <a:solidFill>
                  <a:srgbClr val="44546A"/>
                </a:solidFill>
                <a:ea typeface="等线" panose="02010600030101010101" pitchFamily="2" charset="-122"/>
                <a:cs typeface="Calibri" panose="020F0502020204030204" pitchFamily="34" charset="0"/>
              </a:rPr>
              <a:t>NDA sub.</a:t>
            </a:r>
            <a:endParaRPr lang="zh-CN" altLang="en-US" sz="800" b="1">
              <a:solidFill>
                <a:srgbClr val="44546A"/>
              </a:solidFill>
              <a:ea typeface="等线" panose="02010600030101010101" pitchFamily="2" charset="-122"/>
              <a:cs typeface="Calibri" panose="020F0502020204030204" pitchFamily="34" charset="0"/>
            </a:endParaRPr>
          </a:p>
        </p:txBody>
      </p:sp>
      <p:sp>
        <p:nvSpPr>
          <p:cNvPr id="251" name="OTLSHAPE_T_e17f3958430f4cff8650518c93c7635e_Shape">
            <a:extLst>
              <a:ext uri="{FF2B5EF4-FFF2-40B4-BE49-F238E27FC236}">
                <a16:creationId xmlns:a16="http://schemas.microsoft.com/office/drawing/2014/main" id="{8EC27930-95A4-CC5C-46C8-C70E5E5D39ED}"/>
              </a:ext>
            </a:extLst>
          </p:cNvPr>
          <p:cNvSpPr/>
          <p:nvPr>
            <p:custDataLst>
              <p:tags r:id="rId19"/>
            </p:custDataLst>
          </p:nvPr>
        </p:nvSpPr>
        <p:spPr bwMode="auto">
          <a:xfrm>
            <a:off x="1360481" y="2273316"/>
            <a:ext cx="1380186"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00" b="1">
                <a:solidFill>
                  <a:prstClr val="black"/>
                </a:solidFill>
                <a:ea typeface="等线" panose="02010600030101010101" pitchFamily="2" charset="-122"/>
                <a:cs typeface="Calibri" panose="020F0502020204030204" pitchFamily="34" charset="0"/>
              </a:rPr>
              <a:t>VERDANT Ph2b in GA, N=180 (US) </a:t>
            </a:r>
            <a:endParaRPr lang="en-US" altLang="zh-CN" sz="1000" b="1">
              <a:solidFill>
                <a:srgbClr val="000000"/>
              </a:solidFill>
              <a:ea typeface="等线" panose="02010600030101010101" pitchFamily="2" charset="-122"/>
              <a:cs typeface="Calibri" panose="020F0502020204030204" pitchFamily="34" charset="0"/>
            </a:endParaRPr>
          </a:p>
        </p:txBody>
      </p:sp>
      <p:cxnSp>
        <p:nvCxnSpPr>
          <p:cNvPr id="20" name="Connector: Elbow 19">
            <a:extLst>
              <a:ext uri="{FF2B5EF4-FFF2-40B4-BE49-F238E27FC236}">
                <a16:creationId xmlns:a16="http://schemas.microsoft.com/office/drawing/2014/main" id="{8C9A620C-7405-ACE5-9BA2-ABE797218B1F}"/>
              </a:ext>
            </a:extLst>
          </p:cNvPr>
          <p:cNvCxnSpPr>
            <a:cxnSpLocks/>
            <a:stCxn id="28" idx="3"/>
            <a:endCxn id="11" idx="1"/>
          </p:cNvCxnSpPr>
          <p:nvPr/>
        </p:nvCxnSpPr>
        <p:spPr bwMode="gray">
          <a:xfrm>
            <a:off x="6220228" y="3391364"/>
            <a:ext cx="1125365" cy="13763"/>
          </a:xfrm>
          <a:prstGeom prst="straightConnector1">
            <a:avLst/>
          </a:prstGeom>
          <a:ln w="6350">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8" name="Rectangle 55">
            <a:extLst>
              <a:ext uri="{FF2B5EF4-FFF2-40B4-BE49-F238E27FC236}">
                <a16:creationId xmlns:a16="http://schemas.microsoft.com/office/drawing/2014/main" id="{D298D469-E4A0-0722-2DDF-D80B1E55A160}"/>
              </a:ext>
            </a:extLst>
          </p:cNvPr>
          <p:cNvSpPr/>
          <p:nvPr/>
        </p:nvSpPr>
        <p:spPr>
          <a:xfrm>
            <a:off x="5589953" y="3160531"/>
            <a:ext cx="630275" cy="461665"/>
          </a:xfrm>
          <a:prstGeom prst="rect">
            <a:avLst/>
          </a:prstGeom>
          <a:solidFill>
            <a:schemeClr val="tx2"/>
          </a:solidFill>
          <a:ln>
            <a:solidFill>
              <a:schemeClr val="accent2"/>
            </a:solidFill>
          </a:ln>
        </p:spPr>
        <p:txBody>
          <a:bodyPr wrap="square">
            <a:spAutoFit/>
          </a:bodyPr>
          <a:lstStyle/>
          <a:p>
            <a:pPr algn="ctr" defTabSz="1219108">
              <a:defRPr/>
            </a:pPr>
            <a:r>
              <a:rPr lang="en-US" altLang="zh-CN" sz="1200" b="1" i="1">
                <a:solidFill>
                  <a:srgbClr val="44546A"/>
                </a:solidFill>
                <a:ea typeface="等线" panose="02010600030101010101" pitchFamily="2" charset="-122"/>
                <a:cs typeface="Calibri" panose="020F0502020204030204" pitchFamily="34" charset="0"/>
              </a:rPr>
              <a:t>PoC/</a:t>
            </a:r>
            <a:r>
              <a:rPr lang="en-US" altLang="zh-CN" sz="1200" b="1" i="1" err="1">
                <a:solidFill>
                  <a:srgbClr val="44546A"/>
                </a:solidFill>
                <a:ea typeface="等线" panose="02010600030101010101" pitchFamily="2" charset="-122"/>
                <a:cs typeface="Calibri" panose="020F0502020204030204" pitchFamily="34" charset="0"/>
              </a:rPr>
              <a:t>RoFD</a:t>
            </a:r>
            <a:endParaRPr lang="zh-CN" altLang="en-US" sz="1200" b="1" i="1">
              <a:solidFill>
                <a:srgbClr val="44546A"/>
              </a:solidFill>
              <a:ea typeface="等线" panose="02010600030101010101" pitchFamily="2" charset="-122"/>
              <a:cs typeface="Calibri" panose="020F0502020204030204" pitchFamily="34" charset="0"/>
            </a:endParaRPr>
          </a:p>
        </p:txBody>
      </p:sp>
      <p:sp>
        <p:nvSpPr>
          <p:cNvPr id="310" name="文本框 160">
            <a:extLst>
              <a:ext uri="{FF2B5EF4-FFF2-40B4-BE49-F238E27FC236}">
                <a16:creationId xmlns:a16="http://schemas.microsoft.com/office/drawing/2014/main" id="{79EFBEE8-7077-7835-C37D-53EFB4A34CE9}"/>
              </a:ext>
            </a:extLst>
          </p:cNvPr>
          <p:cNvSpPr txBox="1"/>
          <p:nvPr/>
        </p:nvSpPr>
        <p:spPr>
          <a:xfrm>
            <a:off x="6463425" y="2149978"/>
            <a:ext cx="5176422" cy="556820"/>
          </a:xfrm>
          <a:prstGeom prst="roundRect">
            <a:avLst/>
          </a:prstGeom>
          <a:solidFill>
            <a:schemeClr val="bg1"/>
          </a:solidFill>
          <a:ln>
            <a:solidFill>
              <a:srgbClr val="076D7E"/>
            </a:solidFill>
            <a:prstDash val="lgDash"/>
          </a:ln>
        </p:spPr>
        <p:txBody>
          <a:bodyPr wrap="square" lIns="0" tIns="45720" rIns="0" bIns="45720" rtlCol="0" anchor="ctr">
            <a:spAutoFit/>
          </a:bodyPr>
          <a:lstStyle/>
          <a:p>
            <a:pPr defTabSz="1219170">
              <a:lnSpc>
                <a:spcPts val="1500"/>
              </a:lnSpc>
              <a:spcAft>
                <a:spcPts val="267"/>
              </a:spcAft>
              <a:defRPr/>
            </a:pPr>
            <a:r>
              <a:rPr lang="en-US" altLang="zh-CN" sz="1000" b="1" i="1">
                <a:solidFill>
                  <a:srgbClr val="002060"/>
                </a:solidFill>
                <a:cs typeface="Calibri"/>
              </a:rPr>
              <a:t>Global Update:</a:t>
            </a:r>
          </a:p>
          <a:p>
            <a:pPr marL="95885" indent="-95885" defTabSz="1219170">
              <a:lnSpc>
                <a:spcPts val="1500"/>
              </a:lnSpc>
              <a:spcAft>
                <a:spcPts val="267"/>
              </a:spcAft>
              <a:buFont typeface="Arial" panose="020B0604020202020204" pitchFamily="34" charset="0"/>
              <a:buChar char="•"/>
              <a:defRPr/>
            </a:pPr>
            <a:r>
              <a:rPr lang="en-US" altLang="zh-CN" sz="1000" i="1">
                <a:solidFill>
                  <a:srgbClr val="002060"/>
                </a:solidFill>
                <a:cs typeface="Calibri"/>
              </a:rPr>
              <a:t>aC3 light GBP reviewed by focused country</a:t>
            </a:r>
          </a:p>
        </p:txBody>
      </p:sp>
    </p:spTree>
    <p:extLst>
      <p:ext uri="{BB962C8B-B14F-4D97-AF65-F5344CB8AC3E}">
        <p14:creationId xmlns:p14="http://schemas.microsoft.com/office/powerpoint/2010/main" val="36243271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58087E8-89E6-5675-0624-9B985C759CBF}"/>
              </a:ext>
            </a:extLst>
          </p:cNvPr>
          <p:cNvSpPr>
            <a:spLocks noGrp="1"/>
          </p:cNvSpPr>
          <p:nvPr>
            <p:ph type="ftr" sz="quarter" idx="19"/>
          </p:nvPr>
        </p:nvSpPr>
        <p:spPr bwMode="gray">
          <a:xfrm>
            <a:off x="6312024" y="6246836"/>
            <a:ext cx="5040560" cy="288000"/>
          </a:xfrm>
          <a:prstGeom prst="rect">
            <a:avLst/>
          </a:prstGeom>
        </p:spPr>
        <p:txBody>
          <a:bodyPr vert="horz" lIns="0" tIns="0" rIns="0" bIns="0" rtlCol="0" anchor="b">
            <a:noAutofit/>
          </a:bodyPr>
          <a:lstStyle>
            <a:defPPr>
              <a:defRPr lang="zh-CN"/>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300"/>
              </a:spcAft>
              <a:buClrTx/>
              <a:buSzTx/>
              <a:buFontTx/>
              <a:buNone/>
              <a:tabLst/>
              <a:defRPr/>
            </a:pPr>
            <a:r>
              <a:rPr lang="en-US" altLang="zh-CN"/>
              <a:t>Presentation title    |    ONLY FOR INTERNAL USE</a:t>
            </a:r>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5" name="Slide Number Placeholder 4">
            <a:extLst>
              <a:ext uri="{FF2B5EF4-FFF2-40B4-BE49-F238E27FC236}">
                <a16:creationId xmlns:a16="http://schemas.microsoft.com/office/drawing/2014/main" id="{F6FA9CCB-3398-F6CF-657E-D2493DD3D567}"/>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1" name="Title 1">
            <a:extLst>
              <a:ext uri="{FF2B5EF4-FFF2-40B4-BE49-F238E27FC236}">
                <a16:creationId xmlns:a16="http://schemas.microsoft.com/office/drawing/2014/main" id="{2DCDACF8-CCBD-8FDF-14E4-389FDEFB9C4C}"/>
              </a:ext>
            </a:extLst>
          </p:cNvPr>
          <p:cNvSpPr txBox="1">
            <a:spLocks/>
          </p:cNvSpPr>
          <p:nvPr/>
        </p:nvSpPr>
        <p:spPr>
          <a:xfrm>
            <a:off x="311602" y="386950"/>
            <a:ext cx="9175625" cy="436010"/>
          </a:xfrm>
          <a:prstGeom prst="rect">
            <a:avLst/>
          </a:prstGeom>
        </p:spPr>
        <p:txBody>
          <a:bodyPr/>
          <a:lstStyle>
            <a:lvl1pPr algn="l" defTabSz="914400" rtl="0" eaLnBrk="1" latinLnBrk="0" hangingPunct="1">
              <a:lnSpc>
                <a:spcPct val="90000"/>
              </a:lnSpc>
              <a:spcBef>
                <a:spcPct val="0"/>
              </a:spcBef>
              <a:buNone/>
              <a:defRPr kumimoji="1" sz="2400" b="1" kern="1200">
                <a:solidFill>
                  <a:schemeClr val="tx1"/>
                </a:solidFill>
                <a:latin typeface="+mj-ea"/>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ltLang="ja-JP" sz="2000">
                <a:solidFill>
                  <a:srgbClr val="3F3F3F"/>
                </a:solidFill>
                <a:latin typeface="Segoe UI"/>
                <a:ea typeface="Meiryo UI"/>
              </a:rPr>
              <a:t>Status for </a:t>
            </a:r>
            <a:r>
              <a:rPr kumimoji="1" lang="en-US" altLang="ja-JP" sz="2000" b="1" i="0" u="none" strike="noStrike" kern="1200" cap="none" spc="0" normalizeH="0" baseline="0" noProof="0">
                <a:ln>
                  <a:noFill/>
                </a:ln>
                <a:solidFill>
                  <a:srgbClr val="3F3F3F"/>
                </a:solidFill>
                <a:effectLst/>
                <a:uLnTx/>
                <a:uFillTx/>
                <a:latin typeface="Segoe UI"/>
                <a:ea typeface="Meiryo UI"/>
                <a:cs typeface="+mj-cs"/>
              </a:rPr>
              <a:t>CDE Meeting</a:t>
            </a:r>
            <a:endParaRPr kumimoji="1" lang="ja-JP" altLang="en-US" sz="2000" b="1" i="0" u="none" strike="noStrike" kern="1200" cap="none" spc="0" normalizeH="0" baseline="0" noProof="0">
              <a:ln>
                <a:noFill/>
              </a:ln>
              <a:solidFill>
                <a:srgbClr val="3F3F3F"/>
              </a:solidFill>
              <a:effectLst/>
              <a:uLnTx/>
              <a:uFillTx/>
              <a:latin typeface="Segoe UI"/>
              <a:ea typeface="Meiryo UI"/>
              <a:cs typeface="+mj-cs"/>
            </a:endParaRPr>
          </a:p>
        </p:txBody>
      </p:sp>
      <p:graphicFrame>
        <p:nvGraphicFramePr>
          <p:cNvPr id="12" name="Table 5">
            <a:extLst>
              <a:ext uri="{FF2B5EF4-FFF2-40B4-BE49-F238E27FC236}">
                <a16:creationId xmlns:a16="http://schemas.microsoft.com/office/drawing/2014/main" id="{51763346-C926-9EE7-037D-4064326A8D89}"/>
              </a:ext>
            </a:extLst>
          </p:cNvPr>
          <p:cNvGraphicFramePr>
            <a:graphicFrameLocks noGrp="1"/>
          </p:cNvGraphicFramePr>
          <p:nvPr/>
        </p:nvGraphicFramePr>
        <p:xfrm>
          <a:off x="247880" y="860362"/>
          <a:ext cx="11370871" cy="3513946"/>
        </p:xfrm>
        <a:graphic>
          <a:graphicData uri="http://schemas.openxmlformats.org/drawingml/2006/table">
            <a:tbl>
              <a:tblPr firstRow="1" bandRow="1"/>
              <a:tblGrid>
                <a:gridCol w="2897992">
                  <a:extLst>
                    <a:ext uri="{9D8B030D-6E8A-4147-A177-3AD203B41FA5}">
                      <a16:colId xmlns:a16="http://schemas.microsoft.com/office/drawing/2014/main" val="4083685647"/>
                    </a:ext>
                  </a:extLst>
                </a:gridCol>
                <a:gridCol w="8472879">
                  <a:extLst>
                    <a:ext uri="{9D8B030D-6E8A-4147-A177-3AD203B41FA5}">
                      <a16:colId xmlns:a16="http://schemas.microsoft.com/office/drawing/2014/main" val="892224939"/>
                    </a:ext>
                  </a:extLst>
                </a:gridCol>
              </a:tblGrid>
              <a:tr h="315838">
                <a:tc>
                  <a:txBody>
                    <a:bodyPr/>
                    <a:lstStyle>
                      <a:lvl1pPr marL="0" algn="l" defTabSz="914400" rtl="0" eaLnBrk="1" latinLnBrk="0" hangingPunct="1">
                        <a:defRPr kumimoji="1" sz="1800" b="1" kern="1200">
                          <a:solidFill>
                            <a:schemeClr val="lt1"/>
                          </a:solidFill>
                          <a:latin typeface="Segoe UI"/>
                          <a:ea typeface="Meiryo UI"/>
                        </a:defRPr>
                      </a:lvl1pPr>
                      <a:lvl2pPr marL="457200" algn="l" defTabSz="914400" rtl="0" eaLnBrk="1" latinLnBrk="0" hangingPunct="1">
                        <a:defRPr kumimoji="1" sz="1800" b="1" kern="1200">
                          <a:solidFill>
                            <a:schemeClr val="lt1"/>
                          </a:solidFill>
                          <a:latin typeface="Segoe UI"/>
                          <a:ea typeface="Meiryo UI"/>
                        </a:defRPr>
                      </a:lvl2pPr>
                      <a:lvl3pPr marL="914400" algn="l" defTabSz="914400" rtl="0" eaLnBrk="1" latinLnBrk="0" hangingPunct="1">
                        <a:defRPr kumimoji="1" sz="1800" b="1" kern="1200">
                          <a:solidFill>
                            <a:schemeClr val="lt1"/>
                          </a:solidFill>
                          <a:latin typeface="Segoe UI"/>
                          <a:ea typeface="Meiryo UI"/>
                        </a:defRPr>
                      </a:lvl3pPr>
                      <a:lvl4pPr marL="1371600" algn="l" defTabSz="914400" rtl="0" eaLnBrk="1" latinLnBrk="0" hangingPunct="1">
                        <a:defRPr kumimoji="1" sz="1800" b="1" kern="1200">
                          <a:solidFill>
                            <a:schemeClr val="lt1"/>
                          </a:solidFill>
                          <a:latin typeface="Segoe UI"/>
                          <a:ea typeface="Meiryo UI"/>
                        </a:defRPr>
                      </a:lvl4pPr>
                      <a:lvl5pPr marL="1828800" algn="l" defTabSz="914400" rtl="0" eaLnBrk="1" latinLnBrk="0" hangingPunct="1">
                        <a:defRPr kumimoji="1" sz="1800" b="1" kern="1200">
                          <a:solidFill>
                            <a:schemeClr val="lt1"/>
                          </a:solidFill>
                          <a:latin typeface="Segoe UI"/>
                          <a:ea typeface="Meiryo UI"/>
                        </a:defRPr>
                      </a:lvl5pPr>
                      <a:lvl6pPr marL="2286000" algn="l" defTabSz="914400" rtl="0" eaLnBrk="1" latinLnBrk="0" hangingPunct="1">
                        <a:defRPr kumimoji="1" sz="1800" b="1" kern="1200">
                          <a:solidFill>
                            <a:schemeClr val="lt1"/>
                          </a:solidFill>
                          <a:latin typeface="Segoe UI"/>
                          <a:ea typeface="Meiryo UI"/>
                        </a:defRPr>
                      </a:lvl6pPr>
                      <a:lvl7pPr marL="2743200" algn="l" defTabSz="914400" rtl="0" eaLnBrk="1" latinLnBrk="0" hangingPunct="1">
                        <a:defRPr kumimoji="1" sz="1800" b="1" kern="1200">
                          <a:solidFill>
                            <a:schemeClr val="lt1"/>
                          </a:solidFill>
                          <a:latin typeface="Segoe UI"/>
                          <a:ea typeface="Meiryo UI"/>
                        </a:defRPr>
                      </a:lvl7pPr>
                      <a:lvl8pPr marL="3200400" algn="l" defTabSz="914400" rtl="0" eaLnBrk="1" latinLnBrk="0" hangingPunct="1">
                        <a:defRPr kumimoji="1" sz="1800" b="1" kern="1200">
                          <a:solidFill>
                            <a:schemeClr val="lt1"/>
                          </a:solidFill>
                          <a:latin typeface="Segoe UI"/>
                          <a:ea typeface="Meiryo UI"/>
                        </a:defRPr>
                      </a:lvl8pPr>
                      <a:lvl9pPr marL="3657600" algn="l" defTabSz="914400" rtl="0" eaLnBrk="1" latinLnBrk="0" hangingPunct="1">
                        <a:defRPr kumimoji="1" sz="1800" b="1" kern="1200">
                          <a:solidFill>
                            <a:schemeClr val="lt1"/>
                          </a:solidFill>
                          <a:latin typeface="Segoe UI"/>
                          <a:ea typeface="Meiryo UI"/>
                        </a:defRPr>
                      </a:lvl9pPr>
                    </a:lstStyle>
                    <a:p>
                      <a:r>
                        <a:rPr kumimoji="1" lang="en-US" altLang="ja-JP" sz="1400">
                          <a:solidFill>
                            <a:schemeClr val="tx1"/>
                          </a:solidFill>
                          <a:latin typeface="+mn-lt"/>
                          <a:ea typeface="+mn-ea"/>
                        </a:rPr>
                        <a:t>CDE Meeting Types</a:t>
                      </a:r>
                      <a:endParaRPr kumimoji="1" lang="ja-JP" altLang="en-US" sz="1400">
                        <a:solidFill>
                          <a:schemeClr val="tx1"/>
                        </a:solidFill>
                        <a:latin typeface="+mn-lt"/>
                        <a:ea typeface="+mn-ea"/>
                      </a:endParaRPr>
                    </a:p>
                  </a:txBody>
                  <a:tcPr>
                    <a:lnL w="12700" cap="flat" cmpd="sng" algn="ctr">
                      <a:solidFill>
                        <a:srgbClr val="3F3F3F"/>
                      </a:solidFill>
                      <a:prstDash val="solid"/>
                      <a:round/>
                      <a:headEnd type="none" w="med" len="med"/>
                      <a:tailEnd type="none" w="med" len="med"/>
                    </a:lnL>
                    <a:lnR w="12700" cap="flat" cmpd="sng" algn="ctr">
                      <a:solidFill>
                        <a:srgbClr val="3F3F3F"/>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kumimoji="1" sz="1800" b="1" kern="1200">
                          <a:solidFill>
                            <a:schemeClr val="lt1"/>
                          </a:solidFill>
                          <a:latin typeface="Segoe UI"/>
                          <a:ea typeface="Meiryo UI"/>
                        </a:defRPr>
                      </a:lvl1pPr>
                      <a:lvl2pPr marL="457200" algn="l" defTabSz="914400" rtl="0" eaLnBrk="1" latinLnBrk="0" hangingPunct="1">
                        <a:defRPr kumimoji="1" sz="1800" b="1" kern="1200">
                          <a:solidFill>
                            <a:schemeClr val="lt1"/>
                          </a:solidFill>
                          <a:latin typeface="Segoe UI"/>
                          <a:ea typeface="Meiryo UI"/>
                        </a:defRPr>
                      </a:lvl2pPr>
                      <a:lvl3pPr marL="914400" algn="l" defTabSz="914400" rtl="0" eaLnBrk="1" latinLnBrk="0" hangingPunct="1">
                        <a:defRPr kumimoji="1" sz="1800" b="1" kern="1200">
                          <a:solidFill>
                            <a:schemeClr val="lt1"/>
                          </a:solidFill>
                          <a:latin typeface="Segoe UI"/>
                          <a:ea typeface="Meiryo UI"/>
                        </a:defRPr>
                      </a:lvl3pPr>
                      <a:lvl4pPr marL="1371600" algn="l" defTabSz="914400" rtl="0" eaLnBrk="1" latinLnBrk="0" hangingPunct="1">
                        <a:defRPr kumimoji="1" sz="1800" b="1" kern="1200">
                          <a:solidFill>
                            <a:schemeClr val="lt1"/>
                          </a:solidFill>
                          <a:latin typeface="Segoe UI"/>
                          <a:ea typeface="Meiryo UI"/>
                        </a:defRPr>
                      </a:lvl4pPr>
                      <a:lvl5pPr marL="1828800" algn="l" defTabSz="914400" rtl="0" eaLnBrk="1" latinLnBrk="0" hangingPunct="1">
                        <a:defRPr kumimoji="1" sz="1800" b="1" kern="1200">
                          <a:solidFill>
                            <a:schemeClr val="lt1"/>
                          </a:solidFill>
                          <a:latin typeface="Segoe UI"/>
                          <a:ea typeface="Meiryo UI"/>
                        </a:defRPr>
                      </a:lvl5pPr>
                      <a:lvl6pPr marL="2286000" algn="l" defTabSz="914400" rtl="0" eaLnBrk="1" latinLnBrk="0" hangingPunct="1">
                        <a:defRPr kumimoji="1" sz="1800" b="1" kern="1200">
                          <a:solidFill>
                            <a:schemeClr val="lt1"/>
                          </a:solidFill>
                          <a:latin typeface="Segoe UI"/>
                          <a:ea typeface="Meiryo UI"/>
                        </a:defRPr>
                      </a:lvl6pPr>
                      <a:lvl7pPr marL="2743200" algn="l" defTabSz="914400" rtl="0" eaLnBrk="1" latinLnBrk="0" hangingPunct="1">
                        <a:defRPr kumimoji="1" sz="1800" b="1" kern="1200">
                          <a:solidFill>
                            <a:schemeClr val="lt1"/>
                          </a:solidFill>
                          <a:latin typeface="Segoe UI"/>
                          <a:ea typeface="Meiryo UI"/>
                        </a:defRPr>
                      </a:lvl7pPr>
                      <a:lvl8pPr marL="3200400" algn="l" defTabSz="914400" rtl="0" eaLnBrk="1" latinLnBrk="0" hangingPunct="1">
                        <a:defRPr kumimoji="1" sz="1800" b="1" kern="1200">
                          <a:solidFill>
                            <a:schemeClr val="lt1"/>
                          </a:solidFill>
                          <a:latin typeface="Segoe UI"/>
                          <a:ea typeface="Meiryo UI"/>
                        </a:defRPr>
                      </a:lvl8pPr>
                      <a:lvl9pPr marL="3657600" algn="l" defTabSz="914400" rtl="0" eaLnBrk="1" latinLnBrk="0" hangingPunct="1">
                        <a:defRPr kumimoji="1" sz="1800" b="1" kern="1200">
                          <a:solidFill>
                            <a:schemeClr val="lt1"/>
                          </a:solidFill>
                          <a:latin typeface="Segoe UI"/>
                          <a:ea typeface="Meiryo UI"/>
                        </a:defRPr>
                      </a:lvl9pPr>
                    </a:lstStyle>
                    <a:p>
                      <a:r>
                        <a:rPr kumimoji="1" lang="en-US" altLang="ja-JP" sz="1400">
                          <a:solidFill>
                            <a:schemeClr val="tx1"/>
                          </a:solidFill>
                          <a:latin typeface="+mn-lt"/>
                          <a:ea typeface="+mn-ea"/>
                        </a:rPr>
                        <a:t>Scope</a:t>
                      </a:r>
                    </a:p>
                  </a:txBody>
                  <a:tcPr>
                    <a:lnL w="12700" cap="flat" cmpd="sng" algn="ctr">
                      <a:solidFill>
                        <a:srgbClr val="3F3F3F"/>
                      </a:solidFill>
                      <a:prstDash val="solid"/>
                      <a:round/>
                      <a:headEnd type="none" w="med" len="med"/>
                      <a:tailEnd type="none" w="med" len="med"/>
                    </a:lnL>
                    <a:lnR w="12700" cap="flat" cmpd="sng" algn="ctr">
                      <a:solidFill>
                        <a:srgbClr val="3F3F3F"/>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246983300"/>
                  </a:ext>
                </a:extLst>
              </a:tr>
              <a:tr h="1847546">
                <a:tc>
                  <a:txBody>
                    <a:bodyPr/>
                    <a:lstStyle>
                      <a:lvl1pPr marL="0" algn="l" defTabSz="914400" rtl="0" eaLnBrk="1" latinLnBrk="0" hangingPunct="1">
                        <a:defRPr kumimoji="1" sz="1800" kern="1200">
                          <a:solidFill>
                            <a:schemeClr val="dk1"/>
                          </a:solidFill>
                          <a:latin typeface="Segoe UI"/>
                          <a:ea typeface="Meiryo UI"/>
                        </a:defRPr>
                      </a:lvl1pPr>
                      <a:lvl2pPr marL="457200" algn="l" defTabSz="914400" rtl="0" eaLnBrk="1" latinLnBrk="0" hangingPunct="1">
                        <a:defRPr kumimoji="1" sz="1800" kern="1200">
                          <a:solidFill>
                            <a:schemeClr val="dk1"/>
                          </a:solidFill>
                          <a:latin typeface="Segoe UI"/>
                          <a:ea typeface="Meiryo UI"/>
                        </a:defRPr>
                      </a:lvl2pPr>
                      <a:lvl3pPr marL="914400" algn="l" defTabSz="914400" rtl="0" eaLnBrk="1" latinLnBrk="0" hangingPunct="1">
                        <a:defRPr kumimoji="1" sz="1800" kern="1200">
                          <a:solidFill>
                            <a:schemeClr val="dk1"/>
                          </a:solidFill>
                          <a:latin typeface="Segoe UI"/>
                          <a:ea typeface="Meiryo UI"/>
                        </a:defRPr>
                      </a:lvl3pPr>
                      <a:lvl4pPr marL="1371600" algn="l" defTabSz="914400" rtl="0" eaLnBrk="1" latinLnBrk="0" hangingPunct="1">
                        <a:defRPr kumimoji="1" sz="1800" kern="1200">
                          <a:solidFill>
                            <a:schemeClr val="dk1"/>
                          </a:solidFill>
                          <a:latin typeface="Segoe UI"/>
                          <a:ea typeface="Meiryo UI"/>
                        </a:defRPr>
                      </a:lvl4pPr>
                      <a:lvl5pPr marL="1828800" algn="l" defTabSz="914400" rtl="0" eaLnBrk="1" latinLnBrk="0" hangingPunct="1">
                        <a:defRPr kumimoji="1" sz="1800" kern="1200">
                          <a:solidFill>
                            <a:schemeClr val="dk1"/>
                          </a:solidFill>
                          <a:latin typeface="Segoe UI"/>
                          <a:ea typeface="Meiryo UI"/>
                        </a:defRPr>
                      </a:lvl5pPr>
                      <a:lvl6pPr marL="2286000" algn="l" defTabSz="914400" rtl="0" eaLnBrk="1" latinLnBrk="0" hangingPunct="1">
                        <a:defRPr kumimoji="1" sz="1800" kern="1200">
                          <a:solidFill>
                            <a:schemeClr val="dk1"/>
                          </a:solidFill>
                          <a:latin typeface="Segoe UI"/>
                          <a:ea typeface="Meiryo UI"/>
                        </a:defRPr>
                      </a:lvl6pPr>
                      <a:lvl7pPr marL="2743200" algn="l" defTabSz="914400" rtl="0" eaLnBrk="1" latinLnBrk="0" hangingPunct="1">
                        <a:defRPr kumimoji="1" sz="1800" kern="1200">
                          <a:solidFill>
                            <a:schemeClr val="dk1"/>
                          </a:solidFill>
                          <a:latin typeface="Segoe UI"/>
                          <a:ea typeface="Meiryo UI"/>
                        </a:defRPr>
                      </a:lvl7pPr>
                      <a:lvl8pPr marL="3200400" algn="l" defTabSz="914400" rtl="0" eaLnBrk="1" latinLnBrk="0" hangingPunct="1">
                        <a:defRPr kumimoji="1" sz="1800" kern="1200">
                          <a:solidFill>
                            <a:schemeClr val="dk1"/>
                          </a:solidFill>
                          <a:latin typeface="Segoe UI"/>
                          <a:ea typeface="Meiryo UI"/>
                        </a:defRPr>
                      </a:lvl8pPr>
                      <a:lvl9pPr marL="3657600" algn="l" defTabSz="914400" rtl="0" eaLnBrk="1" latinLnBrk="0" hangingPunct="1">
                        <a:defRPr kumimoji="1" sz="1800" kern="1200">
                          <a:solidFill>
                            <a:schemeClr val="dk1"/>
                          </a:solidFill>
                          <a:latin typeface="Segoe UI"/>
                          <a:ea typeface="Meiryo UI"/>
                        </a:defRPr>
                      </a:lvl9pPr>
                    </a:lstStyle>
                    <a:p>
                      <a:r>
                        <a:rPr kumimoji="1" lang="en-US" altLang="ja-JP" sz="1400">
                          <a:latin typeface="+mn-lt"/>
                          <a:ea typeface="+mn-ea"/>
                        </a:rPr>
                        <a:t>Type I Meeting</a:t>
                      </a:r>
                    </a:p>
                    <a:p>
                      <a:r>
                        <a:rPr kumimoji="1" lang="en-US" altLang="ja-JP" sz="1400">
                          <a:latin typeface="+mn-lt"/>
                          <a:ea typeface="+mn-ea"/>
                        </a:rPr>
                        <a:t>Type II Meeting</a:t>
                      </a:r>
                      <a:endParaRPr kumimoji="1" lang="ja-JP" altLang="en-US" sz="1400">
                        <a:latin typeface="+mn-lt"/>
                        <a:ea typeface="+mn-ea"/>
                      </a:endParaRPr>
                    </a:p>
                  </a:txBody>
                  <a:tcPr>
                    <a:lnL w="12700" cap="flat" cmpd="sng" algn="ctr">
                      <a:solidFill>
                        <a:srgbClr val="3F3F3F"/>
                      </a:solidFill>
                      <a:prstDash val="solid"/>
                      <a:round/>
                      <a:headEnd type="none" w="med" len="med"/>
                      <a:tailEnd type="none" w="med" len="med"/>
                    </a:lnL>
                    <a:lnR w="12700" cap="flat" cmpd="sng" algn="ctr">
                      <a:solidFill>
                        <a:srgbClr val="3F3F3F"/>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kumimoji="1" sz="1800" kern="1200">
                          <a:solidFill>
                            <a:schemeClr val="dk1"/>
                          </a:solidFill>
                          <a:latin typeface="Segoe UI"/>
                          <a:ea typeface="Meiryo UI"/>
                        </a:defRPr>
                      </a:lvl1pPr>
                      <a:lvl2pPr marL="457200" algn="l" defTabSz="914400" rtl="0" eaLnBrk="1" latinLnBrk="0" hangingPunct="1">
                        <a:defRPr kumimoji="1" sz="1800" kern="1200">
                          <a:solidFill>
                            <a:schemeClr val="dk1"/>
                          </a:solidFill>
                          <a:latin typeface="Segoe UI"/>
                          <a:ea typeface="Meiryo UI"/>
                        </a:defRPr>
                      </a:lvl2pPr>
                      <a:lvl3pPr marL="914400" algn="l" defTabSz="914400" rtl="0" eaLnBrk="1" latinLnBrk="0" hangingPunct="1">
                        <a:defRPr kumimoji="1" sz="1800" kern="1200">
                          <a:solidFill>
                            <a:schemeClr val="dk1"/>
                          </a:solidFill>
                          <a:latin typeface="Segoe UI"/>
                          <a:ea typeface="Meiryo UI"/>
                        </a:defRPr>
                      </a:lvl3pPr>
                      <a:lvl4pPr marL="1371600" algn="l" defTabSz="914400" rtl="0" eaLnBrk="1" latinLnBrk="0" hangingPunct="1">
                        <a:defRPr kumimoji="1" sz="1800" kern="1200">
                          <a:solidFill>
                            <a:schemeClr val="dk1"/>
                          </a:solidFill>
                          <a:latin typeface="Segoe UI"/>
                          <a:ea typeface="Meiryo UI"/>
                        </a:defRPr>
                      </a:lvl4pPr>
                      <a:lvl5pPr marL="1828800" algn="l" defTabSz="914400" rtl="0" eaLnBrk="1" latinLnBrk="0" hangingPunct="1">
                        <a:defRPr kumimoji="1" sz="1800" kern="1200">
                          <a:solidFill>
                            <a:schemeClr val="dk1"/>
                          </a:solidFill>
                          <a:latin typeface="Segoe UI"/>
                          <a:ea typeface="Meiryo UI"/>
                        </a:defRPr>
                      </a:lvl5pPr>
                      <a:lvl6pPr marL="2286000" algn="l" defTabSz="914400" rtl="0" eaLnBrk="1" latinLnBrk="0" hangingPunct="1">
                        <a:defRPr kumimoji="1" sz="1800" kern="1200">
                          <a:solidFill>
                            <a:schemeClr val="dk1"/>
                          </a:solidFill>
                          <a:latin typeface="Segoe UI"/>
                          <a:ea typeface="Meiryo UI"/>
                        </a:defRPr>
                      </a:lvl6pPr>
                      <a:lvl7pPr marL="2743200" algn="l" defTabSz="914400" rtl="0" eaLnBrk="1" latinLnBrk="0" hangingPunct="1">
                        <a:defRPr kumimoji="1" sz="1800" kern="1200">
                          <a:solidFill>
                            <a:schemeClr val="dk1"/>
                          </a:solidFill>
                          <a:latin typeface="Segoe UI"/>
                          <a:ea typeface="Meiryo UI"/>
                        </a:defRPr>
                      </a:lvl7pPr>
                      <a:lvl8pPr marL="3200400" algn="l" defTabSz="914400" rtl="0" eaLnBrk="1" latinLnBrk="0" hangingPunct="1">
                        <a:defRPr kumimoji="1" sz="1800" kern="1200">
                          <a:solidFill>
                            <a:schemeClr val="dk1"/>
                          </a:solidFill>
                          <a:latin typeface="Segoe UI"/>
                          <a:ea typeface="Meiryo UI"/>
                        </a:defRPr>
                      </a:lvl8pPr>
                      <a:lvl9pPr marL="3657600" algn="l" defTabSz="914400" rtl="0" eaLnBrk="1" latinLnBrk="0" hangingPunct="1">
                        <a:defRPr kumimoji="1" sz="1800" kern="1200">
                          <a:solidFill>
                            <a:schemeClr val="dk1"/>
                          </a:solidFill>
                          <a:latin typeface="Segoe UI"/>
                          <a:ea typeface="Meiryo UI"/>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1400" kern="1200">
                          <a:solidFill>
                            <a:schemeClr val="dk1"/>
                          </a:solidFill>
                          <a:latin typeface="+mn-lt"/>
                          <a:ea typeface="+mn-ea"/>
                          <a:cs typeface="+mn-cs"/>
                        </a:rPr>
                        <a:t>Type I: address the major safety issues encountered during the clinical trials of drugs, and the major technical issues in the R&amp;D process of the breakthrough therapeutic drugs or held in other prescribed situations.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1400" kern="1200">
                          <a:solidFill>
                            <a:schemeClr val="dk1"/>
                          </a:solidFill>
                          <a:latin typeface="+mn-lt"/>
                          <a:ea typeface="+mn-ea"/>
                          <a:cs typeface="+mn-cs"/>
                        </a:rPr>
                        <a:t>Type II: held at the key stages of drug R&amp;D process, including pre-IND meeting, EOP2/Phase III pre-clinical trial meeting, pre-NDA meeting and risk assessment and control meeting.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400" kern="1200">
                          <a:solidFill>
                            <a:schemeClr val="dk1"/>
                          </a:solidFill>
                          <a:latin typeface="+mn-lt"/>
                          <a:ea typeface="+mn-ea"/>
                          <a:cs typeface="+mn-cs"/>
                        </a:rPr>
                        <a:t>Meetings to obtain CDE official opinions with minutes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400" kern="1200">
                          <a:solidFill>
                            <a:schemeClr val="dk1"/>
                          </a:solidFill>
                          <a:latin typeface="+mn-lt"/>
                          <a:ea typeface="+mn-ea"/>
                          <a:cs typeface="+mn-cs"/>
                        </a:rPr>
                        <a:t>Data fully reviewed</a:t>
                      </a:r>
                    </a:p>
                  </a:txBody>
                  <a:tcPr>
                    <a:lnL w="12700" cap="flat" cmpd="sng" algn="ctr">
                      <a:solidFill>
                        <a:srgbClr val="3F3F3F"/>
                      </a:solidFill>
                      <a:prstDash val="solid"/>
                      <a:round/>
                      <a:headEnd type="none" w="med" len="med"/>
                      <a:tailEnd type="none" w="med" len="med"/>
                    </a:lnL>
                    <a:lnR w="12700" cap="flat" cmpd="sng" algn="ctr">
                      <a:solidFill>
                        <a:srgbClr val="3F3F3F"/>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360495"/>
                  </a:ext>
                </a:extLst>
              </a:tr>
              <a:tr h="1350562">
                <a:tc>
                  <a:txBody>
                    <a:bodyPr/>
                    <a:lstStyle>
                      <a:lvl1pPr marL="0" algn="l" defTabSz="914400" rtl="0" eaLnBrk="1" latinLnBrk="0" hangingPunct="1">
                        <a:defRPr kumimoji="1" sz="1800" kern="1200">
                          <a:solidFill>
                            <a:schemeClr val="dk1"/>
                          </a:solidFill>
                          <a:latin typeface="Segoe UI"/>
                          <a:ea typeface="Meiryo UI"/>
                        </a:defRPr>
                      </a:lvl1pPr>
                      <a:lvl2pPr marL="457200" algn="l" defTabSz="914400" rtl="0" eaLnBrk="1" latinLnBrk="0" hangingPunct="1">
                        <a:defRPr kumimoji="1" sz="1800" kern="1200">
                          <a:solidFill>
                            <a:schemeClr val="dk1"/>
                          </a:solidFill>
                          <a:latin typeface="Segoe UI"/>
                          <a:ea typeface="Meiryo UI"/>
                        </a:defRPr>
                      </a:lvl2pPr>
                      <a:lvl3pPr marL="914400" algn="l" defTabSz="914400" rtl="0" eaLnBrk="1" latinLnBrk="0" hangingPunct="1">
                        <a:defRPr kumimoji="1" sz="1800" kern="1200">
                          <a:solidFill>
                            <a:schemeClr val="dk1"/>
                          </a:solidFill>
                          <a:latin typeface="Segoe UI"/>
                          <a:ea typeface="Meiryo UI"/>
                        </a:defRPr>
                      </a:lvl3pPr>
                      <a:lvl4pPr marL="1371600" algn="l" defTabSz="914400" rtl="0" eaLnBrk="1" latinLnBrk="0" hangingPunct="1">
                        <a:defRPr kumimoji="1" sz="1800" kern="1200">
                          <a:solidFill>
                            <a:schemeClr val="dk1"/>
                          </a:solidFill>
                          <a:latin typeface="Segoe UI"/>
                          <a:ea typeface="Meiryo UI"/>
                        </a:defRPr>
                      </a:lvl4pPr>
                      <a:lvl5pPr marL="1828800" algn="l" defTabSz="914400" rtl="0" eaLnBrk="1" latinLnBrk="0" hangingPunct="1">
                        <a:defRPr kumimoji="1" sz="1800" kern="1200">
                          <a:solidFill>
                            <a:schemeClr val="dk1"/>
                          </a:solidFill>
                          <a:latin typeface="Segoe UI"/>
                          <a:ea typeface="Meiryo UI"/>
                        </a:defRPr>
                      </a:lvl5pPr>
                      <a:lvl6pPr marL="2286000" algn="l" defTabSz="914400" rtl="0" eaLnBrk="1" latinLnBrk="0" hangingPunct="1">
                        <a:defRPr kumimoji="1" sz="1800" kern="1200">
                          <a:solidFill>
                            <a:schemeClr val="dk1"/>
                          </a:solidFill>
                          <a:latin typeface="Segoe UI"/>
                          <a:ea typeface="Meiryo UI"/>
                        </a:defRPr>
                      </a:lvl6pPr>
                      <a:lvl7pPr marL="2743200" algn="l" defTabSz="914400" rtl="0" eaLnBrk="1" latinLnBrk="0" hangingPunct="1">
                        <a:defRPr kumimoji="1" sz="1800" kern="1200">
                          <a:solidFill>
                            <a:schemeClr val="dk1"/>
                          </a:solidFill>
                          <a:latin typeface="Segoe UI"/>
                          <a:ea typeface="Meiryo UI"/>
                        </a:defRPr>
                      </a:lvl7pPr>
                      <a:lvl8pPr marL="3200400" algn="l" defTabSz="914400" rtl="0" eaLnBrk="1" latinLnBrk="0" hangingPunct="1">
                        <a:defRPr kumimoji="1" sz="1800" kern="1200">
                          <a:solidFill>
                            <a:schemeClr val="dk1"/>
                          </a:solidFill>
                          <a:latin typeface="Segoe UI"/>
                          <a:ea typeface="Meiryo UI"/>
                        </a:defRPr>
                      </a:lvl8pPr>
                      <a:lvl9pPr marL="3657600" algn="l" defTabSz="914400" rtl="0" eaLnBrk="1" latinLnBrk="0" hangingPunct="1">
                        <a:defRPr kumimoji="1" sz="1800" kern="1200">
                          <a:solidFill>
                            <a:schemeClr val="dk1"/>
                          </a:solidFill>
                          <a:latin typeface="Segoe UI"/>
                          <a:ea typeface="Meiryo UI"/>
                        </a:defRPr>
                      </a:lvl9pPr>
                    </a:lstStyle>
                    <a:p>
                      <a:r>
                        <a:rPr kumimoji="1" lang="en-US" altLang="ja-JP" sz="1400">
                          <a:latin typeface="+mn-lt"/>
                          <a:ea typeface="+mn-ea"/>
                        </a:rPr>
                        <a:t>Type III Meeting </a:t>
                      </a:r>
                    </a:p>
                  </a:txBody>
                  <a:tcPr>
                    <a:lnL w="12700" cap="flat" cmpd="sng" algn="ctr">
                      <a:solidFill>
                        <a:srgbClr val="3F3F3F"/>
                      </a:solidFill>
                      <a:prstDash val="solid"/>
                      <a:round/>
                      <a:headEnd type="none" w="med" len="med"/>
                      <a:tailEnd type="none" w="med" len="med"/>
                    </a:lnL>
                    <a:lnR w="12700" cap="flat" cmpd="sng" algn="ctr">
                      <a:solidFill>
                        <a:srgbClr val="3F3F3F"/>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kumimoji="1" sz="1800" kern="1200">
                          <a:solidFill>
                            <a:schemeClr val="dk1"/>
                          </a:solidFill>
                          <a:latin typeface="Segoe UI"/>
                          <a:ea typeface="Meiryo UI"/>
                        </a:defRPr>
                      </a:lvl1pPr>
                      <a:lvl2pPr marL="457200" algn="l" defTabSz="914400" rtl="0" eaLnBrk="1" latinLnBrk="0" hangingPunct="1">
                        <a:defRPr kumimoji="1" sz="1800" kern="1200">
                          <a:solidFill>
                            <a:schemeClr val="dk1"/>
                          </a:solidFill>
                          <a:latin typeface="Segoe UI"/>
                          <a:ea typeface="Meiryo UI"/>
                        </a:defRPr>
                      </a:lvl2pPr>
                      <a:lvl3pPr marL="914400" algn="l" defTabSz="914400" rtl="0" eaLnBrk="1" latinLnBrk="0" hangingPunct="1">
                        <a:defRPr kumimoji="1" sz="1800" kern="1200">
                          <a:solidFill>
                            <a:schemeClr val="dk1"/>
                          </a:solidFill>
                          <a:latin typeface="Segoe UI"/>
                          <a:ea typeface="Meiryo UI"/>
                        </a:defRPr>
                      </a:lvl3pPr>
                      <a:lvl4pPr marL="1371600" algn="l" defTabSz="914400" rtl="0" eaLnBrk="1" latinLnBrk="0" hangingPunct="1">
                        <a:defRPr kumimoji="1" sz="1800" kern="1200">
                          <a:solidFill>
                            <a:schemeClr val="dk1"/>
                          </a:solidFill>
                          <a:latin typeface="Segoe UI"/>
                          <a:ea typeface="Meiryo UI"/>
                        </a:defRPr>
                      </a:lvl4pPr>
                      <a:lvl5pPr marL="1828800" algn="l" defTabSz="914400" rtl="0" eaLnBrk="1" latinLnBrk="0" hangingPunct="1">
                        <a:defRPr kumimoji="1" sz="1800" kern="1200">
                          <a:solidFill>
                            <a:schemeClr val="dk1"/>
                          </a:solidFill>
                          <a:latin typeface="Segoe UI"/>
                          <a:ea typeface="Meiryo UI"/>
                        </a:defRPr>
                      </a:lvl5pPr>
                      <a:lvl6pPr marL="2286000" algn="l" defTabSz="914400" rtl="0" eaLnBrk="1" latinLnBrk="0" hangingPunct="1">
                        <a:defRPr kumimoji="1" sz="1800" kern="1200">
                          <a:solidFill>
                            <a:schemeClr val="dk1"/>
                          </a:solidFill>
                          <a:latin typeface="Segoe UI"/>
                          <a:ea typeface="Meiryo UI"/>
                        </a:defRPr>
                      </a:lvl6pPr>
                      <a:lvl7pPr marL="2743200" algn="l" defTabSz="914400" rtl="0" eaLnBrk="1" latinLnBrk="0" hangingPunct="1">
                        <a:defRPr kumimoji="1" sz="1800" kern="1200">
                          <a:solidFill>
                            <a:schemeClr val="dk1"/>
                          </a:solidFill>
                          <a:latin typeface="Segoe UI"/>
                          <a:ea typeface="Meiryo UI"/>
                        </a:defRPr>
                      </a:lvl7pPr>
                      <a:lvl8pPr marL="3200400" algn="l" defTabSz="914400" rtl="0" eaLnBrk="1" latinLnBrk="0" hangingPunct="1">
                        <a:defRPr kumimoji="1" sz="1800" kern="1200">
                          <a:solidFill>
                            <a:schemeClr val="dk1"/>
                          </a:solidFill>
                          <a:latin typeface="Segoe UI"/>
                          <a:ea typeface="Meiryo UI"/>
                        </a:defRPr>
                      </a:lvl8pPr>
                      <a:lvl9pPr marL="3657600" algn="l" defTabSz="914400" rtl="0" eaLnBrk="1" latinLnBrk="0" hangingPunct="1">
                        <a:defRPr kumimoji="1" sz="1800" kern="1200">
                          <a:solidFill>
                            <a:schemeClr val="dk1"/>
                          </a:solidFill>
                          <a:latin typeface="Segoe UI"/>
                          <a:ea typeface="Meiryo UI"/>
                        </a:defRPr>
                      </a:lvl9p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400" kern="1200">
                          <a:solidFill>
                            <a:schemeClr val="dk1"/>
                          </a:solidFill>
                          <a:latin typeface="+mn-lt"/>
                          <a:ea typeface="Meiryo UI"/>
                          <a:cs typeface="+mn-cs"/>
                        </a:rPr>
                        <a:t>Preliminary consultation, pipeline consultation, </a:t>
                      </a:r>
                      <a:r>
                        <a:rPr kumimoji="1" lang="en-US" altLang="ja-JP" sz="1400" kern="1200" err="1">
                          <a:solidFill>
                            <a:schemeClr val="dk1"/>
                          </a:solidFill>
                          <a:latin typeface="+mn-lt"/>
                          <a:ea typeface="Meiryo UI"/>
                          <a:cs typeface="+mn-cs"/>
                        </a:rPr>
                        <a:t>etc</a:t>
                      </a:r>
                      <a:endParaRPr kumimoji="1" lang="en-US" altLang="ja-JP" sz="1400" kern="1200">
                        <a:solidFill>
                          <a:schemeClr val="dk1"/>
                        </a:solidFill>
                        <a:latin typeface="+mn-lt"/>
                        <a:ea typeface="Meiryo UI"/>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400" b="1">
                          <a:latin typeface="+mn-lt"/>
                          <a:ea typeface="+mn-ea"/>
                        </a:rPr>
                        <a:t>Non-binding</a:t>
                      </a:r>
                      <a:r>
                        <a:rPr kumimoji="1" lang="en-US" altLang="ja-JP" sz="1400">
                          <a:latin typeface="+mn-lt"/>
                          <a:ea typeface="+mn-ea"/>
                        </a:rPr>
                        <a:t> meeting</a:t>
                      </a:r>
                    </a:p>
                    <a:p>
                      <a:pPr marL="285750" indent="-285750">
                        <a:buFont typeface="Arial" panose="020B0604020202020204" pitchFamily="34" charset="0"/>
                        <a:buChar char="•"/>
                      </a:pPr>
                      <a:r>
                        <a:rPr kumimoji="1" lang="en-US" altLang="ja-JP" sz="1400" b="1">
                          <a:latin typeface="+mn-lt"/>
                          <a:ea typeface="+mn-ea"/>
                        </a:rPr>
                        <a:t>High level advices </a:t>
                      </a:r>
                      <a:r>
                        <a:rPr kumimoji="1" lang="en-US" altLang="ja-JP" sz="1400">
                          <a:latin typeface="+mn-lt"/>
                          <a:ea typeface="+mn-ea"/>
                        </a:rPr>
                        <a:t>on</a:t>
                      </a:r>
                      <a:r>
                        <a:rPr lang="en-US" altLang="ja-JP" sz="1400">
                          <a:latin typeface="+mn-lt"/>
                        </a:rPr>
                        <a:t> 1) key issues and 2) data sufficiency to be addressed for consultation meeting, and 3) contents to be included in briefing book for consultation meeting. </a:t>
                      </a:r>
                    </a:p>
                  </a:txBody>
                  <a:tcPr>
                    <a:lnL w="12700" cap="flat" cmpd="sng" algn="ctr">
                      <a:solidFill>
                        <a:srgbClr val="3F3F3F"/>
                      </a:solidFill>
                      <a:prstDash val="solid"/>
                      <a:round/>
                      <a:headEnd type="none" w="med" len="med"/>
                      <a:tailEnd type="none" w="med" len="med"/>
                    </a:lnL>
                    <a:lnR w="12700" cap="flat" cmpd="sng" algn="ctr">
                      <a:solidFill>
                        <a:srgbClr val="3F3F3F"/>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7526719"/>
                  </a:ext>
                </a:extLst>
              </a:tr>
            </a:tbl>
          </a:graphicData>
        </a:graphic>
      </p:graphicFrame>
      <p:sp>
        <p:nvSpPr>
          <p:cNvPr id="13" name="正方形/長方形 5">
            <a:extLst>
              <a:ext uri="{FF2B5EF4-FFF2-40B4-BE49-F238E27FC236}">
                <a16:creationId xmlns:a16="http://schemas.microsoft.com/office/drawing/2014/main" id="{F7491C58-E484-9AE8-A671-194B82CB0F9B}"/>
              </a:ext>
            </a:extLst>
          </p:cNvPr>
          <p:cNvSpPr/>
          <p:nvPr/>
        </p:nvSpPr>
        <p:spPr>
          <a:xfrm>
            <a:off x="2164581" y="4475331"/>
            <a:ext cx="9494982" cy="43088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3F3F3F"/>
                </a:solidFill>
                <a:effectLst/>
                <a:uLnTx/>
                <a:uFillTx/>
                <a:latin typeface="Segoe UI"/>
                <a:ea typeface="Meiryo UI"/>
                <a:cs typeface="+mn-cs"/>
              </a:rPr>
              <a:t>*Although it may not be possible to obtain explicit answers from </a:t>
            </a:r>
            <a:r>
              <a:rPr kumimoji="1" lang="en-US" altLang="ja-JP" sz="1100">
                <a:solidFill>
                  <a:srgbClr val="3F3F3F"/>
                </a:solidFill>
                <a:latin typeface="Segoe UI"/>
                <a:ea typeface="Meiryo UI"/>
              </a:rPr>
              <a:t>CDE</a:t>
            </a:r>
            <a:r>
              <a:rPr kumimoji="1" lang="en-US" altLang="ja-JP" sz="1100" b="0" i="0" u="none" strike="noStrike" kern="1200" cap="none" spc="0" normalizeH="0" baseline="0" noProof="0">
                <a:ln>
                  <a:noFill/>
                </a:ln>
                <a:solidFill>
                  <a:srgbClr val="3F3F3F"/>
                </a:solidFill>
                <a:effectLst/>
                <a:uLnTx/>
                <a:uFillTx/>
                <a:latin typeface="Segoe UI"/>
                <a:ea typeface="Meiryo UI"/>
                <a:cs typeface="+mn-cs"/>
              </a:rPr>
              <a:t>, it is a chance for applicants/sponsors to ask questions about Agency's opinion.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3F3F3F"/>
                </a:solidFill>
                <a:effectLst/>
                <a:uLnTx/>
                <a:uFillTx/>
                <a:latin typeface="Segoe UI"/>
                <a:ea typeface="Meiryo UI"/>
                <a:cs typeface="+mn-cs"/>
              </a:rPr>
              <a:t>  </a:t>
            </a:r>
          </a:p>
        </p:txBody>
      </p:sp>
      <p:sp>
        <p:nvSpPr>
          <p:cNvPr id="6" name="四角形: 角を丸くする 5">
            <a:extLst>
              <a:ext uri="{FF2B5EF4-FFF2-40B4-BE49-F238E27FC236}">
                <a16:creationId xmlns:a16="http://schemas.microsoft.com/office/drawing/2014/main" id="{A3C8B551-F2A1-AE61-7873-74934D56A285}"/>
              </a:ext>
            </a:extLst>
          </p:cNvPr>
          <p:cNvSpPr/>
          <p:nvPr/>
        </p:nvSpPr>
        <p:spPr bwMode="gray">
          <a:xfrm>
            <a:off x="207067" y="3000876"/>
            <a:ext cx="11452496" cy="141883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kumimoji="1" lang="ja-JP" altLang="en-US" sz="1600">
              <a:solidFill>
                <a:schemeClr val="tx1"/>
              </a:solidFill>
            </a:endParaRPr>
          </a:p>
        </p:txBody>
      </p:sp>
      <p:sp>
        <p:nvSpPr>
          <p:cNvPr id="7" name="TextBox 6">
            <a:extLst>
              <a:ext uri="{FF2B5EF4-FFF2-40B4-BE49-F238E27FC236}">
                <a16:creationId xmlns:a16="http://schemas.microsoft.com/office/drawing/2014/main" id="{34CB8D29-2A7D-F174-F22D-D02D8DD7E4E2}"/>
              </a:ext>
            </a:extLst>
          </p:cNvPr>
          <p:cNvSpPr txBox="1"/>
          <p:nvPr/>
        </p:nvSpPr>
        <p:spPr bwMode="gray">
          <a:xfrm>
            <a:off x="311602" y="3414634"/>
            <a:ext cx="2684147" cy="888641"/>
          </a:xfrm>
          <a:prstGeom prst="rect">
            <a:avLst/>
          </a:prstGeom>
          <a:solidFill>
            <a:schemeClr val="bg1"/>
          </a:solidFill>
          <a:effectLst>
            <a:outerShdw blurRad="50800" dist="38100" dir="2700000" algn="tl" rotWithShape="0">
              <a:prstClr val="black">
                <a:alpha val="40000"/>
              </a:prstClr>
            </a:outerShdw>
          </a:effectLst>
        </p:spPr>
        <p:txBody>
          <a:bodyPr wrap="square" lIns="0" tIns="0" rIns="0" bIns="0" rtlCol="0">
            <a:spAutoFit/>
          </a:bodyPr>
          <a:lstStyle/>
          <a:p>
            <a:pPr marL="91440" algn="l">
              <a:lnSpc>
                <a:spcPts val="1400"/>
              </a:lnSpc>
            </a:pPr>
            <a:r>
              <a:rPr lang="en-US" sz="1000" i="1">
                <a:solidFill>
                  <a:srgbClr val="0070C0"/>
                </a:solidFill>
              </a:rPr>
              <a:t>As a scientific exchange meeting, no strong commitment is expected from either perspective. The meeting minutes will be reviewed and confirmed by BI team before finalization. </a:t>
            </a:r>
          </a:p>
        </p:txBody>
      </p:sp>
      <p:sp>
        <p:nvSpPr>
          <p:cNvPr id="3" name="Text Box 8">
            <a:extLst>
              <a:ext uri="{FF2B5EF4-FFF2-40B4-BE49-F238E27FC236}">
                <a16:creationId xmlns:a16="http://schemas.microsoft.com/office/drawing/2014/main" id="{2D7A2482-33D6-1C09-C952-F43795D6D87C}"/>
              </a:ext>
            </a:extLst>
          </p:cNvPr>
          <p:cNvSpPr txBox="1">
            <a:spLocks noChangeArrowheads="1"/>
          </p:cNvSpPr>
          <p:nvPr/>
        </p:nvSpPr>
        <p:spPr bwMode="auto">
          <a:xfrm>
            <a:off x="5404257" y="4893792"/>
            <a:ext cx="1104119" cy="604882"/>
          </a:xfrm>
          <a:prstGeom prst="rect">
            <a:avLst/>
          </a:prstGeom>
          <a:solidFill>
            <a:schemeClr val="tx2"/>
          </a:solidFill>
          <a:ln>
            <a:headEnd/>
            <a:tailEnd/>
          </a:ln>
        </p:spPr>
        <p:style>
          <a:lnRef idx="3">
            <a:schemeClr val="lt1"/>
          </a:lnRef>
          <a:fillRef idx="1">
            <a:schemeClr val="accent6"/>
          </a:fillRef>
          <a:effectRef idx="1">
            <a:schemeClr val="accent6"/>
          </a:effectRef>
          <a:fontRef idx="minor">
            <a:schemeClr val="lt1"/>
          </a:fontRef>
        </p:style>
        <p:txBody>
          <a:bodyPr lIns="121920" tIns="60960" rIns="121920" bIns="60960" anchor="ctr"/>
          <a:lstStyle/>
          <a:p>
            <a:pPr marL="0" marR="0" lvl="0" indent="0" algn="ctr" defTabSz="914400" rtl="0" eaLnBrk="0" fontAlgn="auto" latinLnBrk="0" hangingPunct="0">
              <a:lnSpc>
                <a:spcPct val="100000"/>
              </a:lnSpc>
              <a:spcBef>
                <a:spcPts val="0"/>
              </a:spcBef>
              <a:spcAft>
                <a:spcPts val="0"/>
              </a:spcAft>
              <a:buClrTx/>
              <a:buSzTx/>
              <a:buFontTx/>
              <a:buNone/>
              <a:tabLst/>
              <a:defRPr/>
            </a:pPr>
            <a:r>
              <a:rPr lang="en-US" altLang="zh-CN" sz="1100">
                <a:solidFill>
                  <a:schemeClr val="tx1"/>
                </a:solidFill>
                <a:latin typeface="BISansOpti"/>
                <a:ea typeface="宋体"/>
              </a:rPr>
              <a:t>F2F meeting</a:t>
            </a:r>
          </a:p>
          <a:p>
            <a:pPr marL="0" marR="0" lvl="0" indent="0" algn="ctr" defTabSz="914400" rtl="0" eaLnBrk="0" fontAlgn="auto" latinLnBrk="0" hangingPunct="0">
              <a:lnSpc>
                <a:spcPct val="100000"/>
              </a:lnSpc>
              <a:spcBef>
                <a:spcPts val="0"/>
              </a:spcBef>
              <a:spcAft>
                <a:spcPts val="0"/>
              </a:spcAft>
              <a:buClrTx/>
              <a:buSzTx/>
              <a:buFontTx/>
              <a:buNone/>
              <a:tabLst/>
              <a:defRPr/>
            </a:pPr>
            <a:r>
              <a:rPr lang="en-US" altLang="zh-CN" sz="1100">
                <a:solidFill>
                  <a:schemeClr val="tx1"/>
                </a:solidFill>
                <a:latin typeface="BISansOpti"/>
                <a:ea typeface="宋体"/>
              </a:rPr>
              <a:t>Jul(75wds</a:t>
            </a:r>
            <a:r>
              <a:rPr lang="en-US" altLang="zh-CN" sz="1050">
                <a:solidFill>
                  <a:schemeClr val="tx1"/>
                </a:solidFill>
                <a:latin typeface="BISansOpti"/>
                <a:ea typeface="宋体"/>
              </a:rPr>
              <a:t>)*</a:t>
            </a:r>
            <a:endParaRPr kumimoji="0" lang="en-US" altLang="zh-CN" sz="800" b="0" i="0" u="none" strike="noStrike" kern="1200" cap="none" spc="0" normalizeH="0" baseline="0" noProof="0">
              <a:ln>
                <a:noFill/>
              </a:ln>
              <a:solidFill>
                <a:schemeClr val="tx1"/>
              </a:solidFill>
              <a:effectLst/>
              <a:uLnTx/>
              <a:uFillTx/>
              <a:latin typeface="BISansOpti"/>
              <a:ea typeface="宋体"/>
              <a:cs typeface="+mn-cs"/>
            </a:endParaRPr>
          </a:p>
        </p:txBody>
      </p:sp>
      <p:sp>
        <p:nvSpPr>
          <p:cNvPr id="8" name="Text Box 8">
            <a:extLst>
              <a:ext uri="{FF2B5EF4-FFF2-40B4-BE49-F238E27FC236}">
                <a16:creationId xmlns:a16="http://schemas.microsoft.com/office/drawing/2014/main" id="{FB03A961-17BE-EC00-50A2-972E254B13DF}"/>
              </a:ext>
            </a:extLst>
          </p:cNvPr>
          <p:cNvSpPr txBox="1">
            <a:spLocks noChangeArrowheads="1"/>
          </p:cNvSpPr>
          <p:nvPr/>
        </p:nvSpPr>
        <p:spPr bwMode="auto">
          <a:xfrm>
            <a:off x="6686209" y="4908639"/>
            <a:ext cx="4479095" cy="946729"/>
          </a:xfrm>
          <a:prstGeom prst="rect">
            <a:avLst/>
          </a:prstGeom>
          <a:solidFill>
            <a:schemeClr val="tx2"/>
          </a:solidFill>
          <a:ln>
            <a:headEnd/>
            <a:tailEnd/>
          </a:ln>
        </p:spPr>
        <p:style>
          <a:lnRef idx="3">
            <a:schemeClr val="lt1"/>
          </a:lnRef>
          <a:fillRef idx="1">
            <a:schemeClr val="accent6"/>
          </a:fillRef>
          <a:effectRef idx="1">
            <a:schemeClr val="accent6"/>
          </a:effectRef>
          <a:fontRef idx="minor">
            <a:schemeClr val="lt1"/>
          </a:fontRef>
        </p:style>
        <p:txBody>
          <a:bodyPr lIns="121920" tIns="60960" rIns="121920" bIns="60960" anchor="ctr"/>
          <a:lstStyle/>
          <a:p>
            <a:pPr lvl="0" eaLnBrk="0" hangingPunct="0">
              <a:defRPr/>
            </a:pPr>
            <a:r>
              <a:rPr lang="en-US" altLang="zh-CN" sz="1100">
                <a:solidFill>
                  <a:schemeClr val="tx1"/>
                </a:solidFill>
                <a:latin typeface="BISansOpti"/>
                <a:ea typeface="宋体"/>
              </a:rPr>
              <a:t>Questions:</a:t>
            </a:r>
          </a:p>
          <a:p>
            <a:pPr lvl="0" eaLnBrk="0" hangingPunct="0">
              <a:defRPr/>
            </a:pPr>
            <a:r>
              <a:rPr lang="en-US" altLang="zh-CN" sz="1100">
                <a:solidFill>
                  <a:schemeClr val="tx1"/>
                </a:solidFill>
                <a:latin typeface="BISansOpti"/>
                <a:ea typeface="宋体"/>
              </a:rPr>
              <a:t>1.Does the Agency</a:t>
            </a:r>
            <a:r>
              <a:rPr lang="en-GB" altLang="zh-CN" sz="1100">
                <a:solidFill>
                  <a:schemeClr val="tx1"/>
                </a:solidFill>
                <a:latin typeface="BISansOpti"/>
                <a:ea typeface="宋体"/>
              </a:rPr>
              <a:t> </a:t>
            </a:r>
            <a:r>
              <a:rPr lang="en-US" altLang="zh-CN" sz="1100">
                <a:solidFill>
                  <a:schemeClr val="tx1"/>
                </a:solidFill>
                <a:latin typeface="BISansOpti"/>
                <a:ea typeface="宋体"/>
              </a:rPr>
              <a:t>agree that a globally consistent GA population definition will be used, excluding non-AMD-related GA?</a:t>
            </a:r>
          </a:p>
          <a:p>
            <a:pPr lvl="0" eaLnBrk="0" hangingPunct="0">
              <a:defRPr/>
            </a:pPr>
            <a:r>
              <a:rPr lang="en-US" altLang="zh-CN" sz="1100">
                <a:solidFill>
                  <a:schemeClr val="tx1"/>
                </a:solidFill>
                <a:latin typeface="BISansOpti"/>
                <a:ea typeface="宋体"/>
              </a:rPr>
              <a:t>2.Does the Agency have comments on GA lesion size progression as the primary endpoint?</a:t>
            </a:r>
          </a:p>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schemeClr val="tx1"/>
              </a:solidFill>
              <a:effectLst/>
              <a:uLnTx/>
              <a:uFillTx/>
              <a:latin typeface="BISansOpti"/>
              <a:ea typeface="宋体"/>
              <a:cs typeface="+mn-cs"/>
            </a:endParaRPr>
          </a:p>
        </p:txBody>
      </p:sp>
      <p:sp>
        <p:nvSpPr>
          <p:cNvPr id="9" name="Text Box 8">
            <a:extLst>
              <a:ext uri="{FF2B5EF4-FFF2-40B4-BE49-F238E27FC236}">
                <a16:creationId xmlns:a16="http://schemas.microsoft.com/office/drawing/2014/main" id="{E159DD39-D73E-5FA9-814D-7D4AC09A928B}"/>
              </a:ext>
            </a:extLst>
          </p:cNvPr>
          <p:cNvSpPr txBox="1">
            <a:spLocks noChangeArrowheads="1"/>
          </p:cNvSpPr>
          <p:nvPr/>
        </p:nvSpPr>
        <p:spPr bwMode="auto">
          <a:xfrm>
            <a:off x="3943009" y="4902756"/>
            <a:ext cx="1283415" cy="610536"/>
          </a:xfrm>
          <a:prstGeom prst="rect">
            <a:avLst/>
          </a:prstGeom>
          <a:solidFill>
            <a:schemeClr val="tx2"/>
          </a:solidFill>
          <a:ln>
            <a:headEnd/>
            <a:tailEnd/>
          </a:ln>
        </p:spPr>
        <p:style>
          <a:lnRef idx="3">
            <a:schemeClr val="lt1"/>
          </a:lnRef>
          <a:fillRef idx="1">
            <a:schemeClr val="accent6"/>
          </a:fillRef>
          <a:effectRef idx="1">
            <a:schemeClr val="accent6"/>
          </a:effectRef>
          <a:fontRef idx="minor">
            <a:schemeClr val="lt1"/>
          </a:fontRef>
        </p:style>
        <p:txBody>
          <a:bodyPr lIns="121920" tIns="60960" rIns="121920" bIns="60960" anchor="ct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schemeClr val="tx1"/>
                </a:solidFill>
                <a:effectLst/>
                <a:uLnTx/>
                <a:uFillTx/>
                <a:latin typeface="BISansOpti"/>
                <a:ea typeface="宋体"/>
                <a:cs typeface="+mn-cs"/>
              </a:rPr>
              <a:t>HAI submission</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schemeClr val="tx1"/>
                </a:solidFill>
                <a:effectLst/>
                <a:uLnTx/>
                <a:uFillTx/>
                <a:latin typeface="BISansOpti"/>
                <a:ea typeface="宋体"/>
                <a:cs typeface="+mn-cs"/>
              </a:rPr>
              <a:t>Mar/Apr</a:t>
            </a:r>
            <a:endParaRPr kumimoji="0" lang="en-US" altLang="zh-CN" sz="900" b="0" i="0" u="none" strike="noStrike" kern="1200" cap="none" spc="0" normalizeH="0" baseline="0" noProof="0">
              <a:ln>
                <a:noFill/>
              </a:ln>
              <a:solidFill>
                <a:schemeClr val="tx1"/>
              </a:solidFill>
              <a:effectLst/>
              <a:uLnTx/>
              <a:uFillTx/>
              <a:latin typeface="BISansOpti"/>
              <a:ea typeface="宋体"/>
              <a:cs typeface="+mn-cs"/>
            </a:endParaRPr>
          </a:p>
        </p:txBody>
      </p:sp>
      <p:sp>
        <p:nvSpPr>
          <p:cNvPr id="18" name="Text Box 8">
            <a:extLst>
              <a:ext uri="{FF2B5EF4-FFF2-40B4-BE49-F238E27FC236}">
                <a16:creationId xmlns:a16="http://schemas.microsoft.com/office/drawing/2014/main" id="{699FA639-6ECD-F172-6ECE-F523670F6F0C}"/>
              </a:ext>
            </a:extLst>
          </p:cNvPr>
          <p:cNvSpPr txBox="1">
            <a:spLocks noChangeArrowheads="1"/>
          </p:cNvSpPr>
          <p:nvPr/>
        </p:nvSpPr>
        <p:spPr bwMode="auto">
          <a:xfrm>
            <a:off x="378926" y="4893792"/>
            <a:ext cx="1718816" cy="610536"/>
          </a:xfrm>
          <a:prstGeom prst="rect">
            <a:avLst/>
          </a:prstGeom>
          <a:solidFill>
            <a:schemeClr val="tx2"/>
          </a:solidFill>
          <a:ln>
            <a:headEnd/>
            <a:tailEnd/>
          </a:ln>
        </p:spPr>
        <p:style>
          <a:lnRef idx="3">
            <a:schemeClr val="lt1"/>
          </a:lnRef>
          <a:fillRef idx="1">
            <a:schemeClr val="accent6"/>
          </a:fillRef>
          <a:effectRef idx="1">
            <a:schemeClr val="accent6"/>
          </a:effectRef>
          <a:fontRef idx="minor">
            <a:schemeClr val="lt1"/>
          </a:fontRef>
        </p:style>
        <p:txBody>
          <a:bodyPr lIns="121920" tIns="60960" rIns="121920" bIns="60960" anchor="ct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schemeClr val="tx1"/>
                </a:solidFill>
                <a:effectLst/>
                <a:uLnTx/>
                <a:uFillTx/>
                <a:latin typeface="BISansOpti"/>
                <a:ea typeface="宋体"/>
                <a:cs typeface="+mn-cs"/>
              </a:rPr>
              <a:t>BB </a:t>
            </a:r>
            <a:r>
              <a:rPr lang="en-US" altLang="zh-CN" sz="1100">
                <a:solidFill>
                  <a:schemeClr val="tx1"/>
                </a:solidFill>
                <a:latin typeface="BISansOpti"/>
                <a:ea typeface="宋体"/>
              </a:rPr>
              <a:t>send to global review </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schemeClr val="tx1"/>
                </a:solidFill>
                <a:effectLst/>
                <a:uLnTx/>
                <a:uFillTx/>
                <a:latin typeface="BISansOpti"/>
                <a:ea typeface="宋体"/>
                <a:cs typeface="+mn-cs"/>
              </a:rPr>
              <a:t>Mar 13th</a:t>
            </a:r>
            <a:endParaRPr kumimoji="0" lang="en-US" altLang="zh-CN" sz="900" b="0" i="0" u="none" strike="noStrike" kern="1200" cap="none" spc="0" normalizeH="0" baseline="0" noProof="0">
              <a:ln>
                <a:noFill/>
              </a:ln>
              <a:solidFill>
                <a:schemeClr val="tx1"/>
              </a:solidFill>
              <a:effectLst/>
              <a:uLnTx/>
              <a:uFillTx/>
              <a:latin typeface="BISansOpti"/>
              <a:ea typeface="宋体"/>
              <a:cs typeface="+mn-cs"/>
            </a:endParaRPr>
          </a:p>
        </p:txBody>
      </p:sp>
      <p:sp>
        <p:nvSpPr>
          <p:cNvPr id="19" name="文本框 18">
            <a:extLst>
              <a:ext uri="{FF2B5EF4-FFF2-40B4-BE49-F238E27FC236}">
                <a16:creationId xmlns:a16="http://schemas.microsoft.com/office/drawing/2014/main" id="{2E45E57B-8310-280E-7E62-AF1B268E39A2}"/>
              </a:ext>
            </a:extLst>
          </p:cNvPr>
          <p:cNvSpPr txBox="1"/>
          <p:nvPr/>
        </p:nvSpPr>
        <p:spPr bwMode="gray">
          <a:xfrm>
            <a:off x="4772527" y="5593505"/>
            <a:ext cx="1772652" cy="217175"/>
          </a:xfrm>
          <a:prstGeom prst="rect">
            <a:avLst/>
          </a:prstGeom>
          <a:noFill/>
        </p:spPr>
        <p:txBody>
          <a:bodyPr wrap="square" lIns="0" tIns="0" rIns="0" bIns="0" rtlCol="0">
            <a:spAutoFit/>
          </a:bodyPr>
          <a:lstStyle/>
          <a:p>
            <a:pPr algn="l">
              <a:lnSpc>
                <a:spcPct val="140000"/>
              </a:lnSpc>
            </a:pPr>
            <a:r>
              <a:rPr lang="en-US" altLang="zh-CN" sz="1100"/>
              <a:t>* </a:t>
            </a:r>
            <a:r>
              <a:rPr lang="en-US" altLang="zh-CN" sz="1050" i="1"/>
              <a:t>might be written response</a:t>
            </a:r>
            <a:endParaRPr lang="zh-CN" altLang="en-US" sz="1100" i="1"/>
          </a:p>
        </p:txBody>
      </p:sp>
      <p:sp>
        <p:nvSpPr>
          <p:cNvPr id="20" name="Text Box 8">
            <a:extLst>
              <a:ext uri="{FF2B5EF4-FFF2-40B4-BE49-F238E27FC236}">
                <a16:creationId xmlns:a16="http://schemas.microsoft.com/office/drawing/2014/main" id="{2BC99351-6ABF-290C-AE45-D7CE8B978A28}"/>
              </a:ext>
            </a:extLst>
          </p:cNvPr>
          <p:cNvSpPr txBox="1">
            <a:spLocks noChangeArrowheads="1"/>
          </p:cNvSpPr>
          <p:nvPr/>
        </p:nvSpPr>
        <p:spPr bwMode="auto">
          <a:xfrm>
            <a:off x="2263121" y="4893792"/>
            <a:ext cx="1502056" cy="610536"/>
          </a:xfrm>
          <a:prstGeom prst="rect">
            <a:avLst/>
          </a:prstGeom>
          <a:solidFill>
            <a:schemeClr val="tx2"/>
          </a:solidFill>
          <a:ln>
            <a:headEnd/>
            <a:tailEnd/>
          </a:ln>
        </p:spPr>
        <p:style>
          <a:lnRef idx="3">
            <a:schemeClr val="lt1"/>
          </a:lnRef>
          <a:fillRef idx="1">
            <a:schemeClr val="accent6"/>
          </a:fillRef>
          <a:effectRef idx="1">
            <a:schemeClr val="accent6"/>
          </a:effectRef>
          <a:fontRef idx="minor">
            <a:schemeClr val="lt1"/>
          </a:fontRef>
        </p:style>
        <p:txBody>
          <a:bodyPr lIns="121920" tIns="60960" rIns="121920" bIns="60960" anchor="ctr"/>
          <a:lstStyle/>
          <a:p>
            <a:pPr marL="0" marR="0" lvl="0" indent="0" algn="ctr" defTabSz="914400" rtl="0" eaLnBrk="0" fontAlgn="auto" latinLnBrk="0" hangingPunct="0">
              <a:lnSpc>
                <a:spcPct val="100000"/>
              </a:lnSpc>
              <a:spcBef>
                <a:spcPts val="0"/>
              </a:spcBef>
              <a:spcAft>
                <a:spcPts val="0"/>
              </a:spcAft>
              <a:buClrTx/>
              <a:buSzTx/>
              <a:buFontTx/>
              <a:buNone/>
              <a:tabLst/>
              <a:defRPr/>
            </a:pPr>
            <a:r>
              <a:rPr lang="en-US" altLang="zh-CN" sz="1100">
                <a:solidFill>
                  <a:schemeClr val="tx1"/>
                </a:solidFill>
                <a:latin typeface="BISansOpti"/>
                <a:ea typeface="宋体"/>
              </a:rPr>
              <a:t>Slides preparation near BB almost final</a:t>
            </a:r>
          </a:p>
        </p:txBody>
      </p:sp>
    </p:spTree>
    <p:extLst>
      <p:ext uri="{BB962C8B-B14F-4D97-AF65-F5344CB8AC3E}">
        <p14:creationId xmlns:p14="http://schemas.microsoft.com/office/powerpoint/2010/main" val="18412338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0BF1AAE-48DB-C3F6-A08C-EA56F54EBF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E015D6-5EAC-02F1-6875-49DAC7A6CF10}"/>
              </a:ext>
            </a:extLst>
          </p:cNvPr>
          <p:cNvSpPr>
            <a:spLocks noGrp="1"/>
          </p:cNvSpPr>
          <p:nvPr>
            <p:ph type="title"/>
          </p:nvPr>
        </p:nvSpPr>
        <p:spPr/>
        <p:txBody>
          <a:bodyPr/>
          <a:lstStyle/>
          <a:p>
            <a:r>
              <a:rPr lang="it-IT" altLang="zh-CN"/>
              <a:t>1484-0020 COMPASS BI 771716 / Anti-C3 AB, GA, China Recruitment</a:t>
            </a:r>
            <a:endParaRPr lang="zh-CN" altLang="en-US"/>
          </a:p>
        </p:txBody>
      </p:sp>
      <p:sp>
        <p:nvSpPr>
          <p:cNvPr id="5" name="Footer Placeholder 4">
            <a:extLst>
              <a:ext uri="{FF2B5EF4-FFF2-40B4-BE49-F238E27FC236}">
                <a16:creationId xmlns:a16="http://schemas.microsoft.com/office/drawing/2014/main" id="{1D0E12EF-D8EF-4DE2-70E4-3E38DABEFB61}"/>
              </a:ext>
            </a:extLst>
          </p:cNvPr>
          <p:cNvSpPr>
            <a:spLocks noGrp="1"/>
          </p:cNvSpPr>
          <p:nvPr>
            <p:ph type="ftr" sz="quarter" idx="19"/>
          </p:nvPr>
        </p:nvSpPr>
        <p:spPr bwMode="gray">
          <a:xfrm>
            <a:off x="6312024" y="6246836"/>
            <a:ext cx="5040560" cy="288000"/>
          </a:xfrm>
          <a:prstGeom prst="rect">
            <a:avLst/>
          </a:prstGeom>
        </p:spPr>
        <p:txBody>
          <a:bodyPr vert="horz" lIns="0" tIns="0" rIns="0" bIns="0" rtlCol="0" anchor="b">
            <a:noAutofit/>
          </a:bodyPr>
          <a:lstStyle>
            <a:defPPr>
              <a:defRPr lang="zh-CN"/>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r>
              <a:rPr lang="en-US"/>
              <a:t>Presentation title    |    ONLY FOR INTERNAL USE</a:t>
            </a:r>
          </a:p>
        </p:txBody>
      </p:sp>
      <p:sp>
        <p:nvSpPr>
          <p:cNvPr id="6" name="Slide Number Placeholder 5">
            <a:extLst>
              <a:ext uri="{FF2B5EF4-FFF2-40B4-BE49-F238E27FC236}">
                <a16:creationId xmlns:a16="http://schemas.microsoft.com/office/drawing/2014/main" id="{EC7DE435-92F1-3DDB-A88B-36875159D9EC}"/>
              </a:ext>
            </a:extLst>
          </p:cNvPr>
          <p:cNvSpPr>
            <a:spLocks noGrp="1"/>
          </p:cNvSpPr>
          <p:nvPr>
            <p:ph type="sldNum" sz="quarter" idx="20"/>
          </p:nvPr>
        </p:nvSpPr>
        <p:spPr/>
        <p:txBody>
          <a:bodyPr/>
          <a:lstStyle/>
          <a:p>
            <a:fld id="{DF4E8F9F-5B1F-4F5B-BE49-3245D8C18D9F}" type="slidenum">
              <a:rPr lang="en-US" smtClean="0"/>
              <a:pPr/>
              <a:t>24</a:t>
            </a:fld>
            <a:endParaRPr lang="en-US"/>
          </a:p>
        </p:txBody>
      </p:sp>
      <p:sp>
        <p:nvSpPr>
          <p:cNvPr id="3" name="TextBox 2">
            <a:extLst>
              <a:ext uri="{FF2B5EF4-FFF2-40B4-BE49-F238E27FC236}">
                <a16:creationId xmlns:a16="http://schemas.microsoft.com/office/drawing/2014/main" id="{17B0EE93-F306-7217-3C92-5CFE71ED2998}"/>
              </a:ext>
            </a:extLst>
          </p:cNvPr>
          <p:cNvSpPr txBox="1"/>
          <p:nvPr/>
        </p:nvSpPr>
        <p:spPr bwMode="gray">
          <a:xfrm>
            <a:off x="796554" y="4525906"/>
            <a:ext cx="10551788" cy="1005340"/>
          </a:xfrm>
          <a:prstGeom prst="rect">
            <a:avLst/>
          </a:prstGeom>
          <a:noFill/>
        </p:spPr>
        <p:txBody>
          <a:bodyPr wrap="square" lIns="0" tIns="0" rIns="0" bIns="0" rtlCol="0" anchor="t">
            <a:spAutoFit/>
          </a:bodyPr>
          <a:lstStyle/>
          <a:p>
            <a:pPr marL="179705" indent="-179705">
              <a:lnSpc>
                <a:spcPct val="140000"/>
              </a:lnSpc>
              <a:buFont typeface="Arial" panose="020B0604020202020204" pitchFamily="34" charset="0"/>
              <a:buChar char="•"/>
            </a:pPr>
            <a:r>
              <a:rPr lang="en-US" altLang="zh-CN" sz="1600"/>
              <a:t>The updated study timeline is confirmed by PI </a:t>
            </a:r>
          </a:p>
          <a:p>
            <a:pPr marL="179705" indent="-179705">
              <a:lnSpc>
                <a:spcPct val="140000"/>
              </a:lnSpc>
              <a:buFont typeface="Arial" panose="020B0604020202020204" pitchFamily="34" charset="0"/>
              <a:buChar char="•"/>
            </a:pPr>
            <a:r>
              <a:rPr lang="en-US" altLang="zh-CN" sz="1600"/>
              <a:t>Report of retrospective analysis on APVRS (Aug 2026): BI review comments have been sent to sponsor-investigator.</a:t>
            </a:r>
            <a:endParaRPr lang="en-US"/>
          </a:p>
        </p:txBody>
      </p:sp>
      <p:pic>
        <p:nvPicPr>
          <p:cNvPr id="13" name="内容占位符 12" descr="图表, 散点图&#10;&#10;AI 生成的内容可能不正确。">
            <a:extLst>
              <a:ext uri="{FF2B5EF4-FFF2-40B4-BE49-F238E27FC236}">
                <a16:creationId xmlns:a16="http://schemas.microsoft.com/office/drawing/2014/main" id="{22EBFB49-A6C7-A769-DC3C-A561F5C9043E}"/>
              </a:ext>
            </a:extLst>
          </p:cNvPr>
          <p:cNvPicPr>
            <a:picLocks noGrp="1" noChangeAspect="1"/>
          </p:cNvPicPr>
          <p:nvPr>
            <p:ph idx="1"/>
          </p:nvPr>
        </p:nvPicPr>
        <p:blipFill>
          <a:blip r:embed="rId3"/>
          <a:stretch>
            <a:fillRect/>
          </a:stretch>
        </p:blipFill>
        <p:spPr bwMode="gray">
          <a:xfrm>
            <a:off x="772508" y="879477"/>
            <a:ext cx="10657873" cy="3477600"/>
          </a:xfrm>
          <a:prstGeom prst="rect">
            <a:avLst/>
          </a:prstGeom>
        </p:spPr>
      </p:pic>
      <p:sp>
        <p:nvSpPr>
          <p:cNvPr id="14" name="Rectangle 5">
            <a:extLst>
              <a:ext uri="{FF2B5EF4-FFF2-40B4-BE49-F238E27FC236}">
                <a16:creationId xmlns:a16="http://schemas.microsoft.com/office/drawing/2014/main" id="{EF9F97C0-1AE9-E673-CDC9-EA8DEECCDD01}"/>
              </a:ext>
            </a:extLst>
          </p:cNvPr>
          <p:cNvSpPr/>
          <p:nvPr/>
        </p:nvSpPr>
        <p:spPr>
          <a:xfrm>
            <a:off x="1154376" y="880837"/>
            <a:ext cx="2199441" cy="1127902"/>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38619" tIns="38619" rIns="38619" bIns="38619" rtlCol="0" anchor="ctr"/>
          <a:lstStyle>
            <a:defPPr>
              <a:defRPr lang="zh-CN"/>
            </a:defPPr>
            <a:lvl1pPr marL="0" indent="0" algn="l" defTabSz="914400" rtl="0" eaLnBrk="1" latinLnBrk="0" hangingPunct="1">
              <a:defRPr sz="1100" kern="1200">
                <a:solidFill>
                  <a:schemeClr val="lt1"/>
                </a:solidFill>
                <a:latin typeface="+mn-lt"/>
                <a:ea typeface="+mn-ea"/>
                <a:cs typeface="+mn-cs"/>
              </a:defRPr>
            </a:lvl1pPr>
            <a:lvl2pPr marL="457200" indent="0" algn="l" defTabSz="914400" rtl="0" eaLnBrk="1" latinLnBrk="0" hangingPunct="1">
              <a:defRPr sz="1100" kern="1200">
                <a:solidFill>
                  <a:schemeClr val="lt1"/>
                </a:solidFill>
                <a:latin typeface="+mn-lt"/>
                <a:ea typeface="+mn-ea"/>
                <a:cs typeface="+mn-cs"/>
              </a:defRPr>
            </a:lvl2pPr>
            <a:lvl3pPr marL="914400" indent="0" algn="l" defTabSz="914400" rtl="0" eaLnBrk="1" latinLnBrk="0" hangingPunct="1">
              <a:defRPr sz="1100" kern="1200">
                <a:solidFill>
                  <a:schemeClr val="lt1"/>
                </a:solidFill>
                <a:latin typeface="+mn-lt"/>
                <a:ea typeface="+mn-ea"/>
                <a:cs typeface="+mn-cs"/>
              </a:defRPr>
            </a:lvl3pPr>
            <a:lvl4pPr marL="1371600" indent="0" algn="l" defTabSz="914400" rtl="0" eaLnBrk="1" latinLnBrk="0" hangingPunct="1">
              <a:defRPr sz="1100" kern="1200">
                <a:solidFill>
                  <a:schemeClr val="lt1"/>
                </a:solidFill>
                <a:latin typeface="+mn-lt"/>
                <a:ea typeface="+mn-ea"/>
                <a:cs typeface="+mn-cs"/>
              </a:defRPr>
            </a:lvl4pPr>
            <a:lvl5pPr marL="1828800" indent="0" algn="l" defTabSz="914400" rtl="0" eaLnBrk="1" latinLnBrk="0" hangingPunct="1">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Cut-off date: </a:t>
            </a:r>
            <a:r>
              <a:rPr lang="en-US" sz="1000" i="1">
                <a:solidFill>
                  <a:srgbClr val="002060"/>
                </a:solidFill>
                <a:latin typeface="Boehringer Forward Text"/>
              </a:rPr>
              <a:t>2026.03.02</a:t>
            </a:r>
            <a:endParaRPr kumimoji="0" lang="en-US" sz="1000" b="0" i="1" u="none" strike="noStrike" kern="1200" cap="none" spc="0" normalizeH="0" baseline="0" noProof="0">
              <a:ln>
                <a:noFill/>
              </a:ln>
              <a:solidFill>
                <a:srgbClr val="002060"/>
              </a:solidFill>
              <a:effectLst/>
              <a:uLnTx/>
              <a:uFillTx/>
              <a:latin typeface="Boehringer Forward Text"/>
              <a:ea typeface="+mn-ea"/>
              <a:cs typeface="+mn-cs"/>
            </a:endParaRPr>
          </a:p>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Total Enrollment:   </a:t>
            </a:r>
            <a:endParaRPr lang="en-US" sz="1000" b="0" i="0" u="none" strike="noStrike" kern="1200" cap="none" spc="0" normalizeH="0" baseline="0" noProof="0">
              <a:ln>
                <a:noFill/>
              </a:ln>
              <a:solidFill>
                <a:srgbClr val="000000"/>
              </a:solidFill>
              <a:effectLst/>
              <a:uLnTx/>
              <a:uFillTx/>
              <a:latin typeface="Boehringer Forward Text"/>
            </a:endParaRPr>
          </a:p>
          <a:p>
            <a:pPr marL="171450" marR="0" lvl="0" indent="-171450" algn="l" defTabSz="49045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Prospective group: </a:t>
            </a:r>
            <a:r>
              <a:rPr lang="en-US" sz="1000">
                <a:solidFill>
                  <a:srgbClr val="000000"/>
                </a:solidFill>
                <a:latin typeface="Boehringer Forward Text"/>
              </a:rPr>
              <a:t>11</a:t>
            </a:r>
            <a:r>
              <a:rPr lang="en-US" sz="1000">
                <a:solidFill>
                  <a:srgbClr val="002060"/>
                </a:solidFill>
                <a:latin typeface="Boehringer Forward Text"/>
              </a:rPr>
              <a:t>/70</a:t>
            </a:r>
            <a:endParaRPr lang="en-US" sz="1000" b="0" i="0" u="none" strike="noStrike" kern="1200" cap="none" spc="0" normalizeH="0" baseline="0" noProof="0">
              <a:ln>
                <a:noFill/>
              </a:ln>
              <a:solidFill>
                <a:srgbClr val="002060"/>
              </a:solidFill>
              <a:effectLst/>
              <a:uLnTx/>
              <a:uFillTx/>
              <a:latin typeface="Boehringer Forward Text"/>
            </a:endParaRPr>
          </a:p>
          <a:p>
            <a:pPr marL="171450" marR="0" lvl="0" indent="-171450" algn="l" defTabSz="49045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Cross-sectional group: </a:t>
            </a:r>
            <a:r>
              <a:rPr lang="en-US" sz="1000">
                <a:solidFill>
                  <a:prstClr val="black"/>
                </a:solidFill>
                <a:latin typeface="Boehringer Forward Text"/>
              </a:rPr>
              <a:t>62</a:t>
            </a:r>
            <a:r>
              <a:rPr lang="en-US" altLang="zh-CN" sz="1000">
                <a:solidFill>
                  <a:srgbClr val="002060"/>
                </a:solidFill>
                <a:latin typeface="Boehringer Forward Text"/>
              </a:rPr>
              <a:t>/120</a:t>
            </a:r>
            <a:endParaRPr lang="en-US" altLang="zh-CN" sz="1000" b="0" i="0" u="none" strike="noStrike" kern="1200" cap="none" spc="0" normalizeH="0" baseline="0" noProof="0">
              <a:ln>
                <a:noFill/>
              </a:ln>
              <a:solidFill>
                <a:srgbClr val="002060"/>
              </a:solidFill>
              <a:effectLst/>
              <a:uLnTx/>
              <a:uFillTx/>
              <a:latin typeface="Boehringer Forward Text"/>
            </a:endParaRPr>
          </a:p>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Site initiation: </a:t>
            </a:r>
            <a:r>
              <a:rPr lang="en-US" sz="1000">
                <a:solidFill>
                  <a:srgbClr val="000000"/>
                </a:solidFill>
                <a:latin typeface="Boehringer Forward Text"/>
              </a:rPr>
              <a:t>10</a:t>
            </a:r>
            <a:r>
              <a:rPr lang="en-US" sz="1000">
                <a:solidFill>
                  <a:srgbClr val="002060"/>
                </a:solidFill>
                <a:latin typeface="Boehringer Forward Text"/>
              </a:rPr>
              <a:t>/16</a:t>
            </a:r>
            <a:endParaRPr kumimoji="0" lang="en-US" sz="1000" b="0" i="0" u="none" strike="noStrike" kern="1200" cap="none" spc="0" normalizeH="0" baseline="0" noProof="0">
              <a:ln>
                <a:noFill/>
              </a:ln>
              <a:solidFill>
                <a:srgbClr val="002060"/>
              </a:solidFill>
              <a:effectLst/>
              <a:uLnTx/>
              <a:uFillTx/>
              <a:latin typeface="Boehringer Forward Text"/>
              <a:ea typeface="+mn-ea"/>
              <a:cs typeface="+mn-cs"/>
            </a:endParaRPr>
          </a:p>
        </p:txBody>
      </p:sp>
    </p:spTree>
    <p:extLst>
      <p:ext uri="{BB962C8B-B14F-4D97-AF65-F5344CB8AC3E}">
        <p14:creationId xmlns:p14="http://schemas.microsoft.com/office/powerpoint/2010/main" val="6847541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0BF1AAE-48DB-C3F6-A08C-EA56F54EBF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E015D6-5EAC-02F1-6875-49DAC7A6CF10}"/>
              </a:ext>
            </a:extLst>
          </p:cNvPr>
          <p:cNvSpPr>
            <a:spLocks noGrp="1"/>
          </p:cNvSpPr>
          <p:nvPr>
            <p:ph type="title"/>
          </p:nvPr>
        </p:nvSpPr>
        <p:spPr/>
        <p:txBody>
          <a:bodyPr/>
          <a:lstStyle/>
          <a:p>
            <a:r>
              <a:rPr lang="it-IT" altLang="zh-CN"/>
              <a:t>1484-0020 COMPASS BI 771716 / Anti-C3 AB, GA, China Recruitment</a:t>
            </a:r>
            <a:endParaRPr lang="zh-CN" altLang="en-US"/>
          </a:p>
        </p:txBody>
      </p:sp>
      <p:sp>
        <p:nvSpPr>
          <p:cNvPr id="5" name="Footer Placeholder 4">
            <a:extLst>
              <a:ext uri="{FF2B5EF4-FFF2-40B4-BE49-F238E27FC236}">
                <a16:creationId xmlns:a16="http://schemas.microsoft.com/office/drawing/2014/main" id="{1D0E12EF-D8EF-4DE2-70E4-3E38DABEFB61}"/>
              </a:ext>
            </a:extLst>
          </p:cNvPr>
          <p:cNvSpPr>
            <a:spLocks noGrp="1"/>
          </p:cNvSpPr>
          <p:nvPr>
            <p:ph type="ftr" sz="quarter" idx="19"/>
          </p:nvPr>
        </p:nvSpPr>
        <p:spPr bwMode="gray">
          <a:xfrm>
            <a:off x="6312024" y="6246836"/>
            <a:ext cx="5040560" cy="288000"/>
          </a:xfrm>
          <a:prstGeom prst="rect">
            <a:avLst/>
          </a:prstGeom>
        </p:spPr>
        <p:txBody>
          <a:bodyPr vert="horz" lIns="0" tIns="0" rIns="0" bIns="0" rtlCol="0" anchor="b">
            <a:noAutofit/>
          </a:bodyPr>
          <a:lstStyle>
            <a:defPPr>
              <a:defRPr lang="zh-CN"/>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r>
              <a:rPr lang="en-US"/>
              <a:t>Presentation title    |    ONLY FOR INTERNAL USE</a:t>
            </a:r>
          </a:p>
        </p:txBody>
      </p:sp>
      <p:sp>
        <p:nvSpPr>
          <p:cNvPr id="6" name="Slide Number Placeholder 5">
            <a:extLst>
              <a:ext uri="{FF2B5EF4-FFF2-40B4-BE49-F238E27FC236}">
                <a16:creationId xmlns:a16="http://schemas.microsoft.com/office/drawing/2014/main" id="{EC7DE435-92F1-3DDB-A88B-36875159D9EC}"/>
              </a:ext>
            </a:extLst>
          </p:cNvPr>
          <p:cNvSpPr>
            <a:spLocks noGrp="1"/>
          </p:cNvSpPr>
          <p:nvPr>
            <p:ph type="sldNum" sz="quarter" idx="20"/>
          </p:nvPr>
        </p:nvSpPr>
        <p:spPr/>
        <p:txBody>
          <a:bodyPr/>
          <a:lstStyle/>
          <a:p>
            <a:fld id="{DF4E8F9F-5B1F-4F5B-BE49-3245D8C18D9F}" type="slidenum">
              <a:rPr lang="en-US" smtClean="0"/>
              <a:pPr/>
              <a:t>25</a:t>
            </a:fld>
            <a:endParaRPr lang="en-US"/>
          </a:p>
        </p:txBody>
      </p:sp>
      <p:sp>
        <p:nvSpPr>
          <p:cNvPr id="3" name="TextBox 2">
            <a:extLst>
              <a:ext uri="{FF2B5EF4-FFF2-40B4-BE49-F238E27FC236}">
                <a16:creationId xmlns:a16="http://schemas.microsoft.com/office/drawing/2014/main" id="{17B0EE93-F306-7217-3C92-5CFE71ED2998}"/>
              </a:ext>
            </a:extLst>
          </p:cNvPr>
          <p:cNvSpPr txBox="1"/>
          <p:nvPr/>
        </p:nvSpPr>
        <p:spPr bwMode="gray">
          <a:xfrm>
            <a:off x="800796" y="5063516"/>
            <a:ext cx="10551788" cy="1005340"/>
          </a:xfrm>
          <a:prstGeom prst="rect">
            <a:avLst/>
          </a:prstGeom>
          <a:noFill/>
        </p:spPr>
        <p:txBody>
          <a:bodyPr wrap="square" lIns="0" tIns="0" rIns="0" bIns="0" rtlCol="0" anchor="t">
            <a:spAutoFit/>
          </a:bodyPr>
          <a:lstStyle/>
          <a:p>
            <a:pPr marL="179705" indent="-179705">
              <a:lnSpc>
                <a:spcPct val="140000"/>
              </a:lnSpc>
              <a:buFont typeface="Arial" panose="020B0604020202020204" pitchFamily="34" charset="0"/>
              <a:buChar char="•"/>
            </a:pPr>
            <a:r>
              <a:rPr lang="en-US" altLang="zh-CN" sz="1600"/>
              <a:t>The updated study timeline is confirmed by PI.</a:t>
            </a:r>
          </a:p>
          <a:p>
            <a:pPr marL="179705" indent="-179705">
              <a:lnSpc>
                <a:spcPct val="140000"/>
              </a:lnSpc>
              <a:buFont typeface="Arial" panose="020B0604020202020204" pitchFamily="34" charset="0"/>
              <a:buChar char="•"/>
            </a:pPr>
            <a:r>
              <a:rPr lang="en-US" altLang="zh-CN" sz="1600"/>
              <a:t>Report of retrospective analysis on APVRS (Aug 2026): BI review comments have been sent to sponsor-investigator.</a:t>
            </a:r>
            <a:endParaRPr lang="en-US"/>
          </a:p>
        </p:txBody>
      </p:sp>
      <p:pic>
        <p:nvPicPr>
          <p:cNvPr id="9" name="Content Placeholder 8">
            <a:extLst>
              <a:ext uri="{FF2B5EF4-FFF2-40B4-BE49-F238E27FC236}">
                <a16:creationId xmlns:a16="http://schemas.microsoft.com/office/drawing/2014/main" id="{46515456-EF7A-F4B4-16DF-32D6947648EF}"/>
              </a:ext>
            </a:extLst>
          </p:cNvPr>
          <p:cNvPicPr>
            <a:picLocks noGrp="1" noChangeAspect="1"/>
          </p:cNvPicPr>
          <p:nvPr>
            <p:ph idx="1"/>
          </p:nvPr>
        </p:nvPicPr>
        <p:blipFill>
          <a:blip r:embed="rId3"/>
          <a:stretch>
            <a:fillRect/>
          </a:stretch>
        </p:blipFill>
        <p:spPr bwMode="gray">
          <a:xfrm>
            <a:off x="755976" y="977029"/>
            <a:ext cx="7061007" cy="3908505"/>
          </a:xfrm>
          <a:prstGeom prst="rect">
            <a:avLst/>
          </a:prstGeom>
        </p:spPr>
      </p:pic>
      <p:sp>
        <p:nvSpPr>
          <p:cNvPr id="10" name="Rectangle 5">
            <a:extLst>
              <a:ext uri="{FF2B5EF4-FFF2-40B4-BE49-F238E27FC236}">
                <a16:creationId xmlns:a16="http://schemas.microsoft.com/office/drawing/2014/main" id="{EF9F97C0-1AE9-E673-CDC9-EA8DEECCDD01}"/>
              </a:ext>
            </a:extLst>
          </p:cNvPr>
          <p:cNvSpPr/>
          <p:nvPr/>
        </p:nvSpPr>
        <p:spPr>
          <a:xfrm>
            <a:off x="1104272" y="1374981"/>
            <a:ext cx="2114917" cy="907933"/>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38619" tIns="38619" rIns="38619" bIns="38619" rtlCol="0" anchor="ctr"/>
          <a:lstStyle>
            <a:defPPr>
              <a:defRPr lang="zh-CN"/>
            </a:defPPr>
            <a:lvl1pPr marL="0" indent="0" algn="l" defTabSz="914400" rtl="0" eaLnBrk="1" latinLnBrk="0" hangingPunct="1">
              <a:defRPr sz="1100" kern="1200">
                <a:solidFill>
                  <a:schemeClr val="lt1"/>
                </a:solidFill>
                <a:latin typeface="+mn-lt"/>
                <a:ea typeface="+mn-ea"/>
                <a:cs typeface="+mn-cs"/>
              </a:defRPr>
            </a:lvl1pPr>
            <a:lvl2pPr marL="457200" indent="0" algn="l" defTabSz="914400" rtl="0" eaLnBrk="1" latinLnBrk="0" hangingPunct="1">
              <a:defRPr sz="1100" kern="1200">
                <a:solidFill>
                  <a:schemeClr val="lt1"/>
                </a:solidFill>
                <a:latin typeface="+mn-lt"/>
                <a:ea typeface="+mn-ea"/>
                <a:cs typeface="+mn-cs"/>
              </a:defRPr>
            </a:lvl2pPr>
            <a:lvl3pPr marL="914400" indent="0" algn="l" defTabSz="914400" rtl="0" eaLnBrk="1" latinLnBrk="0" hangingPunct="1">
              <a:defRPr sz="1100" kern="1200">
                <a:solidFill>
                  <a:schemeClr val="lt1"/>
                </a:solidFill>
                <a:latin typeface="+mn-lt"/>
                <a:ea typeface="+mn-ea"/>
                <a:cs typeface="+mn-cs"/>
              </a:defRPr>
            </a:lvl3pPr>
            <a:lvl4pPr marL="1371600" indent="0" algn="l" defTabSz="914400" rtl="0" eaLnBrk="1" latinLnBrk="0" hangingPunct="1">
              <a:defRPr sz="1100" kern="1200">
                <a:solidFill>
                  <a:schemeClr val="lt1"/>
                </a:solidFill>
                <a:latin typeface="+mn-lt"/>
                <a:ea typeface="+mn-ea"/>
                <a:cs typeface="+mn-cs"/>
              </a:defRPr>
            </a:lvl4pPr>
            <a:lvl5pPr marL="1828800" indent="0" algn="l" defTabSz="914400" rtl="0" eaLnBrk="1" latinLnBrk="0" hangingPunct="1">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Cut-off date: </a:t>
            </a:r>
            <a:r>
              <a:rPr lang="en-US" sz="1000" i="1">
                <a:solidFill>
                  <a:srgbClr val="002060"/>
                </a:solidFill>
                <a:latin typeface="Boehringer Forward Text"/>
              </a:rPr>
              <a:t>2026.03.02</a:t>
            </a:r>
            <a:endParaRPr kumimoji="0" lang="en-US" sz="1000" b="0" i="1" u="none" strike="noStrike" kern="1200" cap="none" spc="0" normalizeH="0" baseline="0" noProof="0">
              <a:ln>
                <a:noFill/>
              </a:ln>
              <a:solidFill>
                <a:srgbClr val="002060"/>
              </a:solidFill>
              <a:effectLst/>
              <a:uLnTx/>
              <a:uFillTx/>
              <a:latin typeface="Boehringer Forward Text"/>
              <a:ea typeface="+mn-ea"/>
              <a:cs typeface="+mn-cs"/>
            </a:endParaRPr>
          </a:p>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Total Enrollment:   </a:t>
            </a:r>
            <a:endParaRPr lang="en-US" sz="1000" b="0" i="0" u="none" strike="noStrike" kern="1200" cap="none" spc="0" normalizeH="0" baseline="0" noProof="0">
              <a:ln>
                <a:noFill/>
              </a:ln>
              <a:solidFill>
                <a:srgbClr val="000000"/>
              </a:solidFill>
              <a:effectLst/>
              <a:uLnTx/>
              <a:uFillTx/>
              <a:latin typeface="Boehringer Forward Text"/>
            </a:endParaRPr>
          </a:p>
          <a:p>
            <a:pPr marL="171450" marR="0" lvl="0" indent="-171450" algn="l" defTabSz="49045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Prospective group: </a:t>
            </a:r>
            <a:r>
              <a:rPr lang="en-US" sz="1000">
                <a:solidFill>
                  <a:srgbClr val="000000"/>
                </a:solidFill>
                <a:latin typeface="Boehringer Forward Text"/>
              </a:rPr>
              <a:t>11</a:t>
            </a:r>
            <a:r>
              <a:rPr lang="en-US" sz="1000">
                <a:solidFill>
                  <a:srgbClr val="002060"/>
                </a:solidFill>
                <a:latin typeface="Boehringer Forward Text"/>
              </a:rPr>
              <a:t>/70</a:t>
            </a:r>
            <a:endParaRPr lang="en-US" sz="1000" b="0" i="0" u="none" strike="noStrike" kern="1200" cap="none" spc="0" normalizeH="0" baseline="0" noProof="0">
              <a:ln>
                <a:noFill/>
              </a:ln>
              <a:solidFill>
                <a:srgbClr val="002060"/>
              </a:solidFill>
              <a:effectLst/>
              <a:uLnTx/>
              <a:uFillTx/>
              <a:latin typeface="Boehringer Forward Text"/>
            </a:endParaRPr>
          </a:p>
          <a:p>
            <a:pPr marL="171450" marR="0" lvl="0" indent="-171450" algn="l" defTabSz="49045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Cross-sectional group: </a:t>
            </a:r>
            <a:r>
              <a:rPr lang="en-US" sz="1000">
                <a:solidFill>
                  <a:prstClr val="black"/>
                </a:solidFill>
                <a:latin typeface="Boehringer Forward Text"/>
              </a:rPr>
              <a:t>62</a:t>
            </a:r>
            <a:r>
              <a:rPr lang="en-US" altLang="zh-CN" sz="1000">
                <a:solidFill>
                  <a:srgbClr val="002060"/>
                </a:solidFill>
                <a:latin typeface="Boehringer Forward Text"/>
              </a:rPr>
              <a:t>/120</a:t>
            </a:r>
            <a:endParaRPr lang="en-US" altLang="zh-CN" sz="1000" b="0" i="0" u="none" strike="noStrike" kern="1200" cap="none" spc="0" normalizeH="0" baseline="0" noProof="0">
              <a:ln>
                <a:noFill/>
              </a:ln>
              <a:solidFill>
                <a:srgbClr val="002060"/>
              </a:solidFill>
              <a:effectLst/>
              <a:uLnTx/>
              <a:uFillTx/>
              <a:latin typeface="Boehringer Forward Text"/>
            </a:endParaRPr>
          </a:p>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Site initiation: </a:t>
            </a:r>
            <a:r>
              <a:rPr lang="en-US" sz="1000">
                <a:solidFill>
                  <a:srgbClr val="000000"/>
                </a:solidFill>
                <a:latin typeface="Boehringer Forward Text"/>
              </a:rPr>
              <a:t>10</a:t>
            </a:r>
            <a:r>
              <a:rPr lang="en-US" sz="1000">
                <a:solidFill>
                  <a:srgbClr val="002060"/>
                </a:solidFill>
                <a:latin typeface="Boehringer Forward Text"/>
              </a:rPr>
              <a:t>/16</a:t>
            </a:r>
            <a:endParaRPr kumimoji="0" lang="en-US" sz="1000" b="0" i="0" u="none" strike="noStrike" kern="1200" cap="none" spc="0" normalizeH="0" baseline="0" noProof="0">
              <a:ln>
                <a:noFill/>
              </a:ln>
              <a:solidFill>
                <a:srgbClr val="002060"/>
              </a:solidFill>
              <a:effectLst/>
              <a:uLnTx/>
              <a:uFillTx/>
              <a:latin typeface="Boehringer Forward Text"/>
              <a:ea typeface="+mn-ea"/>
              <a:cs typeface="+mn-cs"/>
            </a:endParaRPr>
          </a:p>
        </p:txBody>
      </p:sp>
      <p:pic>
        <p:nvPicPr>
          <p:cNvPr id="12" name="Picture 11">
            <a:extLst>
              <a:ext uri="{FF2B5EF4-FFF2-40B4-BE49-F238E27FC236}">
                <a16:creationId xmlns:a16="http://schemas.microsoft.com/office/drawing/2014/main" id="{1F47FD52-EBEF-2057-924A-18426A18DA27}"/>
              </a:ext>
            </a:extLst>
          </p:cNvPr>
          <p:cNvPicPr>
            <a:picLocks noChangeAspect="1"/>
          </p:cNvPicPr>
          <p:nvPr/>
        </p:nvPicPr>
        <p:blipFill>
          <a:blip r:embed="rId4"/>
          <a:stretch>
            <a:fillRect/>
          </a:stretch>
        </p:blipFill>
        <p:spPr>
          <a:xfrm>
            <a:off x="8066763" y="977030"/>
            <a:ext cx="3895594" cy="3908505"/>
          </a:xfrm>
          <a:prstGeom prst="rect">
            <a:avLst/>
          </a:prstGeom>
        </p:spPr>
      </p:pic>
    </p:spTree>
    <p:extLst>
      <p:ext uri="{BB962C8B-B14F-4D97-AF65-F5344CB8AC3E}">
        <p14:creationId xmlns:p14="http://schemas.microsoft.com/office/powerpoint/2010/main" val="40599248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9BEC4BE-E75C-0307-D9D4-7CE062EF48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273B0C-3A87-9DCF-9394-9846608D2817}"/>
              </a:ext>
            </a:extLst>
          </p:cNvPr>
          <p:cNvSpPr>
            <a:spLocks noGrp="1"/>
          </p:cNvSpPr>
          <p:nvPr>
            <p:ph type="title"/>
          </p:nvPr>
        </p:nvSpPr>
        <p:spPr/>
        <p:txBody>
          <a:bodyPr/>
          <a:lstStyle/>
          <a:p>
            <a:r>
              <a:rPr lang="en-US" altLang="zh-CN">
                <a:latin typeface="+mn-lt"/>
              </a:rPr>
              <a:t>BI 764524 / Anti-Sema3A, Diabetic Retinopathy (DR), Development Plan </a:t>
            </a:r>
            <a:endParaRPr lang="zh-CN" altLang="en-US">
              <a:latin typeface="+mn-lt"/>
            </a:endParaRPr>
          </a:p>
        </p:txBody>
      </p:sp>
      <p:sp>
        <p:nvSpPr>
          <p:cNvPr id="4" name="Text Placeholder 3">
            <a:extLst>
              <a:ext uri="{FF2B5EF4-FFF2-40B4-BE49-F238E27FC236}">
                <a16:creationId xmlns:a16="http://schemas.microsoft.com/office/drawing/2014/main" id="{752C30EF-6F40-6BE8-0628-F146A1B50E04}"/>
              </a:ext>
            </a:extLst>
          </p:cNvPr>
          <p:cNvSpPr>
            <a:spLocks noGrp="1"/>
          </p:cNvSpPr>
          <p:nvPr>
            <p:ph type="body" sz="quarter" idx="13"/>
          </p:nvPr>
        </p:nvSpPr>
        <p:spPr>
          <a:xfrm>
            <a:off x="484544" y="6706792"/>
            <a:ext cx="11232000" cy="144000"/>
          </a:xfrm>
        </p:spPr>
        <p:txBody>
          <a:bodyPr/>
          <a:lstStyle/>
          <a:p>
            <a:r>
              <a:rPr lang="en-US" altLang="zh-CN"/>
              <a:t>DR: Diabetic Retinopathy; CI-DME: Center-Involved Diabetic Macular Edema; RNP: Retinol Non-Perfusion; PRP: </a:t>
            </a:r>
            <a:r>
              <a:rPr lang="en-US" altLang="zh-CN" err="1"/>
              <a:t>Panretinal</a:t>
            </a:r>
            <a:r>
              <a:rPr lang="en-US" altLang="zh-CN"/>
              <a:t> Photocoagulation </a:t>
            </a:r>
            <a:endParaRPr lang="zh-CN" altLang="en-US"/>
          </a:p>
        </p:txBody>
      </p:sp>
      <p:sp>
        <p:nvSpPr>
          <p:cNvPr id="6" name="Slide Number Placeholder 5">
            <a:extLst>
              <a:ext uri="{FF2B5EF4-FFF2-40B4-BE49-F238E27FC236}">
                <a16:creationId xmlns:a16="http://schemas.microsoft.com/office/drawing/2014/main" id="{F876FF69-E445-682D-2F32-EE2ECA4E369E}"/>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F743BF8B-7982-99BC-FCC3-C01B67F1CA10}"/>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26</a:t>
            </a:fld>
            <a:endParaRPr lang="en-US" kern="0">
              <a:solidFill>
                <a:srgbClr val="08312A"/>
              </a:solidFill>
              <a:cs typeface="Arial"/>
              <a:sym typeface="Arial"/>
            </a:endParaRPr>
          </a:p>
        </p:txBody>
      </p:sp>
      <p:sp>
        <p:nvSpPr>
          <p:cNvPr id="240" name="OTLSHAPE_T_5a934a26f311425e8ebaa0f45e6533ad_Shape">
            <a:extLst>
              <a:ext uri="{FF2B5EF4-FFF2-40B4-BE49-F238E27FC236}">
                <a16:creationId xmlns:a16="http://schemas.microsoft.com/office/drawing/2014/main" id="{AF20707D-06DD-E9CD-AA70-74317D5662A8}"/>
              </a:ext>
            </a:extLst>
          </p:cNvPr>
          <p:cNvSpPr/>
          <p:nvPr>
            <p:custDataLst>
              <p:tags r:id="rId1"/>
            </p:custDataLst>
          </p:nvPr>
        </p:nvSpPr>
        <p:spPr bwMode="auto">
          <a:xfrm>
            <a:off x="4157517" y="2278100"/>
            <a:ext cx="3196564"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graphicFrame>
        <p:nvGraphicFramePr>
          <p:cNvPr id="241" name="Table 3">
            <a:extLst>
              <a:ext uri="{FF2B5EF4-FFF2-40B4-BE49-F238E27FC236}">
                <a16:creationId xmlns:a16="http://schemas.microsoft.com/office/drawing/2014/main" id="{FB7DDFBA-A776-73D1-CFCA-57C6AF9A341D}"/>
              </a:ext>
            </a:extLst>
          </p:cNvPr>
          <p:cNvGraphicFramePr>
            <a:graphicFrameLocks noGrp="1"/>
          </p:cNvGraphicFramePr>
          <p:nvPr/>
        </p:nvGraphicFramePr>
        <p:xfrm>
          <a:off x="1285344" y="1027483"/>
          <a:ext cx="10658940"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31B940A1-AE57-58D4-AE26-A50D390FD430}"/>
              </a:ext>
            </a:extLst>
          </p:cNvPr>
          <p:cNvCxnSpPr>
            <a:cxnSpLocks/>
          </p:cNvCxnSpPr>
          <p:nvPr/>
        </p:nvCxnSpPr>
        <p:spPr bwMode="auto">
          <a:xfrm flipH="1">
            <a:off x="0" y="4079220"/>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04443C5A-9139-60A3-ED2F-C30350811A70}"/>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D908A37F-12F7-C375-04F6-67F8CB9BBFC8}"/>
              </a:ext>
            </a:extLst>
          </p:cNvPr>
          <p:cNvSpPr/>
          <p:nvPr/>
        </p:nvSpPr>
        <p:spPr>
          <a:xfrm rot="5400000">
            <a:off x="11736946" y="1254539"/>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3A58E601-81EE-A112-B522-047FC144B5A5}"/>
              </a:ext>
            </a:extLst>
          </p:cNvPr>
          <p:cNvSpPr txBox="1"/>
          <p:nvPr/>
        </p:nvSpPr>
        <p:spPr>
          <a:xfrm>
            <a:off x="31595" y="2220808"/>
            <a:ext cx="825189"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Ph2b -</a:t>
            </a:r>
          </a:p>
          <a:p>
            <a:pPr algn="ctr" defTabSz="914377">
              <a:defRPr/>
            </a:pPr>
            <a:r>
              <a:rPr lang="en-US" altLang="zh-CN" sz="1067" b="1">
                <a:solidFill>
                  <a:srgbClr val="08312A"/>
                </a:solidFill>
                <a:cs typeface="Calibri" panose="020F0502020204030204" pitchFamily="34" charset="0"/>
              </a:rPr>
              <a:t>1436-0007</a:t>
            </a:r>
          </a:p>
          <a:p>
            <a:pPr algn="ctr" defTabSz="914377">
              <a:defRPr/>
            </a:pPr>
            <a:r>
              <a:rPr lang="en-US" sz="1067" b="1">
                <a:solidFill>
                  <a:srgbClr val="08312A"/>
                </a:solidFill>
                <a:cs typeface="Calibri" panose="020F0502020204030204" pitchFamily="34" charset="0"/>
              </a:rPr>
              <a:t>CRIMSON</a:t>
            </a:r>
          </a:p>
        </p:txBody>
      </p:sp>
      <p:pic>
        <p:nvPicPr>
          <p:cNvPr id="246" name="Picture 4">
            <a:extLst>
              <a:ext uri="{FF2B5EF4-FFF2-40B4-BE49-F238E27FC236}">
                <a16:creationId xmlns:a16="http://schemas.microsoft.com/office/drawing/2014/main" id="{82BE6810-AD72-8444-BB36-8CB60FA95AFF}"/>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62F36FF7-B539-B248-4C14-A3CDE92E9A01}"/>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27783" y="4098683"/>
            <a:ext cx="1138019" cy="560880"/>
          </a:xfrm>
          <a:prstGeom prst="rect">
            <a:avLst/>
          </a:prstGeom>
        </p:spPr>
      </p:pic>
      <p:sp>
        <p:nvSpPr>
          <p:cNvPr id="249" name="Rectangle 52">
            <a:extLst>
              <a:ext uri="{FF2B5EF4-FFF2-40B4-BE49-F238E27FC236}">
                <a16:creationId xmlns:a16="http://schemas.microsoft.com/office/drawing/2014/main" id="{2F2C283F-3D49-F8E1-ED08-302C04BA624E}"/>
              </a:ext>
            </a:extLst>
          </p:cNvPr>
          <p:cNvSpPr/>
          <p:nvPr/>
        </p:nvSpPr>
        <p:spPr>
          <a:xfrm>
            <a:off x="909910" y="2563974"/>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47107144-64CF-4511-D3FB-19ACE8C801A9}"/>
              </a:ext>
            </a:extLst>
          </p:cNvPr>
          <p:cNvSpPr txBox="1"/>
          <p:nvPr>
            <p:custDataLst>
              <p:tags r:id="rId2"/>
            </p:custDataLst>
          </p:nvPr>
        </p:nvSpPr>
        <p:spPr>
          <a:xfrm>
            <a:off x="586363" y="2099832"/>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May 2024</a:t>
            </a:r>
            <a:endParaRPr lang="zh-CN" altLang="en-US" sz="1067" b="1" i="1">
              <a:solidFill>
                <a:schemeClr val="bg1">
                  <a:lumMod val="65000"/>
                </a:schemeClr>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42848E62-C9AE-E461-5409-BBB0859A4674}"/>
              </a:ext>
            </a:extLst>
          </p:cNvPr>
          <p:cNvSpPr/>
          <p:nvPr>
            <p:custDataLst>
              <p:tags r:id="rId3"/>
            </p:custDataLst>
          </p:nvPr>
        </p:nvSpPr>
        <p:spPr bwMode="auto">
          <a:xfrm>
            <a:off x="1110236" y="2273316"/>
            <a:ext cx="3047603"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Ph2b in NPDR without CI-DME, CRIMSON,</a:t>
            </a:r>
            <a:r>
              <a:rPr lang="zh-CN" altLang="en-US" sz="1067" b="1">
                <a:solidFill>
                  <a:prstClr val="black"/>
                </a:solidFill>
                <a:ea typeface="等线" panose="02010600030101010101" pitchFamily="2" charset="-122"/>
                <a:cs typeface="Calibri" panose="020F0502020204030204" pitchFamily="34" charset="0"/>
              </a:rPr>
              <a:t> </a:t>
            </a:r>
            <a:r>
              <a:rPr lang="en-US" altLang="zh-CN" sz="1067" b="1">
                <a:solidFill>
                  <a:prstClr val="black"/>
                </a:solidFill>
                <a:ea typeface="等线" panose="02010600030101010101" pitchFamily="2" charset="-122"/>
                <a:cs typeface="Calibri" panose="020F0502020204030204" pitchFamily="34" charset="0"/>
              </a:rPr>
              <a:t>N=178 </a:t>
            </a:r>
            <a:endParaRPr lang="en-US" altLang="zh-CN" sz="1067" b="1">
              <a:solidFill>
                <a:srgbClr val="000000"/>
              </a:solidFill>
              <a:ea typeface="等线" panose="02010600030101010101" pitchFamily="2" charset="-122"/>
              <a:cs typeface="Calibri" panose="020F0502020204030204" pitchFamily="34" charset="0"/>
            </a:endParaRPr>
          </a:p>
        </p:txBody>
      </p:sp>
      <p:sp>
        <p:nvSpPr>
          <p:cNvPr id="252" name="OTLSHAPE_T_e17f3958430f4cff8650518c93c7635e_Shape">
            <a:extLst>
              <a:ext uri="{FF2B5EF4-FFF2-40B4-BE49-F238E27FC236}">
                <a16:creationId xmlns:a16="http://schemas.microsoft.com/office/drawing/2014/main" id="{30250655-D700-6B93-FD66-85F590B485BB}"/>
              </a:ext>
            </a:extLst>
          </p:cNvPr>
          <p:cNvSpPr/>
          <p:nvPr>
            <p:custDataLst>
              <p:tags r:id="rId4"/>
            </p:custDataLst>
          </p:nvPr>
        </p:nvSpPr>
        <p:spPr bwMode="auto">
          <a:xfrm>
            <a:off x="8614815" y="4784832"/>
            <a:ext cx="1611405"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kumimoji="0" lang="en-US" altLang="zh-CN" sz="700" b="1"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rPr>
              <a:t>Ph3 in NPDR without CI-DME</a:t>
            </a:r>
          </a:p>
          <a:p>
            <a:pPr algn="ctr" defTabSz="1219108"/>
            <a:r>
              <a:rPr kumimoji="0" lang="en-US" altLang="zh-CN" sz="700" b="1"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rPr>
              <a:t>Ph3 in PDR</a:t>
            </a:r>
            <a:endParaRPr lang="en-US" altLang="zh-CN" sz="1050" b="1">
              <a:solidFill>
                <a:prstClr val="black"/>
              </a:solidFill>
              <a:ea typeface="等线" panose="02010600030101010101" pitchFamily="2" charset="-122"/>
              <a:cs typeface="Calibri" panose="020F0502020204030204" pitchFamily="34" charset="0"/>
            </a:endParaRPr>
          </a:p>
        </p:txBody>
      </p:sp>
      <p:sp>
        <p:nvSpPr>
          <p:cNvPr id="254" name="OTLSHAPE_T_e17f3958430f4cff8650518c93c7635e_Shape">
            <a:extLst>
              <a:ext uri="{FF2B5EF4-FFF2-40B4-BE49-F238E27FC236}">
                <a16:creationId xmlns:a16="http://schemas.microsoft.com/office/drawing/2014/main" id="{D5BE2779-E433-F631-4C07-3EF763B5160D}"/>
              </a:ext>
            </a:extLst>
          </p:cNvPr>
          <p:cNvSpPr/>
          <p:nvPr>
            <p:custDataLst>
              <p:tags r:id="rId5"/>
            </p:custDataLst>
          </p:nvPr>
        </p:nvSpPr>
        <p:spPr bwMode="auto">
          <a:xfrm>
            <a:off x="7438261" y="4791139"/>
            <a:ext cx="1179956"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+ 1</a:t>
            </a:r>
            <a:r>
              <a:rPr lang="en-US" altLang="zh-CN" sz="800" b="1" baseline="30000">
                <a:solidFill>
                  <a:srgbClr val="000000"/>
                </a:solidFill>
                <a:ea typeface="等线" panose="02010600030101010101" pitchFamily="2" charset="-122"/>
                <a:cs typeface="Calibri" panose="020F0502020204030204" pitchFamily="34" charset="0"/>
              </a:rPr>
              <a:t>st</a:t>
            </a:r>
            <a:r>
              <a:rPr lang="en-US" altLang="zh-CN" sz="800" b="1">
                <a:solidFill>
                  <a:srgbClr val="000000"/>
                </a:solidFill>
                <a:ea typeface="等线" panose="02010600030101010101" pitchFamily="2" charset="-122"/>
                <a:cs typeface="Calibri" panose="020F0502020204030204" pitchFamily="34" charset="0"/>
              </a:rPr>
              <a:t> SIV</a:t>
            </a:r>
            <a:endParaRPr lang="zh-CN" altLang="en-US" sz="800" b="1">
              <a:solidFill>
                <a:srgbClr val="000000"/>
              </a:solidFill>
              <a:ea typeface="等线" panose="02010600030101010101" pitchFamily="2" charset="-122"/>
              <a:cs typeface="Calibri" panose="020F0502020204030204" pitchFamily="34" charset="0"/>
            </a:endParaRPr>
          </a:p>
        </p:txBody>
      </p:sp>
      <p:sp>
        <p:nvSpPr>
          <p:cNvPr id="256" name="Rectangle 77">
            <a:extLst>
              <a:ext uri="{FF2B5EF4-FFF2-40B4-BE49-F238E27FC236}">
                <a16:creationId xmlns:a16="http://schemas.microsoft.com/office/drawing/2014/main" id="{1D49B15E-AAA6-69E4-2B50-80F9AB7AE21A}"/>
              </a:ext>
            </a:extLst>
          </p:cNvPr>
          <p:cNvSpPr/>
          <p:nvPr/>
        </p:nvSpPr>
        <p:spPr>
          <a:xfrm>
            <a:off x="8393761" y="5079430"/>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sp>
        <p:nvSpPr>
          <p:cNvPr id="258" name="OTLSHAPE_M_39ea6ebc19a94c9fab6ef5006c31df58_Shape">
            <a:extLst>
              <a:ext uri="{FF2B5EF4-FFF2-40B4-BE49-F238E27FC236}">
                <a16:creationId xmlns:a16="http://schemas.microsoft.com/office/drawing/2014/main" id="{5A274EC8-C2A1-B64C-7678-8F93DCB78797}"/>
              </a:ext>
            </a:extLst>
          </p:cNvPr>
          <p:cNvSpPr/>
          <p:nvPr>
            <p:custDataLst>
              <p:tags r:id="rId6"/>
            </p:custDataLst>
          </p:nvPr>
        </p:nvSpPr>
        <p:spPr bwMode="auto">
          <a:xfrm rot="16200000">
            <a:off x="7427484" y="5024082"/>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1DE5DEC0-43F9-E8FA-8828-A8FA3B2BB621}"/>
              </a:ext>
            </a:extLst>
          </p:cNvPr>
          <p:cNvSpPr txBox="1"/>
          <p:nvPr>
            <p:custDataLst>
              <p:tags r:id="rId7"/>
            </p:custDataLst>
          </p:nvPr>
        </p:nvSpPr>
        <p:spPr>
          <a:xfrm>
            <a:off x="7208806" y="5125596"/>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4" name="Rectangle 55">
            <a:extLst>
              <a:ext uri="{FF2B5EF4-FFF2-40B4-BE49-F238E27FC236}">
                <a16:creationId xmlns:a16="http://schemas.microsoft.com/office/drawing/2014/main" id="{2800F8C4-B222-E7BB-F968-0AD803FF2800}"/>
              </a:ext>
            </a:extLst>
          </p:cNvPr>
          <p:cNvSpPr/>
          <p:nvPr/>
        </p:nvSpPr>
        <p:spPr>
          <a:xfrm>
            <a:off x="3962894" y="2563973"/>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150F9172-907D-BAF4-6554-3533A0479C38}"/>
              </a:ext>
            </a:extLst>
          </p:cNvPr>
          <p:cNvSpPr txBox="1"/>
          <p:nvPr>
            <p:custDataLst>
              <p:tags r:id="rId8"/>
            </p:custDataLst>
          </p:nvPr>
        </p:nvSpPr>
        <p:spPr>
          <a:xfrm>
            <a:off x="3673812" y="2099832"/>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Apr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68" name="Rectangle 55">
            <a:extLst>
              <a:ext uri="{FF2B5EF4-FFF2-40B4-BE49-F238E27FC236}">
                <a16:creationId xmlns:a16="http://schemas.microsoft.com/office/drawing/2014/main" id="{BA102A08-D7E4-EAAA-93E3-5055EE92AE19}"/>
              </a:ext>
            </a:extLst>
          </p:cNvPr>
          <p:cNvSpPr/>
          <p:nvPr/>
        </p:nvSpPr>
        <p:spPr>
          <a:xfrm rot="18483593">
            <a:off x="6948890" y="2563974"/>
            <a:ext cx="987771"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Final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9" name="OTLSHAPE_T_e17f3958430f4cff8650518c93c7635e_StartDate">
            <a:extLst>
              <a:ext uri="{FF2B5EF4-FFF2-40B4-BE49-F238E27FC236}">
                <a16:creationId xmlns:a16="http://schemas.microsoft.com/office/drawing/2014/main" id="{DA9C2BE8-544E-B4D6-47F1-CFCDA44DFEFD}"/>
              </a:ext>
            </a:extLst>
          </p:cNvPr>
          <p:cNvSpPr txBox="1"/>
          <p:nvPr>
            <p:custDataLst>
              <p:tags r:id="rId9"/>
            </p:custDataLst>
          </p:nvPr>
        </p:nvSpPr>
        <p:spPr>
          <a:xfrm rot="18777782">
            <a:off x="6895635" y="2099832"/>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Oct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3" name="Star: 4 Points 143">
            <a:extLst>
              <a:ext uri="{FF2B5EF4-FFF2-40B4-BE49-F238E27FC236}">
                <a16:creationId xmlns:a16="http://schemas.microsoft.com/office/drawing/2014/main" id="{68189283-3E8B-2387-4A58-6C3B4578005D}"/>
              </a:ext>
            </a:extLst>
          </p:cNvPr>
          <p:cNvSpPr/>
          <p:nvPr/>
        </p:nvSpPr>
        <p:spPr bwMode="auto">
          <a:xfrm>
            <a:off x="1016511"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B1273E1B-8A50-5702-E3AA-2627B0158E9A}"/>
              </a:ext>
            </a:extLst>
          </p:cNvPr>
          <p:cNvSpPr/>
          <p:nvPr/>
        </p:nvSpPr>
        <p:spPr bwMode="auto">
          <a:xfrm>
            <a:off x="4069394"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5" name="Star: 4 Points 143">
            <a:extLst>
              <a:ext uri="{FF2B5EF4-FFF2-40B4-BE49-F238E27FC236}">
                <a16:creationId xmlns:a16="http://schemas.microsoft.com/office/drawing/2014/main" id="{1B49EF60-E4D8-8C61-9095-4F2C43FF455E}"/>
              </a:ext>
            </a:extLst>
          </p:cNvPr>
          <p:cNvSpPr/>
          <p:nvPr/>
        </p:nvSpPr>
        <p:spPr bwMode="auto">
          <a:xfrm>
            <a:off x="7259090"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6" name="Star: 4 Points 143">
            <a:extLst>
              <a:ext uri="{FF2B5EF4-FFF2-40B4-BE49-F238E27FC236}">
                <a16:creationId xmlns:a16="http://schemas.microsoft.com/office/drawing/2014/main" id="{D1A47E0E-26C2-ACE0-B3C1-C0AD58F8B2B0}"/>
              </a:ext>
            </a:extLst>
          </p:cNvPr>
          <p:cNvSpPr/>
          <p:nvPr/>
        </p:nvSpPr>
        <p:spPr bwMode="auto">
          <a:xfrm>
            <a:off x="8523670" y="499324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5" name="Rectangle 55">
            <a:extLst>
              <a:ext uri="{FF2B5EF4-FFF2-40B4-BE49-F238E27FC236}">
                <a16:creationId xmlns:a16="http://schemas.microsoft.com/office/drawing/2014/main" id="{55E23D3A-B453-E234-EF5B-8775B6AC9BA6}"/>
              </a:ext>
            </a:extLst>
          </p:cNvPr>
          <p:cNvSpPr/>
          <p:nvPr/>
        </p:nvSpPr>
        <p:spPr>
          <a:xfrm>
            <a:off x="5807628" y="2565299"/>
            <a:ext cx="135325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52-wk 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7" name="OTLSHAPE_T_e17f3958430f4cff8650518c93c7635e_StartDate">
            <a:extLst>
              <a:ext uri="{FF2B5EF4-FFF2-40B4-BE49-F238E27FC236}">
                <a16:creationId xmlns:a16="http://schemas.microsoft.com/office/drawing/2014/main" id="{52AA1CEF-88A9-EBE1-5915-4EF644E5E8D5}"/>
              </a:ext>
            </a:extLst>
          </p:cNvPr>
          <p:cNvSpPr txBox="1"/>
          <p:nvPr>
            <p:custDataLst>
              <p:tags r:id="rId10"/>
            </p:custDataLst>
          </p:nvPr>
        </p:nvSpPr>
        <p:spPr>
          <a:xfrm>
            <a:off x="5979910" y="2101158"/>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May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8" name="Star: 4 Points 143">
            <a:extLst>
              <a:ext uri="{FF2B5EF4-FFF2-40B4-BE49-F238E27FC236}">
                <a16:creationId xmlns:a16="http://schemas.microsoft.com/office/drawing/2014/main" id="{02588EE3-FFF9-B6CD-F0A0-BDF0AFB6A917}"/>
              </a:ext>
            </a:extLst>
          </p:cNvPr>
          <p:cNvSpPr/>
          <p:nvPr/>
        </p:nvSpPr>
        <p:spPr bwMode="auto">
          <a:xfrm>
            <a:off x="6385010" y="246732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9" name="OTLSHAPE_T_5a934a26f311425e8ebaa0f45e6533ad_Shape">
            <a:extLst>
              <a:ext uri="{FF2B5EF4-FFF2-40B4-BE49-F238E27FC236}">
                <a16:creationId xmlns:a16="http://schemas.microsoft.com/office/drawing/2014/main" id="{3FE6342F-66AB-294D-CE08-4E5998ADB92A}"/>
              </a:ext>
            </a:extLst>
          </p:cNvPr>
          <p:cNvSpPr/>
          <p:nvPr>
            <p:custDataLst>
              <p:tags r:id="rId11"/>
            </p:custDataLst>
          </p:nvPr>
        </p:nvSpPr>
        <p:spPr bwMode="auto">
          <a:xfrm>
            <a:off x="10226221" y="3231974"/>
            <a:ext cx="1876211"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10" name="Rectangle 52">
            <a:extLst>
              <a:ext uri="{FF2B5EF4-FFF2-40B4-BE49-F238E27FC236}">
                <a16:creationId xmlns:a16="http://schemas.microsoft.com/office/drawing/2014/main" id="{918791C7-D30A-FB76-C130-F3D9AC1C9185}"/>
              </a:ext>
            </a:extLst>
          </p:cNvPr>
          <p:cNvSpPr/>
          <p:nvPr/>
        </p:nvSpPr>
        <p:spPr>
          <a:xfrm>
            <a:off x="8411353" y="3525804"/>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11" name="OTLSHAPE_T_e17f3958430f4cff8650518c93c7635e_Shape">
            <a:extLst>
              <a:ext uri="{FF2B5EF4-FFF2-40B4-BE49-F238E27FC236}">
                <a16:creationId xmlns:a16="http://schemas.microsoft.com/office/drawing/2014/main" id="{BD2E7EF4-D87A-0FEB-4075-937D4934AEDF}"/>
              </a:ext>
            </a:extLst>
          </p:cNvPr>
          <p:cNvSpPr/>
          <p:nvPr>
            <p:custDataLst>
              <p:tags r:id="rId12"/>
            </p:custDataLst>
          </p:nvPr>
        </p:nvSpPr>
        <p:spPr bwMode="auto">
          <a:xfrm>
            <a:off x="8614816" y="3229377"/>
            <a:ext cx="1611406"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700" b="1">
                <a:solidFill>
                  <a:prstClr val="black"/>
                </a:solidFill>
                <a:ea typeface="等线" panose="02010600030101010101" pitchFamily="2" charset="-122"/>
                <a:cs typeface="Calibri" panose="020F0502020204030204" pitchFamily="34" charset="0"/>
              </a:rPr>
              <a:t>2 x Ph3 in NPDR wo CI-DME</a:t>
            </a:r>
          </a:p>
          <a:p>
            <a:pPr algn="ctr" defTabSz="1219108">
              <a:defRPr/>
            </a:pPr>
            <a:r>
              <a:rPr lang="en-US" altLang="zh-CN" sz="700" b="1">
                <a:solidFill>
                  <a:prstClr val="black"/>
                </a:solidFill>
                <a:ea typeface="等线" panose="02010600030101010101" pitchFamily="2" charset="-122"/>
                <a:cs typeface="Calibri" panose="020F0502020204030204" pitchFamily="34" charset="0"/>
              </a:rPr>
              <a:t>1 x Ph3 in PDR</a:t>
            </a:r>
            <a:endParaRPr lang="en-US" altLang="zh-CN" sz="700" b="1">
              <a:solidFill>
                <a:srgbClr val="000000"/>
              </a:solidFill>
              <a:ea typeface="等线" panose="02010600030101010101" pitchFamily="2" charset="-122"/>
              <a:cs typeface="Calibri" panose="020F0502020204030204" pitchFamily="34" charset="0"/>
            </a:endParaRPr>
          </a:p>
        </p:txBody>
      </p:sp>
      <p:sp>
        <p:nvSpPr>
          <p:cNvPr id="12" name="Rectangle 55">
            <a:extLst>
              <a:ext uri="{FF2B5EF4-FFF2-40B4-BE49-F238E27FC236}">
                <a16:creationId xmlns:a16="http://schemas.microsoft.com/office/drawing/2014/main" id="{58444C2C-9654-9C7B-A97C-1346D70F9114}"/>
              </a:ext>
            </a:extLst>
          </p:cNvPr>
          <p:cNvSpPr/>
          <p:nvPr/>
        </p:nvSpPr>
        <p:spPr>
          <a:xfrm>
            <a:off x="10026988" y="3520034"/>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13" name="OTLSHAPE_T_e17f3958430f4cff8650518c93c7635e_StartDate">
            <a:extLst>
              <a:ext uri="{FF2B5EF4-FFF2-40B4-BE49-F238E27FC236}">
                <a16:creationId xmlns:a16="http://schemas.microsoft.com/office/drawing/2014/main" id="{EF623347-424E-3402-1E5D-69A99AFB05C7}"/>
              </a:ext>
            </a:extLst>
          </p:cNvPr>
          <p:cNvSpPr txBox="1"/>
          <p:nvPr>
            <p:custDataLst>
              <p:tags r:id="rId13"/>
            </p:custDataLst>
          </p:nvPr>
        </p:nvSpPr>
        <p:spPr>
          <a:xfrm>
            <a:off x="9737906" y="3055893"/>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May 2029</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6" name="Star: 4 Points 143">
            <a:extLst>
              <a:ext uri="{FF2B5EF4-FFF2-40B4-BE49-F238E27FC236}">
                <a16:creationId xmlns:a16="http://schemas.microsoft.com/office/drawing/2014/main" id="{77D8BC43-1C4F-E7D5-6092-0D83E083CD88}"/>
              </a:ext>
            </a:extLst>
          </p:cNvPr>
          <p:cNvSpPr/>
          <p:nvPr/>
        </p:nvSpPr>
        <p:spPr bwMode="auto">
          <a:xfrm>
            <a:off x="8513356" y="342206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17" name="Star: 4 Points 143">
            <a:extLst>
              <a:ext uri="{FF2B5EF4-FFF2-40B4-BE49-F238E27FC236}">
                <a16:creationId xmlns:a16="http://schemas.microsoft.com/office/drawing/2014/main" id="{39A3F6D3-0091-8A8D-883B-DC173A2EFEC3}"/>
              </a:ext>
            </a:extLst>
          </p:cNvPr>
          <p:cNvSpPr/>
          <p:nvPr/>
        </p:nvSpPr>
        <p:spPr bwMode="auto">
          <a:xfrm>
            <a:off x="10133488" y="342206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19" name="Rectangle 55">
            <a:extLst>
              <a:ext uri="{FF2B5EF4-FFF2-40B4-BE49-F238E27FC236}">
                <a16:creationId xmlns:a16="http://schemas.microsoft.com/office/drawing/2014/main" id="{94563A6C-AC4A-BF2D-366D-A24BF367D7E6}"/>
              </a:ext>
            </a:extLst>
          </p:cNvPr>
          <p:cNvSpPr/>
          <p:nvPr/>
        </p:nvSpPr>
        <p:spPr>
          <a:xfrm rot="19614369">
            <a:off x="10561807" y="3620962"/>
            <a:ext cx="938077" cy="278153"/>
          </a:xfrm>
          <a:prstGeom prst="rect">
            <a:avLst/>
          </a:prstGeom>
        </p:spPr>
        <p:txBody>
          <a:bodyPr wrap="none">
            <a:spAutoFit/>
          </a:bodyPr>
          <a:lstStyle/>
          <a:p>
            <a:pPr algn="ctr" defTabSz="1219108">
              <a:lnSpc>
                <a:spcPts val="700"/>
              </a:lnSpc>
              <a:defRPr/>
            </a:pPr>
            <a:r>
              <a:rPr lang="en-US" altLang="zh-CN" sz="800" b="1">
                <a:solidFill>
                  <a:srgbClr val="44546A"/>
                </a:solidFill>
                <a:ea typeface="等线" panose="02010600030101010101" pitchFamily="2" charset="-122"/>
                <a:cs typeface="Calibri" panose="020F0502020204030204" pitchFamily="34" charset="0"/>
              </a:rPr>
              <a:t>52-wk </a:t>
            </a:r>
          </a:p>
          <a:p>
            <a:pPr algn="ctr" defTabSz="1219108">
              <a:lnSpc>
                <a:spcPts val="700"/>
              </a:lnSpc>
              <a:defRPr/>
            </a:pPr>
            <a:r>
              <a:rPr lang="en-US" altLang="zh-CN" sz="800" b="1">
                <a:solidFill>
                  <a:srgbClr val="44546A"/>
                </a:solidFill>
                <a:ea typeface="等线" panose="02010600030101010101" pitchFamily="2" charset="-122"/>
                <a:cs typeface="Calibri" panose="020F0502020204030204" pitchFamily="34" charset="0"/>
              </a:rPr>
              <a:t>primary results</a:t>
            </a:r>
            <a:endParaRPr lang="zh-CN" altLang="en-US" sz="800" b="1">
              <a:solidFill>
                <a:srgbClr val="44546A"/>
              </a:solidFill>
              <a:ea typeface="等线" panose="02010600030101010101" pitchFamily="2" charset="-122"/>
              <a:cs typeface="Calibri" panose="020F0502020204030204" pitchFamily="34" charset="0"/>
            </a:endParaRPr>
          </a:p>
        </p:txBody>
      </p:sp>
      <p:sp>
        <p:nvSpPr>
          <p:cNvPr id="20" name="OTLSHAPE_T_e17f3958430f4cff8650518c93c7635e_StartDate">
            <a:extLst>
              <a:ext uri="{FF2B5EF4-FFF2-40B4-BE49-F238E27FC236}">
                <a16:creationId xmlns:a16="http://schemas.microsoft.com/office/drawing/2014/main" id="{E6355972-3ECA-F154-7C1D-CE229D680431}"/>
              </a:ext>
            </a:extLst>
          </p:cNvPr>
          <p:cNvSpPr txBox="1"/>
          <p:nvPr>
            <p:custDataLst>
              <p:tags r:id="rId14"/>
            </p:custDataLst>
          </p:nvPr>
        </p:nvSpPr>
        <p:spPr>
          <a:xfrm rot="19699925">
            <a:off x="10831704" y="2983301"/>
            <a:ext cx="911151" cy="123111"/>
          </a:xfrm>
          <a:prstGeom prst="rect">
            <a:avLst/>
          </a:prstGeom>
          <a:noFill/>
        </p:spPr>
        <p:txBody>
          <a:bodyPr vert="horz" wrap="square" lIns="0" tIns="0" rIns="0" bIns="0" rtlCol="0" anchor="ctr" anchorCtr="0">
            <a:spAutoFit/>
          </a:bodyPr>
          <a:lstStyle/>
          <a:p>
            <a:pPr algn="ctr" defTabSz="1219108">
              <a:defRPr/>
            </a:pPr>
            <a:r>
              <a:rPr lang="en-US" altLang="zh-CN" sz="800" b="1" i="1">
                <a:solidFill>
                  <a:schemeClr val="bg1">
                    <a:lumMod val="65000"/>
                  </a:schemeClr>
                </a:solidFill>
                <a:ea typeface="等线" panose="02010600030101010101" pitchFamily="2" charset="-122"/>
                <a:cs typeface="Calibri" panose="020F0502020204030204" pitchFamily="34" charset="0"/>
              </a:rPr>
              <a:t>May 2030</a:t>
            </a:r>
            <a:endParaRPr lang="zh-CN" altLang="en-US" sz="800" b="1" i="1">
              <a:solidFill>
                <a:schemeClr val="bg1">
                  <a:lumMod val="65000"/>
                </a:schemeClr>
              </a:solidFill>
              <a:ea typeface="等线" panose="02010600030101010101" pitchFamily="2" charset="-122"/>
              <a:cs typeface="Calibri" panose="020F0502020204030204" pitchFamily="34" charset="0"/>
            </a:endParaRPr>
          </a:p>
        </p:txBody>
      </p:sp>
      <p:sp>
        <p:nvSpPr>
          <p:cNvPr id="21" name="Star: 4 Points 143">
            <a:extLst>
              <a:ext uri="{FF2B5EF4-FFF2-40B4-BE49-F238E27FC236}">
                <a16:creationId xmlns:a16="http://schemas.microsoft.com/office/drawing/2014/main" id="{37D4231A-191C-4904-F608-1FF1AF5A2860}"/>
              </a:ext>
            </a:extLst>
          </p:cNvPr>
          <p:cNvSpPr/>
          <p:nvPr/>
        </p:nvSpPr>
        <p:spPr bwMode="auto">
          <a:xfrm>
            <a:off x="11148870" y="342338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2" name="TextBox 64">
            <a:extLst>
              <a:ext uri="{FF2B5EF4-FFF2-40B4-BE49-F238E27FC236}">
                <a16:creationId xmlns:a16="http://schemas.microsoft.com/office/drawing/2014/main" id="{55267957-6587-AE8E-D90C-BF5DA20E3EF0}"/>
              </a:ext>
            </a:extLst>
          </p:cNvPr>
          <p:cNvSpPr txBox="1"/>
          <p:nvPr/>
        </p:nvSpPr>
        <p:spPr>
          <a:xfrm>
            <a:off x="31594" y="3297806"/>
            <a:ext cx="825189" cy="656846"/>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Ph3 -</a:t>
            </a:r>
          </a:p>
          <a:p>
            <a:pPr algn="ctr" defTabSz="914377">
              <a:defRPr/>
            </a:pPr>
            <a:r>
              <a:rPr lang="en-US" altLang="zh-CN" sz="1067" b="1">
                <a:solidFill>
                  <a:srgbClr val="08312A"/>
                </a:solidFill>
                <a:cs typeface="Calibri" panose="020F0502020204030204" pitchFamily="34" charset="0"/>
              </a:rPr>
              <a:t>1436-0009/</a:t>
            </a:r>
          </a:p>
          <a:p>
            <a:pPr algn="ctr" defTabSz="914377">
              <a:defRPr/>
            </a:pPr>
            <a:r>
              <a:rPr lang="en-US" altLang="zh-CN" sz="1067" b="1">
                <a:solidFill>
                  <a:srgbClr val="08312A"/>
                </a:solidFill>
                <a:cs typeface="Calibri" panose="020F0502020204030204" pitchFamily="34" charset="0"/>
              </a:rPr>
              <a:t>1436-0010/</a:t>
            </a:r>
          </a:p>
          <a:p>
            <a:pPr algn="ctr" defTabSz="914377">
              <a:defRPr/>
            </a:pPr>
            <a:r>
              <a:rPr lang="en-US" altLang="zh-CN" sz="1067" b="1">
                <a:solidFill>
                  <a:srgbClr val="08312A"/>
                </a:solidFill>
                <a:cs typeface="Calibri" panose="020F0502020204030204" pitchFamily="34" charset="0"/>
              </a:rPr>
              <a:t>1436-0012</a:t>
            </a:r>
          </a:p>
        </p:txBody>
      </p:sp>
      <p:sp>
        <p:nvSpPr>
          <p:cNvPr id="23" name="OTLSHAPE_T_e17f3958430f4cff8650518c93c7635e_StartDate">
            <a:extLst>
              <a:ext uri="{FF2B5EF4-FFF2-40B4-BE49-F238E27FC236}">
                <a16:creationId xmlns:a16="http://schemas.microsoft.com/office/drawing/2014/main" id="{547B36CF-F40F-A095-D2E8-DB86B78678C7}"/>
              </a:ext>
            </a:extLst>
          </p:cNvPr>
          <p:cNvSpPr txBox="1"/>
          <p:nvPr>
            <p:custDataLst>
              <p:tags r:id="rId15"/>
            </p:custDataLst>
          </p:nvPr>
        </p:nvSpPr>
        <p:spPr>
          <a:xfrm>
            <a:off x="8149903" y="3071249"/>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May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98" name="五角星 55">
            <a:extLst>
              <a:ext uri="{FF2B5EF4-FFF2-40B4-BE49-F238E27FC236}">
                <a16:creationId xmlns:a16="http://schemas.microsoft.com/office/drawing/2014/main" id="{B7296E48-8F4B-FFD6-E5B3-369576523B55}"/>
              </a:ext>
            </a:extLst>
          </p:cNvPr>
          <p:cNvSpPr>
            <a:spLocks/>
          </p:cNvSpPr>
          <p:nvPr/>
        </p:nvSpPr>
        <p:spPr bwMode="auto">
          <a:xfrm>
            <a:off x="11598478" y="3442084"/>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24" name="OTLSHAPE_T_e17f3958430f4cff8650518c93c7635e_StartDate">
            <a:extLst>
              <a:ext uri="{FF2B5EF4-FFF2-40B4-BE49-F238E27FC236}">
                <a16:creationId xmlns:a16="http://schemas.microsoft.com/office/drawing/2014/main" id="{DA2436C4-FDAE-4F0E-019E-4FC1A81A0CD9}"/>
              </a:ext>
            </a:extLst>
          </p:cNvPr>
          <p:cNvSpPr txBox="1"/>
          <p:nvPr>
            <p:custDataLst>
              <p:tags r:id="rId16"/>
            </p:custDataLst>
          </p:nvPr>
        </p:nvSpPr>
        <p:spPr>
          <a:xfrm rot="19699925">
            <a:off x="11424398" y="3001500"/>
            <a:ext cx="911151" cy="123111"/>
          </a:xfrm>
          <a:prstGeom prst="rect">
            <a:avLst/>
          </a:prstGeom>
          <a:noFill/>
        </p:spPr>
        <p:txBody>
          <a:bodyPr vert="horz" wrap="square" lIns="0" tIns="0" rIns="0" bIns="0" rtlCol="0" anchor="ctr" anchorCtr="0">
            <a:spAutoFit/>
          </a:bodyPr>
          <a:lstStyle/>
          <a:p>
            <a:pPr algn="ctr" defTabSz="1219108">
              <a:defRPr/>
            </a:pPr>
            <a:r>
              <a:rPr lang="en-US" altLang="zh-CN" sz="800" b="1" i="1">
                <a:solidFill>
                  <a:schemeClr val="bg1">
                    <a:lumMod val="65000"/>
                  </a:schemeClr>
                </a:solidFill>
                <a:ea typeface="等线" panose="02010600030101010101" pitchFamily="2" charset="-122"/>
                <a:cs typeface="Calibri" panose="020F0502020204030204" pitchFamily="34" charset="0"/>
              </a:rPr>
              <a:t>Sep 2030</a:t>
            </a:r>
            <a:endParaRPr lang="zh-CN" altLang="en-US" sz="800" b="1" i="1">
              <a:solidFill>
                <a:schemeClr val="bg1">
                  <a:lumMod val="65000"/>
                </a:schemeClr>
              </a:solidFill>
              <a:ea typeface="等线" panose="02010600030101010101" pitchFamily="2" charset="-122"/>
              <a:cs typeface="Calibri" panose="020F0502020204030204" pitchFamily="34" charset="0"/>
            </a:endParaRPr>
          </a:p>
        </p:txBody>
      </p:sp>
      <p:sp>
        <p:nvSpPr>
          <p:cNvPr id="25" name="Rectangle 55">
            <a:extLst>
              <a:ext uri="{FF2B5EF4-FFF2-40B4-BE49-F238E27FC236}">
                <a16:creationId xmlns:a16="http://schemas.microsoft.com/office/drawing/2014/main" id="{B33ADB29-8703-F136-8BCC-2B7CF6DC0183}"/>
              </a:ext>
            </a:extLst>
          </p:cNvPr>
          <p:cNvSpPr/>
          <p:nvPr/>
        </p:nvSpPr>
        <p:spPr>
          <a:xfrm rot="19614369">
            <a:off x="11349305" y="3665112"/>
            <a:ext cx="643125" cy="188385"/>
          </a:xfrm>
          <a:prstGeom prst="rect">
            <a:avLst/>
          </a:prstGeom>
        </p:spPr>
        <p:txBody>
          <a:bodyPr wrap="none">
            <a:spAutoFit/>
          </a:bodyPr>
          <a:lstStyle/>
          <a:p>
            <a:pPr algn="ctr" defTabSz="1219108">
              <a:lnSpc>
                <a:spcPts val="700"/>
              </a:lnSpc>
              <a:defRPr/>
            </a:pPr>
            <a:r>
              <a:rPr lang="en-US" altLang="zh-CN" sz="800" b="1">
                <a:solidFill>
                  <a:srgbClr val="44546A"/>
                </a:solidFill>
                <a:ea typeface="等线" panose="02010600030101010101" pitchFamily="2" charset="-122"/>
                <a:cs typeface="Calibri" panose="020F0502020204030204" pitchFamily="34" charset="0"/>
              </a:rPr>
              <a:t>NDA sub.</a:t>
            </a:r>
            <a:endParaRPr lang="zh-CN" altLang="en-US" sz="800" b="1">
              <a:solidFill>
                <a:srgbClr val="44546A"/>
              </a:solidFill>
              <a:ea typeface="等线" panose="02010600030101010101" pitchFamily="2" charset="-122"/>
              <a:cs typeface="Calibri" panose="020F0502020204030204" pitchFamily="34" charset="0"/>
            </a:endParaRPr>
          </a:p>
        </p:txBody>
      </p:sp>
      <p:sp>
        <p:nvSpPr>
          <p:cNvPr id="26" name="Isosceles Triangle 128">
            <a:extLst>
              <a:ext uri="{FF2B5EF4-FFF2-40B4-BE49-F238E27FC236}">
                <a16:creationId xmlns:a16="http://schemas.microsoft.com/office/drawing/2014/main" id="{FBB2E94E-EB66-0204-5EE0-8950AC67F9DE}"/>
              </a:ext>
            </a:extLst>
          </p:cNvPr>
          <p:cNvSpPr/>
          <p:nvPr/>
        </p:nvSpPr>
        <p:spPr>
          <a:xfrm rot="5400000">
            <a:off x="12089428" y="3270168"/>
            <a:ext cx="256543" cy="230532"/>
          </a:xfrm>
          <a:prstGeom prst="triangle">
            <a:avLst/>
          </a:prstGeom>
          <a:pattFill prst="pct25">
            <a:fgClr>
              <a:srgbClr val="00B050"/>
            </a:fgClr>
            <a:bgClr>
              <a:schemeClr val="bg1"/>
            </a:bgClr>
          </a:patt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9" name="TextBox 64">
            <a:extLst>
              <a:ext uri="{FF2B5EF4-FFF2-40B4-BE49-F238E27FC236}">
                <a16:creationId xmlns:a16="http://schemas.microsoft.com/office/drawing/2014/main" id="{170003EE-9912-0A6A-0DC6-E6CC91293402}"/>
              </a:ext>
            </a:extLst>
          </p:cNvPr>
          <p:cNvSpPr txBox="1"/>
          <p:nvPr/>
        </p:nvSpPr>
        <p:spPr>
          <a:xfrm>
            <a:off x="31594" y="4663117"/>
            <a:ext cx="825189" cy="656846"/>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Ph3 -</a:t>
            </a:r>
          </a:p>
          <a:p>
            <a:pPr algn="ctr" defTabSz="914377">
              <a:defRPr/>
            </a:pPr>
            <a:r>
              <a:rPr lang="en-US" altLang="zh-CN" sz="1067" b="1">
                <a:solidFill>
                  <a:srgbClr val="08312A"/>
                </a:solidFill>
                <a:cs typeface="Calibri" panose="020F0502020204030204" pitchFamily="34" charset="0"/>
              </a:rPr>
              <a:t>1436-0009/</a:t>
            </a:r>
          </a:p>
          <a:p>
            <a:pPr algn="ctr" defTabSz="914377">
              <a:defRPr/>
            </a:pPr>
            <a:r>
              <a:rPr lang="en-US" altLang="zh-CN" sz="1067" b="1">
                <a:solidFill>
                  <a:srgbClr val="08312A"/>
                </a:solidFill>
                <a:cs typeface="Calibri" panose="020F0502020204030204" pitchFamily="34" charset="0"/>
              </a:rPr>
              <a:t>1436-0010/</a:t>
            </a:r>
          </a:p>
          <a:p>
            <a:pPr algn="ctr" defTabSz="914377">
              <a:defRPr/>
            </a:pPr>
            <a:r>
              <a:rPr lang="en-US" altLang="zh-CN" sz="1067" b="1">
                <a:solidFill>
                  <a:srgbClr val="08312A"/>
                </a:solidFill>
                <a:cs typeface="Calibri" panose="020F0502020204030204" pitchFamily="34" charset="0"/>
              </a:rPr>
              <a:t>1436-0012</a:t>
            </a:r>
          </a:p>
        </p:txBody>
      </p:sp>
      <p:sp>
        <p:nvSpPr>
          <p:cNvPr id="30" name="OTLSHAPE_T_5a934a26f311425e8ebaa0f45e6533ad_Shape">
            <a:extLst>
              <a:ext uri="{FF2B5EF4-FFF2-40B4-BE49-F238E27FC236}">
                <a16:creationId xmlns:a16="http://schemas.microsoft.com/office/drawing/2014/main" id="{8AAB61A2-B766-61E2-307B-3F03D3FD1A08}"/>
              </a:ext>
            </a:extLst>
          </p:cNvPr>
          <p:cNvSpPr/>
          <p:nvPr>
            <p:custDataLst>
              <p:tags r:id="rId17"/>
            </p:custDataLst>
          </p:nvPr>
        </p:nvSpPr>
        <p:spPr bwMode="auto">
          <a:xfrm>
            <a:off x="10226221" y="4791863"/>
            <a:ext cx="1718219"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31" name="Rectangle 55">
            <a:extLst>
              <a:ext uri="{FF2B5EF4-FFF2-40B4-BE49-F238E27FC236}">
                <a16:creationId xmlns:a16="http://schemas.microsoft.com/office/drawing/2014/main" id="{394E00C6-1EF7-3F5C-14F7-B5F16CE3C73A}"/>
              </a:ext>
            </a:extLst>
          </p:cNvPr>
          <p:cNvSpPr/>
          <p:nvPr/>
        </p:nvSpPr>
        <p:spPr>
          <a:xfrm>
            <a:off x="10027136" y="5079923"/>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25" name="Star: 4 Points 143">
            <a:extLst>
              <a:ext uri="{FF2B5EF4-FFF2-40B4-BE49-F238E27FC236}">
                <a16:creationId xmlns:a16="http://schemas.microsoft.com/office/drawing/2014/main" id="{D75B0D08-0F2B-8891-1378-088F1D5F7430}"/>
              </a:ext>
            </a:extLst>
          </p:cNvPr>
          <p:cNvSpPr/>
          <p:nvPr/>
        </p:nvSpPr>
        <p:spPr bwMode="auto">
          <a:xfrm>
            <a:off x="10133636" y="498195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28" name="五角星 55">
            <a:extLst>
              <a:ext uri="{FF2B5EF4-FFF2-40B4-BE49-F238E27FC236}">
                <a16:creationId xmlns:a16="http://schemas.microsoft.com/office/drawing/2014/main" id="{E171FA6F-0065-1440-3258-E5BB281E6EDC}"/>
              </a:ext>
            </a:extLst>
          </p:cNvPr>
          <p:cNvSpPr>
            <a:spLocks/>
          </p:cNvSpPr>
          <p:nvPr/>
        </p:nvSpPr>
        <p:spPr bwMode="auto">
          <a:xfrm>
            <a:off x="11683070" y="5001973"/>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229" name="OTLSHAPE_T_e17f3958430f4cff8650518c93c7635e_StartDate">
            <a:extLst>
              <a:ext uri="{FF2B5EF4-FFF2-40B4-BE49-F238E27FC236}">
                <a16:creationId xmlns:a16="http://schemas.microsoft.com/office/drawing/2014/main" id="{72E2FCC2-514D-5200-38E9-31B389CCB4AA}"/>
              </a:ext>
            </a:extLst>
          </p:cNvPr>
          <p:cNvSpPr txBox="1"/>
          <p:nvPr>
            <p:custDataLst>
              <p:tags r:id="rId18"/>
            </p:custDataLst>
          </p:nvPr>
        </p:nvSpPr>
        <p:spPr>
          <a:xfrm rot="19699925">
            <a:off x="11461366" y="4544647"/>
            <a:ext cx="911151" cy="123111"/>
          </a:xfrm>
          <a:prstGeom prst="rect">
            <a:avLst/>
          </a:prstGeom>
          <a:noFill/>
        </p:spPr>
        <p:txBody>
          <a:bodyPr vert="horz" wrap="square" lIns="0" tIns="0" rIns="0" bIns="0" rtlCol="0" anchor="ctr" anchorCtr="0">
            <a:spAutoFit/>
          </a:bodyPr>
          <a:lstStyle/>
          <a:p>
            <a:pPr algn="ctr" defTabSz="1219108">
              <a:defRPr/>
            </a:pPr>
            <a:r>
              <a:rPr lang="en-US" altLang="zh-CN" sz="800" b="1" i="1">
                <a:solidFill>
                  <a:schemeClr val="bg1">
                    <a:lumMod val="65000"/>
                  </a:schemeClr>
                </a:solidFill>
                <a:ea typeface="等线" panose="02010600030101010101" pitchFamily="2" charset="-122"/>
                <a:cs typeface="Calibri" panose="020F0502020204030204" pitchFamily="34" charset="0"/>
              </a:rPr>
              <a:t>Oct 2030</a:t>
            </a:r>
            <a:endParaRPr lang="zh-CN" altLang="en-US" sz="800" b="1" i="1">
              <a:solidFill>
                <a:schemeClr val="bg1">
                  <a:lumMod val="65000"/>
                </a:schemeClr>
              </a:solidFill>
              <a:ea typeface="等线" panose="02010600030101010101" pitchFamily="2" charset="-122"/>
              <a:cs typeface="Calibri" panose="020F0502020204030204" pitchFamily="34" charset="0"/>
            </a:endParaRPr>
          </a:p>
        </p:txBody>
      </p:sp>
      <p:sp>
        <p:nvSpPr>
          <p:cNvPr id="230" name="Rectangle 55">
            <a:extLst>
              <a:ext uri="{FF2B5EF4-FFF2-40B4-BE49-F238E27FC236}">
                <a16:creationId xmlns:a16="http://schemas.microsoft.com/office/drawing/2014/main" id="{39E7D0CB-B4CB-7306-59B3-B6265C5E459C}"/>
              </a:ext>
            </a:extLst>
          </p:cNvPr>
          <p:cNvSpPr/>
          <p:nvPr/>
        </p:nvSpPr>
        <p:spPr>
          <a:xfrm rot="19614369">
            <a:off x="11393697" y="5164424"/>
            <a:ext cx="827471" cy="188385"/>
          </a:xfrm>
          <a:prstGeom prst="rect">
            <a:avLst/>
          </a:prstGeom>
        </p:spPr>
        <p:txBody>
          <a:bodyPr wrap="none">
            <a:spAutoFit/>
          </a:bodyPr>
          <a:lstStyle/>
          <a:p>
            <a:pPr algn="ctr" defTabSz="1219108">
              <a:lnSpc>
                <a:spcPts val="700"/>
              </a:lnSpc>
              <a:defRPr/>
            </a:pPr>
            <a:r>
              <a:rPr lang="en-US" altLang="zh-CN" sz="800" b="1">
                <a:solidFill>
                  <a:srgbClr val="44546A"/>
                </a:solidFill>
                <a:ea typeface="等线" panose="02010600030101010101" pitchFamily="2" charset="-122"/>
                <a:cs typeface="Calibri" panose="020F0502020204030204" pitchFamily="34" charset="0"/>
              </a:rPr>
              <a:t>CN NDA sub.</a:t>
            </a:r>
            <a:endParaRPr lang="zh-CN" altLang="en-US" sz="800" b="1">
              <a:solidFill>
                <a:srgbClr val="44546A"/>
              </a:solidFill>
              <a:ea typeface="等线" panose="02010600030101010101" pitchFamily="2" charset="-122"/>
              <a:cs typeface="Calibri" panose="020F0502020204030204" pitchFamily="34" charset="0"/>
            </a:endParaRPr>
          </a:p>
        </p:txBody>
      </p:sp>
      <p:sp>
        <p:nvSpPr>
          <p:cNvPr id="232" name="OTLSHAPE_T_e17f3958430f4cff8650518c93c7635e_StartDate">
            <a:extLst>
              <a:ext uri="{FF2B5EF4-FFF2-40B4-BE49-F238E27FC236}">
                <a16:creationId xmlns:a16="http://schemas.microsoft.com/office/drawing/2014/main" id="{F6485CFB-0767-31B3-7064-7CB778A9C3F8}"/>
              </a:ext>
            </a:extLst>
          </p:cNvPr>
          <p:cNvSpPr txBox="1"/>
          <p:nvPr>
            <p:custDataLst>
              <p:tags r:id="rId19"/>
            </p:custDataLst>
          </p:nvPr>
        </p:nvSpPr>
        <p:spPr>
          <a:xfrm>
            <a:off x="9765096" y="4630363"/>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May 2029</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cxnSp>
        <p:nvCxnSpPr>
          <p:cNvPr id="233" name="Connector: Elbow 232">
            <a:extLst>
              <a:ext uri="{FF2B5EF4-FFF2-40B4-BE49-F238E27FC236}">
                <a16:creationId xmlns:a16="http://schemas.microsoft.com/office/drawing/2014/main" id="{79B3E3E0-D8B3-E83A-C62C-9DBEE910450C}"/>
              </a:ext>
            </a:extLst>
          </p:cNvPr>
          <p:cNvCxnSpPr>
            <a:cxnSpLocks/>
            <a:stCxn id="5" idx="2"/>
            <a:endCxn id="235" idx="0"/>
          </p:cNvCxnSpPr>
          <p:nvPr/>
        </p:nvCxnSpPr>
        <p:spPr bwMode="gray">
          <a:xfrm rot="16200000" flipH="1">
            <a:off x="6403889" y="2902210"/>
            <a:ext cx="162638" cy="1905"/>
          </a:xfrm>
          <a:prstGeom prst="bentConnector3">
            <a:avLst>
              <a:gd name="adj1" fmla="val 50000"/>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5" name="Star: 4 Points 143">
            <a:extLst>
              <a:ext uri="{FF2B5EF4-FFF2-40B4-BE49-F238E27FC236}">
                <a16:creationId xmlns:a16="http://schemas.microsoft.com/office/drawing/2014/main" id="{C3695904-785B-39F3-FF3B-1C9A671490D5}"/>
              </a:ext>
            </a:extLst>
          </p:cNvPr>
          <p:cNvSpPr/>
          <p:nvPr/>
        </p:nvSpPr>
        <p:spPr bwMode="auto">
          <a:xfrm>
            <a:off x="6394039" y="298448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37" name="Rectangle 55">
            <a:extLst>
              <a:ext uri="{FF2B5EF4-FFF2-40B4-BE49-F238E27FC236}">
                <a16:creationId xmlns:a16="http://schemas.microsoft.com/office/drawing/2014/main" id="{401FCF7D-BA56-F282-20FF-B4D10E73CC71}"/>
              </a:ext>
            </a:extLst>
          </p:cNvPr>
          <p:cNvSpPr/>
          <p:nvPr/>
        </p:nvSpPr>
        <p:spPr>
          <a:xfrm>
            <a:off x="6236265" y="3159838"/>
            <a:ext cx="499789" cy="276999"/>
          </a:xfrm>
          <a:prstGeom prst="rect">
            <a:avLst/>
          </a:prstGeom>
          <a:solidFill>
            <a:schemeClr val="tx2"/>
          </a:solidFill>
          <a:ln>
            <a:solidFill>
              <a:schemeClr val="accent2"/>
            </a:solidFill>
          </a:ln>
        </p:spPr>
        <p:txBody>
          <a:bodyPr wrap="square">
            <a:spAutoFit/>
          </a:bodyPr>
          <a:lstStyle/>
          <a:p>
            <a:pPr algn="ctr" defTabSz="1219108">
              <a:defRPr/>
            </a:pPr>
            <a:r>
              <a:rPr lang="en-US" altLang="zh-CN" sz="1200" b="1" i="1">
                <a:solidFill>
                  <a:srgbClr val="44546A"/>
                </a:solidFill>
                <a:ea typeface="等线" panose="02010600030101010101" pitchFamily="2" charset="-122"/>
                <a:cs typeface="Calibri" panose="020F0502020204030204" pitchFamily="34" charset="0"/>
              </a:rPr>
              <a:t>PoC</a:t>
            </a:r>
            <a:endParaRPr lang="zh-CN" altLang="en-US" sz="1200" b="1" i="1">
              <a:solidFill>
                <a:srgbClr val="44546A"/>
              </a:solidFill>
              <a:ea typeface="等线" panose="02010600030101010101" pitchFamily="2" charset="-122"/>
              <a:cs typeface="Calibri" panose="020F0502020204030204" pitchFamily="34" charset="0"/>
            </a:endParaRPr>
          </a:p>
        </p:txBody>
      </p:sp>
      <p:grpSp>
        <p:nvGrpSpPr>
          <p:cNvPr id="248" name="Group 247">
            <a:extLst>
              <a:ext uri="{FF2B5EF4-FFF2-40B4-BE49-F238E27FC236}">
                <a16:creationId xmlns:a16="http://schemas.microsoft.com/office/drawing/2014/main" id="{6F799B9F-71D1-37D2-8833-8B70C84229FD}"/>
              </a:ext>
            </a:extLst>
          </p:cNvPr>
          <p:cNvGrpSpPr/>
          <p:nvPr/>
        </p:nvGrpSpPr>
        <p:grpSpPr>
          <a:xfrm>
            <a:off x="3361484" y="1675830"/>
            <a:ext cx="598242" cy="4062432"/>
            <a:chOff x="2444277" y="1675830"/>
            <a:chExt cx="598242" cy="4062432"/>
          </a:xfrm>
        </p:grpSpPr>
        <p:cxnSp>
          <p:nvCxnSpPr>
            <p:cNvPr id="257" name="Straight Connector 147">
              <a:extLst>
                <a:ext uri="{FF2B5EF4-FFF2-40B4-BE49-F238E27FC236}">
                  <a16:creationId xmlns:a16="http://schemas.microsoft.com/office/drawing/2014/main" id="{73377D77-D717-6962-C64F-34C6A90D54CE}"/>
                </a:ext>
              </a:extLst>
            </p:cNvPr>
            <p:cNvCxnSpPr>
              <a:cxnSpLocks/>
              <a:endCxn id="260" idx="2"/>
            </p:cNvCxnSpPr>
            <p:nvPr/>
          </p:nvCxnSpPr>
          <p:spPr bwMode="auto">
            <a:xfrm flipV="1">
              <a:off x="2743398" y="1932375"/>
              <a:ext cx="0" cy="3805887"/>
            </a:xfrm>
            <a:prstGeom prst="line">
              <a:avLst/>
            </a:prstGeom>
            <a:solidFill>
              <a:schemeClr val="accent1"/>
            </a:solidFill>
            <a:ln w="15875" cap="flat" cmpd="sng" algn="ctr">
              <a:solidFill>
                <a:srgbClr val="FF0000"/>
              </a:solidFill>
              <a:prstDash val="sysDash"/>
              <a:round/>
              <a:headEnd type="none" w="med" len="med"/>
              <a:tailEnd type="none" w="med" len="med"/>
            </a:ln>
            <a:effectLst/>
          </p:spPr>
        </p:cxnSp>
        <p:sp>
          <p:nvSpPr>
            <p:cNvPr id="260" name="Rectangle 52">
              <a:extLst>
                <a:ext uri="{FF2B5EF4-FFF2-40B4-BE49-F238E27FC236}">
                  <a16:creationId xmlns:a16="http://schemas.microsoft.com/office/drawing/2014/main" id="{EFE7DE82-B128-0C68-0C08-186570D28EE7}"/>
                </a:ext>
              </a:extLst>
            </p:cNvPr>
            <p:cNvSpPr/>
            <p:nvPr/>
          </p:nvSpPr>
          <p:spPr>
            <a:xfrm>
              <a:off x="2444277" y="1675830"/>
              <a:ext cx="598242" cy="256545"/>
            </a:xfrm>
            <a:prstGeom prst="rect">
              <a:avLst/>
            </a:prstGeom>
          </p:spPr>
          <p:txBody>
            <a:bodyPr wrap="none">
              <a:spAutoFit/>
            </a:bodyPr>
            <a:lstStyle/>
            <a:p>
              <a:pPr algn="ctr" defTabSz="1219108">
                <a:defRPr/>
              </a:pPr>
              <a:r>
                <a:rPr lang="en-US" altLang="zh-CN" sz="1067" b="1">
                  <a:solidFill>
                    <a:srgbClr val="FF0000"/>
                  </a:solidFill>
                  <a:ea typeface="等线" panose="02010600030101010101" pitchFamily="2" charset="-122"/>
                </a:rPr>
                <a:t>Today</a:t>
              </a:r>
              <a:endParaRPr lang="zh-CN" altLang="en-US" sz="1067" b="1">
                <a:solidFill>
                  <a:srgbClr val="FF0000"/>
                </a:solidFill>
                <a:ea typeface="等线" panose="02010600030101010101" pitchFamily="2" charset="-122"/>
              </a:endParaRPr>
            </a:p>
          </p:txBody>
        </p:sp>
      </p:grpSp>
      <p:sp>
        <p:nvSpPr>
          <p:cNvPr id="3" name="Isosceles Triangle 128">
            <a:extLst>
              <a:ext uri="{FF2B5EF4-FFF2-40B4-BE49-F238E27FC236}">
                <a16:creationId xmlns:a16="http://schemas.microsoft.com/office/drawing/2014/main" id="{96A796AF-104D-887E-992F-30F319001293}"/>
              </a:ext>
            </a:extLst>
          </p:cNvPr>
          <p:cNvSpPr/>
          <p:nvPr/>
        </p:nvSpPr>
        <p:spPr>
          <a:xfrm rot="5400000">
            <a:off x="11931278" y="4820430"/>
            <a:ext cx="256543" cy="230532"/>
          </a:xfrm>
          <a:prstGeom prst="triangle">
            <a:avLst/>
          </a:prstGeom>
          <a:pattFill prst="pct25">
            <a:fgClr>
              <a:srgbClr val="00B050"/>
            </a:fgClr>
            <a:bgClr>
              <a:schemeClr val="bg1"/>
            </a:bgClr>
          </a:patt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24" name="文本框 160">
            <a:extLst>
              <a:ext uri="{FF2B5EF4-FFF2-40B4-BE49-F238E27FC236}">
                <a16:creationId xmlns:a16="http://schemas.microsoft.com/office/drawing/2014/main" id="{CFC75FA6-FDEB-F4F3-CE22-DDDB6675CBA5}"/>
              </a:ext>
            </a:extLst>
          </p:cNvPr>
          <p:cNvSpPr txBox="1"/>
          <p:nvPr/>
        </p:nvSpPr>
        <p:spPr>
          <a:xfrm>
            <a:off x="1768238" y="4636483"/>
            <a:ext cx="4865427" cy="910888"/>
          </a:xfrm>
          <a:prstGeom prst="roundRect">
            <a:avLst/>
          </a:prstGeom>
          <a:solidFill>
            <a:schemeClr val="bg1"/>
          </a:solidFill>
          <a:ln>
            <a:solidFill>
              <a:srgbClr val="076D7E"/>
            </a:solidFill>
            <a:prstDash val="lgDash"/>
          </a:ln>
        </p:spPr>
        <p:txBody>
          <a:bodyPr wrap="square" lIns="91440" tIns="45720" rIns="91440" bIns="45720" rtlCol="0" anchor="ctr">
            <a:spAutoFit/>
          </a:bodyPr>
          <a:lstStyle/>
          <a:p>
            <a:pPr defTabSz="1219170">
              <a:spcAft>
                <a:spcPts val="267"/>
              </a:spcAft>
              <a:defRPr/>
            </a:pPr>
            <a:r>
              <a:rPr lang="en-US" altLang="zh-CN" sz="1000" b="1" i="1">
                <a:solidFill>
                  <a:srgbClr val="002060"/>
                </a:solidFill>
                <a:cs typeface="Calibri"/>
              </a:rPr>
              <a:t>China Update:</a:t>
            </a:r>
            <a:r>
              <a:rPr lang="en-US" altLang="zh-CN" sz="1000" i="1">
                <a:solidFill>
                  <a:srgbClr val="002060"/>
                </a:solidFill>
                <a:cs typeface="Calibri"/>
              </a:rPr>
              <a:t>	</a:t>
            </a:r>
          </a:p>
          <a:p>
            <a:pPr marL="274320" lvl="1" indent="-95885" defTabSz="1219170">
              <a:spcAft>
                <a:spcPts val="267"/>
              </a:spcAft>
              <a:buFont typeface="Arial" panose="020B0604020202020204" pitchFamily="34" charset="0"/>
              <a:buChar char="•"/>
              <a:defRPr/>
            </a:pPr>
            <a:r>
              <a:rPr lang="en-US" altLang="zh-CN" sz="1000" b="1" i="1">
                <a:solidFill>
                  <a:srgbClr val="002060"/>
                </a:solidFill>
                <a:cs typeface="Calibri"/>
              </a:rPr>
              <a:t>DR/DME based on Beijing Healthcare Insurance Study: </a:t>
            </a:r>
          </a:p>
          <a:p>
            <a:pPr marL="731520" lvl="2" indent="-95885" defTabSz="1219170">
              <a:spcAft>
                <a:spcPts val="267"/>
              </a:spcAft>
              <a:buFont typeface="Arial" panose="020B0604020202020204" pitchFamily="34" charset="0"/>
              <a:buChar char="•"/>
              <a:defRPr/>
            </a:pPr>
            <a:r>
              <a:rPr lang="en-US" altLang="zh-CN" sz="1000" i="1">
                <a:solidFill>
                  <a:srgbClr val="002060"/>
                </a:solidFill>
                <a:cs typeface="Calibri"/>
              </a:rPr>
              <a:t>Proposal approved and protocol under review via </a:t>
            </a:r>
            <a:r>
              <a:rPr lang="en-US" altLang="zh-CN" sz="1000" i="1" err="1">
                <a:solidFill>
                  <a:srgbClr val="002060"/>
                </a:solidFill>
                <a:cs typeface="Calibri"/>
              </a:rPr>
              <a:t>lectrona</a:t>
            </a:r>
            <a:endParaRPr lang="en-US" altLang="zh-CN" sz="1000" i="1">
              <a:solidFill>
                <a:srgbClr val="002060"/>
              </a:solidFill>
              <a:cs typeface="Calibri"/>
            </a:endParaRPr>
          </a:p>
          <a:p>
            <a:pPr marL="731520" lvl="2" indent="-95885" defTabSz="1219170">
              <a:spcAft>
                <a:spcPts val="267"/>
              </a:spcAft>
              <a:buFont typeface="Arial" panose="020B0604020202020204" pitchFamily="34" charset="0"/>
              <a:buChar char="•"/>
              <a:defRPr/>
            </a:pPr>
            <a:r>
              <a:rPr lang="en-US" altLang="zh-CN" sz="1000" i="1">
                <a:solidFill>
                  <a:srgbClr val="002060"/>
                </a:solidFill>
                <a:cs typeface="Calibri"/>
              </a:rPr>
              <a:t>Contract and metformin analysis expected in Aug </a:t>
            </a:r>
          </a:p>
        </p:txBody>
      </p:sp>
    </p:spTree>
    <p:extLst>
      <p:ext uri="{BB962C8B-B14F-4D97-AF65-F5344CB8AC3E}">
        <p14:creationId xmlns:p14="http://schemas.microsoft.com/office/powerpoint/2010/main" val="6205122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342A383-4919-3D88-5958-E24135318288}"/>
            </a:ext>
          </a:extLst>
        </p:cNvPr>
        <p:cNvGrpSpPr/>
        <p:nvPr/>
      </p:nvGrpSpPr>
      <p:grpSpPr>
        <a:xfrm>
          <a:off x="0" y="0"/>
          <a:ext cx="0" cy="0"/>
          <a:chOff x="0" y="0"/>
          <a:chExt cx="0" cy="0"/>
        </a:xfrm>
      </p:grpSpPr>
      <p:sp>
        <p:nvSpPr>
          <p:cNvPr id="34" name="矩形 33">
            <a:extLst>
              <a:ext uri="{FF2B5EF4-FFF2-40B4-BE49-F238E27FC236}">
                <a16:creationId xmlns:a16="http://schemas.microsoft.com/office/drawing/2014/main" id="{DD387E14-EABD-7133-BAE3-0AABF10E9DF3}"/>
              </a:ext>
            </a:extLst>
          </p:cNvPr>
          <p:cNvSpPr/>
          <p:nvPr/>
        </p:nvSpPr>
        <p:spPr bwMode="gray">
          <a:xfrm>
            <a:off x="-1" y="3084774"/>
            <a:ext cx="12192000" cy="1969954"/>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4" name="标题 3">
            <a:extLst>
              <a:ext uri="{FF2B5EF4-FFF2-40B4-BE49-F238E27FC236}">
                <a16:creationId xmlns:a16="http://schemas.microsoft.com/office/drawing/2014/main" id="{A2C0F04D-BDA1-22A2-9697-6B7887CC938C}"/>
              </a:ext>
            </a:extLst>
          </p:cNvPr>
          <p:cNvSpPr>
            <a:spLocks noGrp="1"/>
          </p:cNvSpPr>
          <p:nvPr>
            <p:ph type="title"/>
          </p:nvPr>
        </p:nvSpPr>
        <p:spPr/>
        <p:txBody>
          <a:bodyPr/>
          <a:lstStyle/>
          <a:p>
            <a:r>
              <a:rPr lang="en-US" altLang="zh-CN"/>
              <a:t>Eye Health KEE Mapping Overview</a:t>
            </a:r>
            <a:endParaRPr lang="zh-CN" altLang="en-US"/>
          </a:p>
        </p:txBody>
      </p:sp>
      <p:grpSp>
        <p:nvGrpSpPr>
          <p:cNvPr id="40" name="组合 39">
            <a:extLst>
              <a:ext uri="{FF2B5EF4-FFF2-40B4-BE49-F238E27FC236}">
                <a16:creationId xmlns:a16="http://schemas.microsoft.com/office/drawing/2014/main" id="{DF833027-10E0-32B6-544E-26FE2628C6E6}"/>
              </a:ext>
            </a:extLst>
          </p:cNvPr>
          <p:cNvGrpSpPr/>
          <p:nvPr/>
        </p:nvGrpSpPr>
        <p:grpSpPr>
          <a:xfrm>
            <a:off x="230983" y="2699208"/>
            <a:ext cx="11284372" cy="2219874"/>
            <a:chOff x="230983" y="2500902"/>
            <a:chExt cx="11284372" cy="2219874"/>
          </a:xfrm>
        </p:grpSpPr>
        <p:sp>
          <p:nvSpPr>
            <p:cNvPr id="29" name="箭头: V 形 28">
              <a:extLst>
                <a:ext uri="{FF2B5EF4-FFF2-40B4-BE49-F238E27FC236}">
                  <a16:creationId xmlns:a16="http://schemas.microsoft.com/office/drawing/2014/main" id="{B427116B-5FBF-6160-013C-3F7750E2F3CE}"/>
                </a:ext>
              </a:extLst>
            </p:cNvPr>
            <p:cNvSpPr/>
            <p:nvPr/>
          </p:nvSpPr>
          <p:spPr bwMode="gray">
            <a:xfrm>
              <a:off x="294483" y="2500902"/>
              <a:ext cx="2372810" cy="771132"/>
            </a:xfrm>
            <a:prstGeom prst="chevron">
              <a:avLst>
                <a:gd name="adj" fmla="val 30487"/>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altLang="zh-CN" sz="1600" b="1">
                  <a:solidFill>
                    <a:schemeClr val="bg2"/>
                  </a:solidFill>
                  <a:latin typeface="+mj-ea"/>
                  <a:ea typeface="+mj-ea"/>
                </a:rPr>
                <a:t>Criteria alignment</a:t>
              </a:r>
              <a:endParaRPr lang="zh-CN" altLang="zh-CN" sz="1600" b="1">
                <a:solidFill>
                  <a:schemeClr val="bg2"/>
                </a:solidFill>
                <a:latin typeface="+mj-ea"/>
                <a:ea typeface="+mj-ea"/>
              </a:endParaRPr>
            </a:p>
          </p:txBody>
        </p:sp>
        <p:sp>
          <p:nvSpPr>
            <p:cNvPr id="30" name="箭头: V 形 29">
              <a:extLst>
                <a:ext uri="{FF2B5EF4-FFF2-40B4-BE49-F238E27FC236}">
                  <a16:creationId xmlns:a16="http://schemas.microsoft.com/office/drawing/2014/main" id="{B3AA5DB8-7B12-A16A-BB4A-783178360BD2}"/>
                </a:ext>
              </a:extLst>
            </p:cNvPr>
            <p:cNvSpPr/>
            <p:nvPr/>
          </p:nvSpPr>
          <p:spPr bwMode="gray">
            <a:xfrm>
              <a:off x="2506499" y="2500902"/>
              <a:ext cx="2372810" cy="771132"/>
            </a:xfrm>
            <a:prstGeom prst="chevron">
              <a:avLst>
                <a:gd name="adj" fmla="val 30487"/>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altLang="zh-CN" sz="1600" b="1">
                  <a:solidFill>
                    <a:schemeClr val="bg2"/>
                  </a:solidFill>
                  <a:latin typeface="+mj-ea"/>
                  <a:ea typeface="+mj-ea"/>
                </a:rPr>
                <a:t>Initial screening (List 1)</a:t>
              </a:r>
              <a:endParaRPr lang="zh-CN" altLang="zh-CN" sz="1600" b="1">
                <a:solidFill>
                  <a:schemeClr val="bg2"/>
                </a:solidFill>
                <a:latin typeface="+mj-ea"/>
                <a:ea typeface="+mj-ea"/>
              </a:endParaRPr>
            </a:p>
          </p:txBody>
        </p:sp>
        <p:sp>
          <p:nvSpPr>
            <p:cNvPr id="31" name="箭头: V 形 30">
              <a:extLst>
                <a:ext uri="{FF2B5EF4-FFF2-40B4-BE49-F238E27FC236}">
                  <a16:creationId xmlns:a16="http://schemas.microsoft.com/office/drawing/2014/main" id="{112B9B6E-6639-09E6-2138-8B1B85687558}"/>
                </a:ext>
              </a:extLst>
            </p:cNvPr>
            <p:cNvSpPr/>
            <p:nvPr/>
          </p:nvSpPr>
          <p:spPr bwMode="gray">
            <a:xfrm>
              <a:off x="4718515" y="2500902"/>
              <a:ext cx="2372810" cy="771132"/>
            </a:xfrm>
            <a:prstGeom prst="chevron">
              <a:avLst>
                <a:gd name="adj" fmla="val 30487"/>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altLang="zh-CN" sz="1600" b="1">
                  <a:solidFill>
                    <a:schemeClr val="bg2"/>
                  </a:solidFill>
                  <a:latin typeface="+mj-ea"/>
                  <a:ea typeface="+mj-ea"/>
                </a:rPr>
                <a:t>List Expansion (List 2)</a:t>
              </a:r>
              <a:endParaRPr lang="zh-CN" altLang="zh-CN" sz="1600" b="1">
                <a:solidFill>
                  <a:schemeClr val="bg2"/>
                </a:solidFill>
                <a:latin typeface="+mj-ea"/>
                <a:ea typeface="+mj-ea"/>
              </a:endParaRPr>
            </a:p>
          </p:txBody>
        </p:sp>
        <p:sp>
          <p:nvSpPr>
            <p:cNvPr id="32" name="箭头: V 形 31">
              <a:extLst>
                <a:ext uri="{FF2B5EF4-FFF2-40B4-BE49-F238E27FC236}">
                  <a16:creationId xmlns:a16="http://schemas.microsoft.com/office/drawing/2014/main" id="{C6DDF495-0B44-AC1E-FE17-F0E057E0271A}"/>
                </a:ext>
              </a:extLst>
            </p:cNvPr>
            <p:cNvSpPr/>
            <p:nvPr/>
          </p:nvSpPr>
          <p:spPr bwMode="gray">
            <a:xfrm>
              <a:off x="6930531" y="2500902"/>
              <a:ext cx="2372810" cy="771132"/>
            </a:xfrm>
            <a:prstGeom prst="chevron">
              <a:avLst>
                <a:gd name="adj" fmla="val 30487"/>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altLang="zh-CN" sz="1600" b="1">
                  <a:solidFill>
                    <a:schemeClr val="bg2"/>
                  </a:solidFill>
                  <a:latin typeface="+mj-ea"/>
                  <a:ea typeface="+mj-ea"/>
                </a:rPr>
                <a:t>Scoring and Ranking </a:t>
              </a:r>
            </a:p>
            <a:p>
              <a:pPr algn="ctr"/>
              <a:r>
                <a:rPr lang="en-US" altLang="zh-CN" sz="1600" b="1">
                  <a:solidFill>
                    <a:schemeClr val="bg2"/>
                  </a:solidFill>
                  <a:latin typeface="+mj-ea"/>
                  <a:ea typeface="+mj-ea"/>
                </a:rPr>
                <a:t>(Top-tier List)</a:t>
              </a:r>
              <a:endParaRPr lang="zh-CN" altLang="zh-CN" sz="1600" b="1">
                <a:solidFill>
                  <a:schemeClr val="bg2"/>
                </a:solidFill>
                <a:latin typeface="+mj-ea"/>
                <a:ea typeface="+mj-ea"/>
              </a:endParaRPr>
            </a:p>
          </p:txBody>
        </p:sp>
        <p:sp>
          <p:nvSpPr>
            <p:cNvPr id="33" name="箭头: V 形 32">
              <a:extLst>
                <a:ext uri="{FF2B5EF4-FFF2-40B4-BE49-F238E27FC236}">
                  <a16:creationId xmlns:a16="http://schemas.microsoft.com/office/drawing/2014/main" id="{50025713-B1E5-71E3-E9C5-2DF662960FC1}"/>
                </a:ext>
              </a:extLst>
            </p:cNvPr>
            <p:cNvSpPr/>
            <p:nvPr/>
          </p:nvSpPr>
          <p:spPr bwMode="gray">
            <a:xfrm>
              <a:off x="9142545" y="2500902"/>
              <a:ext cx="2372810" cy="771132"/>
            </a:xfrm>
            <a:prstGeom prst="chevron">
              <a:avLst>
                <a:gd name="adj" fmla="val 30487"/>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altLang="zh-CN" sz="1600" b="1">
                  <a:solidFill>
                    <a:schemeClr val="bg2"/>
                  </a:solidFill>
                  <a:latin typeface="+mj-ea"/>
                  <a:ea typeface="+mj-ea"/>
                </a:rPr>
                <a:t>Review and Refinement </a:t>
              </a:r>
            </a:p>
            <a:p>
              <a:pPr algn="ctr"/>
              <a:r>
                <a:rPr lang="en-US" altLang="zh-CN" sz="1600" b="1">
                  <a:solidFill>
                    <a:schemeClr val="bg2"/>
                  </a:solidFill>
                  <a:latin typeface="+mj-ea"/>
                  <a:ea typeface="+mj-ea"/>
                </a:rPr>
                <a:t>(Final Top-tier List)</a:t>
              </a:r>
              <a:endParaRPr lang="zh-CN" altLang="zh-CN" sz="1600" b="1">
                <a:solidFill>
                  <a:schemeClr val="bg2"/>
                </a:solidFill>
                <a:latin typeface="+mj-ea"/>
                <a:ea typeface="+mj-ea"/>
              </a:endParaRPr>
            </a:p>
          </p:txBody>
        </p:sp>
        <p:sp>
          <p:nvSpPr>
            <p:cNvPr id="35" name="矩形: 圆角 34">
              <a:extLst>
                <a:ext uri="{FF2B5EF4-FFF2-40B4-BE49-F238E27FC236}">
                  <a16:creationId xmlns:a16="http://schemas.microsoft.com/office/drawing/2014/main" id="{BF9FC061-FDF6-7926-AC82-BC74404869A0}"/>
                </a:ext>
              </a:extLst>
            </p:cNvPr>
            <p:cNvSpPr/>
            <p:nvPr/>
          </p:nvSpPr>
          <p:spPr bwMode="gray">
            <a:xfrm>
              <a:off x="230983" y="3371554"/>
              <a:ext cx="2304000" cy="1349222"/>
            </a:xfrm>
            <a:prstGeom prst="round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80000" indent="-180000">
                <a:spcBef>
                  <a:spcPts val="600"/>
                </a:spcBef>
                <a:spcAft>
                  <a:spcPts val="600"/>
                </a:spcAft>
                <a:buFont typeface="Arial" panose="020B0604020202020204" pitchFamily="34" charset="0"/>
                <a:buChar char="•"/>
              </a:pPr>
              <a:r>
                <a:rPr lang="en-US" altLang="zh-CN" sz="1400">
                  <a:latin typeface="+mn-ea"/>
                </a:rPr>
                <a:t>Aligned on </a:t>
              </a:r>
              <a:r>
                <a:rPr lang="en-US" altLang="zh-CN" sz="1400">
                  <a:solidFill>
                    <a:srgbClr val="FFFFFF"/>
                  </a:solidFill>
                  <a:latin typeface="+mn-ea"/>
                </a:rPr>
                <a:t>the KEE evaluation criteria for each indication (DR/DME and AMD/GA). </a:t>
              </a:r>
            </a:p>
          </p:txBody>
        </p:sp>
        <p:sp>
          <p:nvSpPr>
            <p:cNvPr id="36" name="矩形: 圆角 35">
              <a:extLst>
                <a:ext uri="{FF2B5EF4-FFF2-40B4-BE49-F238E27FC236}">
                  <a16:creationId xmlns:a16="http://schemas.microsoft.com/office/drawing/2014/main" id="{36ACB799-D116-B77B-294B-CC746304A164}"/>
                </a:ext>
              </a:extLst>
            </p:cNvPr>
            <p:cNvSpPr/>
            <p:nvPr/>
          </p:nvSpPr>
          <p:spPr bwMode="gray">
            <a:xfrm>
              <a:off x="2442999" y="3371554"/>
              <a:ext cx="2304000" cy="1349222"/>
            </a:xfrm>
            <a:prstGeom prst="round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80000" indent="-180000">
                <a:spcBef>
                  <a:spcPts val="600"/>
                </a:spcBef>
                <a:spcAft>
                  <a:spcPts val="600"/>
                </a:spcAft>
                <a:buFont typeface="Arial" panose="020B0604020202020204" pitchFamily="34" charset="0"/>
                <a:buChar char="•"/>
              </a:pPr>
              <a:r>
                <a:rPr lang="en-US" altLang="zh-CN" sz="1400">
                  <a:latin typeface="+mn-ea"/>
                </a:rPr>
                <a:t>Conducted the initial screening via </a:t>
              </a:r>
              <a:r>
                <a:rPr lang="en-US" altLang="zh-CN" sz="1400" err="1">
                  <a:latin typeface="+mn-ea"/>
                </a:rPr>
                <a:t>Monocl</a:t>
              </a:r>
              <a:r>
                <a:rPr lang="en-US" altLang="zh-CN" sz="1400">
                  <a:latin typeface="+mn-ea"/>
                </a:rPr>
                <a:t> database.</a:t>
              </a:r>
              <a:endParaRPr lang="zh-CN" altLang="en-US" sz="1400">
                <a:latin typeface="+mn-ea"/>
              </a:endParaRPr>
            </a:p>
          </p:txBody>
        </p:sp>
        <p:sp>
          <p:nvSpPr>
            <p:cNvPr id="37" name="矩形: 圆角 36">
              <a:extLst>
                <a:ext uri="{FF2B5EF4-FFF2-40B4-BE49-F238E27FC236}">
                  <a16:creationId xmlns:a16="http://schemas.microsoft.com/office/drawing/2014/main" id="{32897FC1-2AC9-D4A5-ACEC-A7978AFF283F}"/>
                </a:ext>
              </a:extLst>
            </p:cNvPr>
            <p:cNvSpPr/>
            <p:nvPr/>
          </p:nvSpPr>
          <p:spPr bwMode="gray">
            <a:xfrm>
              <a:off x="4655015" y="3371554"/>
              <a:ext cx="2304000" cy="1303168"/>
            </a:xfrm>
            <a:prstGeom prst="round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80000" indent="-180000">
                <a:spcBef>
                  <a:spcPts val="600"/>
                </a:spcBef>
                <a:spcAft>
                  <a:spcPts val="600"/>
                </a:spcAft>
                <a:buFont typeface="Arial" panose="020B0604020202020204" pitchFamily="34" charset="0"/>
                <a:buChar char="•"/>
              </a:pPr>
              <a:r>
                <a:rPr lang="en-US" altLang="zh-CN" sz="1400">
                  <a:latin typeface="+mn-ea"/>
                </a:rPr>
                <a:t>Supplemented additional KEE candidates with domestic data sources.</a:t>
              </a:r>
              <a:endParaRPr lang="zh-CN" altLang="en-US" sz="1400">
                <a:latin typeface="+mn-ea"/>
              </a:endParaRPr>
            </a:p>
          </p:txBody>
        </p:sp>
        <p:sp>
          <p:nvSpPr>
            <p:cNvPr id="38" name="矩形: 圆角 37">
              <a:extLst>
                <a:ext uri="{FF2B5EF4-FFF2-40B4-BE49-F238E27FC236}">
                  <a16:creationId xmlns:a16="http://schemas.microsoft.com/office/drawing/2014/main" id="{63BD98CF-8E79-0084-8D41-E0F2CCD9600B}"/>
                </a:ext>
              </a:extLst>
            </p:cNvPr>
            <p:cNvSpPr/>
            <p:nvPr/>
          </p:nvSpPr>
          <p:spPr bwMode="gray">
            <a:xfrm>
              <a:off x="6867031" y="3371554"/>
              <a:ext cx="2304000" cy="1303168"/>
            </a:xfrm>
            <a:prstGeom prst="round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80000" indent="-180000">
                <a:spcBef>
                  <a:spcPts val="600"/>
                </a:spcBef>
                <a:spcAft>
                  <a:spcPts val="600"/>
                </a:spcAft>
                <a:buFont typeface="Arial" panose="020B0604020202020204" pitchFamily="34" charset="0"/>
                <a:buChar char="•"/>
              </a:pPr>
              <a:r>
                <a:rPr lang="en-US" sz="1400">
                  <a:latin typeface="+mn-ea"/>
                </a:rPr>
                <a:t>Scored and ranked KEEs from Lists 1 and 2 based on predefined criteria.</a:t>
              </a:r>
              <a:endParaRPr lang="zh-CN" altLang="en-US" sz="1400">
                <a:latin typeface="+mn-ea"/>
              </a:endParaRPr>
            </a:p>
          </p:txBody>
        </p:sp>
        <p:sp>
          <p:nvSpPr>
            <p:cNvPr id="39" name="矩形: 圆角 38">
              <a:extLst>
                <a:ext uri="{FF2B5EF4-FFF2-40B4-BE49-F238E27FC236}">
                  <a16:creationId xmlns:a16="http://schemas.microsoft.com/office/drawing/2014/main" id="{DADA2B95-A42F-957F-1C6B-D74FB18B8B29}"/>
                </a:ext>
              </a:extLst>
            </p:cNvPr>
            <p:cNvSpPr/>
            <p:nvPr/>
          </p:nvSpPr>
          <p:spPr bwMode="gray">
            <a:xfrm>
              <a:off x="9079047" y="3371555"/>
              <a:ext cx="2304000" cy="1303168"/>
            </a:xfrm>
            <a:prstGeom prst="round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80000" indent="-180000">
                <a:spcBef>
                  <a:spcPts val="600"/>
                </a:spcBef>
                <a:spcAft>
                  <a:spcPts val="600"/>
                </a:spcAft>
                <a:buFont typeface="Arial" panose="020B0604020202020204" pitchFamily="34" charset="0"/>
                <a:buChar char="•"/>
              </a:pPr>
              <a:r>
                <a:rPr lang="en-US" altLang="zh-CN" sz="1400">
                  <a:latin typeface="+mn-ea"/>
                </a:rPr>
                <a:t>Reviewed and prioritized top KEEs.</a:t>
              </a:r>
            </a:p>
          </p:txBody>
        </p:sp>
      </p:grpSp>
      <p:sp>
        <p:nvSpPr>
          <p:cNvPr id="2" name="矩形 1">
            <a:extLst>
              <a:ext uri="{FF2B5EF4-FFF2-40B4-BE49-F238E27FC236}">
                <a16:creationId xmlns:a16="http://schemas.microsoft.com/office/drawing/2014/main" id="{BBCF1300-5C41-0148-BFE0-5C220E787093}"/>
              </a:ext>
            </a:extLst>
          </p:cNvPr>
          <p:cNvSpPr/>
          <p:nvPr/>
        </p:nvSpPr>
        <p:spPr bwMode="gray">
          <a:xfrm>
            <a:off x="479424" y="1268342"/>
            <a:ext cx="1668865" cy="485086"/>
          </a:xfrm>
          <a:prstGeom prst="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lnSpc>
                <a:spcPct val="140000"/>
              </a:lnSpc>
            </a:pPr>
            <a:r>
              <a:rPr lang="en-US" altLang="zh-CN" sz="1600" b="1">
                <a:solidFill>
                  <a:schemeClr val="tx1"/>
                </a:solidFill>
              </a:rPr>
              <a:t>Objective</a:t>
            </a:r>
            <a:endParaRPr lang="zh-CN" altLang="en-US" sz="1600" b="1">
              <a:solidFill>
                <a:schemeClr val="tx1"/>
              </a:solidFill>
            </a:endParaRPr>
          </a:p>
        </p:txBody>
      </p:sp>
      <p:sp>
        <p:nvSpPr>
          <p:cNvPr id="8" name="文本框 7">
            <a:extLst>
              <a:ext uri="{FF2B5EF4-FFF2-40B4-BE49-F238E27FC236}">
                <a16:creationId xmlns:a16="http://schemas.microsoft.com/office/drawing/2014/main" id="{B6693534-25E3-CEA8-851F-86EDB3A247A9}"/>
              </a:ext>
            </a:extLst>
          </p:cNvPr>
          <p:cNvSpPr txBox="1"/>
          <p:nvPr/>
        </p:nvSpPr>
        <p:spPr bwMode="gray">
          <a:xfrm>
            <a:off x="2303626" y="1218498"/>
            <a:ext cx="9408949" cy="584775"/>
          </a:xfrm>
          <a:prstGeom prst="rect">
            <a:avLst/>
          </a:prstGeom>
          <a:noFill/>
        </p:spPr>
        <p:txBody>
          <a:bodyPr wrap="square">
            <a:spAutoFit/>
          </a:bodyPr>
          <a:lstStyle/>
          <a:p>
            <a:r>
              <a:rPr lang="en-US" altLang="zh-CN" sz="1600">
                <a:latin typeface="+mn-ea"/>
              </a:rPr>
              <a:t>To systematically map and prioritize KEEs to provide a solid foundation for strategic activities, including clinical trials, scientific meetings, advisory boards, publications, etc. in DR/DME and AMD/GA.</a:t>
            </a:r>
          </a:p>
        </p:txBody>
      </p:sp>
      <p:sp>
        <p:nvSpPr>
          <p:cNvPr id="9" name="文本框 8">
            <a:extLst>
              <a:ext uri="{FF2B5EF4-FFF2-40B4-BE49-F238E27FC236}">
                <a16:creationId xmlns:a16="http://schemas.microsoft.com/office/drawing/2014/main" id="{DB5FB437-2954-6D08-8F88-178896B67C04}"/>
              </a:ext>
            </a:extLst>
          </p:cNvPr>
          <p:cNvSpPr txBox="1"/>
          <p:nvPr/>
        </p:nvSpPr>
        <p:spPr bwMode="gray">
          <a:xfrm>
            <a:off x="774134" y="2298675"/>
            <a:ext cx="1668865" cy="276422"/>
          </a:xfrm>
          <a:prstGeom prst="rect">
            <a:avLst/>
          </a:prstGeom>
          <a:noFill/>
        </p:spPr>
        <p:txBody>
          <a:bodyPr wrap="square" lIns="0" tIns="0" rIns="0" bIns="0" rtlCol="0">
            <a:spAutoFit/>
          </a:bodyPr>
          <a:lstStyle/>
          <a:p>
            <a:pPr algn="l">
              <a:lnSpc>
                <a:spcPct val="140000"/>
              </a:lnSpc>
            </a:pPr>
            <a:r>
              <a:rPr lang="en-US" altLang="zh-CN" sz="1400" b="1"/>
              <a:t>Mid-Nov. 2025</a:t>
            </a:r>
            <a:endParaRPr lang="zh-CN" altLang="en-US" sz="1400" b="1"/>
          </a:p>
        </p:txBody>
      </p:sp>
      <p:sp>
        <p:nvSpPr>
          <p:cNvPr id="10" name="文本框 9">
            <a:extLst>
              <a:ext uri="{FF2B5EF4-FFF2-40B4-BE49-F238E27FC236}">
                <a16:creationId xmlns:a16="http://schemas.microsoft.com/office/drawing/2014/main" id="{8C46087C-D1FC-94B2-B700-91570C21609B}"/>
              </a:ext>
            </a:extLst>
          </p:cNvPr>
          <p:cNvSpPr txBox="1"/>
          <p:nvPr/>
        </p:nvSpPr>
        <p:spPr bwMode="gray">
          <a:xfrm>
            <a:off x="5084730" y="2298675"/>
            <a:ext cx="1668865" cy="276422"/>
          </a:xfrm>
          <a:prstGeom prst="rect">
            <a:avLst/>
          </a:prstGeom>
          <a:noFill/>
        </p:spPr>
        <p:txBody>
          <a:bodyPr wrap="square" lIns="0" tIns="0" rIns="0" bIns="0" rtlCol="0">
            <a:spAutoFit/>
          </a:bodyPr>
          <a:lstStyle>
            <a:defPPr>
              <a:defRPr lang="en-US"/>
            </a:defPPr>
            <a:lvl1pPr>
              <a:lnSpc>
                <a:spcPct val="140000"/>
              </a:lnSpc>
              <a:defRPr sz="1400" b="1"/>
            </a:lvl1pPr>
          </a:lstStyle>
          <a:p>
            <a:r>
              <a:rPr lang="en-US" altLang="zh-CN"/>
              <a:t>Dec. 2025</a:t>
            </a:r>
            <a:endParaRPr lang="zh-CN" altLang="en-US"/>
          </a:p>
        </p:txBody>
      </p:sp>
      <p:pic>
        <p:nvPicPr>
          <p:cNvPr id="14" name="图形 13" descr="标志1 纯色填充">
            <a:extLst>
              <a:ext uri="{FF2B5EF4-FFF2-40B4-BE49-F238E27FC236}">
                <a16:creationId xmlns:a16="http://schemas.microsoft.com/office/drawing/2014/main" id="{99A4B8B5-1333-AA4F-E2A7-7113023E37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6645" y="2120563"/>
            <a:ext cx="540000" cy="540000"/>
          </a:xfrm>
          <a:prstGeom prst="rect">
            <a:avLst/>
          </a:prstGeom>
        </p:spPr>
      </p:pic>
      <p:pic>
        <p:nvPicPr>
          <p:cNvPr id="15" name="图形 14" descr="标志1 纯色填充">
            <a:extLst>
              <a:ext uri="{FF2B5EF4-FFF2-40B4-BE49-F238E27FC236}">
                <a16:creationId xmlns:a16="http://schemas.microsoft.com/office/drawing/2014/main" id="{7E3B99C2-EE64-5BFC-4859-34FDEDE256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37124" y="2116712"/>
            <a:ext cx="540000" cy="540000"/>
          </a:xfrm>
          <a:prstGeom prst="rect">
            <a:avLst/>
          </a:prstGeom>
        </p:spPr>
      </p:pic>
      <p:sp>
        <p:nvSpPr>
          <p:cNvPr id="16" name="文本框 15">
            <a:extLst>
              <a:ext uri="{FF2B5EF4-FFF2-40B4-BE49-F238E27FC236}">
                <a16:creationId xmlns:a16="http://schemas.microsoft.com/office/drawing/2014/main" id="{D7995B33-7633-B405-23EC-305DFBC8B7D2}"/>
              </a:ext>
            </a:extLst>
          </p:cNvPr>
          <p:cNvSpPr txBox="1"/>
          <p:nvPr/>
        </p:nvSpPr>
        <p:spPr bwMode="gray">
          <a:xfrm>
            <a:off x="9578827" y="2298675"/>
            <a:ext cx="1668865" cy="276422"/>
          </a:xfrm>
          <a:prstGeom prst="rect">
            <a:avLst/>
          </a:prstGeom>
          <a:noFill/>
        </p:spPr>
        <p:txBody>
          <a:bodyPr wrap="square" lIns="0" tIns="0" rIns="0" bIns="0" rtlCol="0">
            <a:spAutoFit/>
          </a:bodyPr>
          <a:lstStyle/>
          <a:p>
            <a:pPr algn="l">
              <a:lnSpc>
                <a:spcPct val="140000"/>
              </a:lnSpc>
            </a:pPr>
            <a:r>
              <a:rPr lang="en-US" altLang="zh-CN" sz="1400" b="1"/>
              <a:t>Mid-Jan. 2026</a:t>
            </a:r>
            <a:endParaRPr lang="zh-CN" altLang="en-US" sz="1400" b="1"/>
          </a:p>
        </p:txBody>
      </p:sp>
      <p:grpSp>
        <p:nvGrpSpPr>
          <p:cNvPr id="6" name="组合 5">
            <a:extLst>
              <a:ext uri="{FF2B5EF4-FFF2-40B4-BE49-F238E27FC236}">
                <a16:creationId xmlns:a16="http://schemas.microsoft.com/office/drawing/2014/main" id="{212DAA0D-A240-B483-87D1-C9E37350F3C3}"/>
              </a:ext>
            </a:extLst>
          </p:cNvPr>
          <p:cNvGrpSpPr/>
          <p:nvPr/>
        </p:nvGrpSpPr>
        <p:grpSpPr>
          <a:xfrm>
            <a:off x="485321" y="5362945"/>
            <a:ext cx="11035931" cy="485086"/>
            <a:chOff x="479424" y="5885523"/>
            <a:chExt cx="11035931" cy="485086"/>
          </a:xfrm>
        </p:grpSpPr>
        <p:sp>
          <p:nvSpPr>
            <p:cNvPr id="23" name="矩形 22">
              <a:extLst>
                <a:ext uri="{FF2B5EF4-FFF2-40B4-BE49-F238E27FC236}">
                  <a16:creationId xmlns:a16="http://schemas.microsoft.com/office/drawing/2014/main" id="{9AF4CAE1-4835-89C5-F3FE-58C41CF30CE4}"/>
                </a:ext>
              </a:extLst>
            </p:cNvPr>
            <p:cNvSpPr/>
            <p:nvPr/>
          </p:nvSpPr>
          <p:spPr bwMode="gray">
            <a:xfrm>
              <a:off x="2506499" y="5885523"/>
              <a:ext cx="9008856" cy="485086"/>
            </a:xfrm>
            <a:prstGeom prst="rect">
              <a:avLst/>
            </a:prstGeom>
            <a:ln>
              <a:noFill/>
            </a:ln>
          </p:spPr>
          <p:style>
            <a:lnRef idx="3">
              <a:schemeClr val="lt1"/>
            </a:lnRef>
            <a:fillRef idx="1">
              <a:schemeClr val="accent2"/>
            </a:fillRef>
            <a:effectRef idx="1">
              <a:schemeClr val="accent2"/>
            </a:effectRef>
            <a:fontRef idx="minor">
              <a:schemeClr val="lt1"/>
            </a:fontRef>
          </p:style>
          <p:txBody>
            <a:bodyPr rtlCol="0" anchor="ctr"/>
            <a:lstStyle/>
            <a:p>
              <a:pPr algn="ctr">
                <a:lnSpc>
                  <a:spcPct val="140000"/>
                </a:lnSpc>
              </a:pPr>
              <a:endParaRPr lang="zh-CN" altLang="en-US" sz="1600" b="1">
                <a:solidFill>
                  <a:schemeClr val="tx1"/>
                </a:solidFill>
              </a:endParaRPr>
            </a:p>
          </p:txBody>
        </p:sp>
        <p:sp>
          <p:nvSpPr>
            <p:cNvPr id="17" name="文本框 16">
              <a:extLst>
                <a:ext uri="{FF2B5EF4-FFF2-40B4-BE49-F238E27FC236}">
                  <a16:creationId xmlns:a16="http://schemas.microsoft.com/office/drawing/2014/main" id="{D7EFEB10-45F6-9617-EB1C-04203D1351C1}"/>
                </a:ext>
              </a:extLst>
            </p:cNvPr>
            <p:cNvSpPr txBox="1"/>
            <p:nvPr/>
          </p:nvSpPr>
          <p:spPr bwMode="gray">
            <a:xfrm>
              <a:off x="2648178" y="5989855"/>
              <a:ext cx="1668865" cy="276422"/>
            </a:xfrm>
            <a:prstGeom prst="rect">
              <a:avLst/>
            </a:prstGeom>
            <a:noFill/>
          </p:spPr>
          <p:txBody>
            <a:bodyPr wrap="square" lIns="0" tIns="0" rIns="0" bIns="0" rtlCol="0">
              <a:spAutoFit/>
            </a:bodyPr>
            <a:lstStyle/>
            <a:p>
              <a:pPr algn="ctr">
                <a:lnSpc>
                  <a:spcPct val="140000"/>
                </a:lnSpc>
              </a:pPr>
              <a:r>
                <a:rPr lang="en-US" altLang="zh-CN" sz="1400" b="1">
                  <a:solidFill>
                    <a:schemeClr val="bg2"/>
                  </a:solidFill>
                </a:rPr>
                <a:t>List</a:t>
              </a:r>
              <a:r>
                <a:rPr lang="zh-CN" altLang="en-US" sz="1400" b="1">
                  <a:solidFill>
                    <a:schemeClr val="bg2"/>
                  </a:solidFill>
                </a:rPr>
                <a:t> </a:t>
              </a:r>
              <a:r>
                <a:rPr lang="en-US" altLang="zh-CN" sz="1400" b="1">
                  <a:solidFill>
                    <a:schemeClr val="bg2"/>
                  </a:solidFill>
                </a:rPr>
                <a:t>1 = 397</a:t>
              </a:r>
            </a:p>
          </p:txBody>
        </p:sp>
        <p:sp>
          <p:nvSpPr>
            <p:cNvPr id="18" name="文本框 17">
              <a:extLst>
                <a:ext uri="{FF2B5EF4-FFF2-40B4-BE49-F238E27FC236}">
                  <a16:creationId xmlns:a16="http://schemas.microsoft.com/office/drawing/2014/main" id="{109D3BCF-0031-F37F-C5D2-417C884BAABA}"/>
                </a:ext>
              </a:extLst>
            </p:cNvPr>
            <p:cNvSpPr txBox="1"/>
            <p:nvPr/>
          </p:nvSpPr>
          <p:spPr bwMode="gray">
            <a:xfrm>
              <a:off x="4879309" y="5989855"/>
              <a:ext cx="1668865" cy="276422"/>
            </a:xfrm>
            <a:prstGeom prst="rect">
              <a:avLst/>
            </a:prstGeom>
            <a:noFill/>
          </p:spPr>
          <p:txBody>
            <a:bodyPr wrap="square" lIns="0" tIns="0" rIns="0" bIns="0" rtlCol="0">
              <a:spAutoFit/>
            </a:bodyPr>
            <a:lstStyle/>
            <a:p>
              <a:pPr algn="ctr">
                <a:lnSpc>
                  <a:spcPct val="140000"/>
                </a:lnSpc>
              </a:pPr>
              <a:r>
                <a:rPr lang="en-US" altLang="zh-CN" sz="1400" b="1">
                  <a:solidFill>
                    <a:schemeClr val="bg2"/>
                  </a:solidFill>
                </a:rPr>
                <a:t>List</a:t>
              </a:r>
              <a:r>
                <a:rPr lang="zh-CN" altLang="en-US" sz="1400" b="1">
                  <a:solidFill>
                    <a:schemeClr val="bg2"/>
                  </a:solidFill>
                </a:rPr>
                <a:t> </a:t>
              </a:r>
              <a:r>
                <a:rPr lang="en-US" altLang="zh-CN" sz="1400" b="1">
                  <a:solidFill>
                    <a:schemeClr val="bg2"/>
                  </a:solidFill>
                </a:rPr>
                <a:t>2 = 62</a:t>
              </a:r>
            </a:p>
          </p:txBody>
        </p:sp>
        <p:sp>
          <p:nvSpPr>
            <p:cNvPr id="19" name="文本框 18">
              <a:extLst>
                <a:ext uri="{FF2B5EF4-FFF2-40B4-BE49-F238E27FC236}">
                  <a16:creationId xmlns:a16="http://schemas.microsoft.com/office/drawing/2014/main" id="{8016D55C-B292-CCF1-B305-5FC71DB9E7D6}"/>
                </a:ext>
              </a:extLst>
            </p:cNvPr>
            <p:cNvSpPr txBox="1"/>
            <p:nvPr/>
          </p:nvSpPr>
          <p:spPr bwMode="gray">
            <a:xfrm>
              <a:off x="7183309" y="5989855"/>
              <a:ext cx="1668865" cy="276422"/>
            </a:xfrm>
            <a:prstGeom prst="rect">
              <a:avLst/>
            </a:prstGeom>
            <a:noFill/>
          </p:spPr>
          <p:txBody>
            <a:bodyPr wrap="square" lIns="0" tIns="0" rIns="0" bIns="0" rtlCol="0">
              <a:spAutoFit/>
            </a:bodyPr>
            <a:lstStyle/>
            <a:p>
              <a:pPr algn="ctr">
                <a:lnSpc>
                  <a:spcPct val="140000"/>
                </a:lnSpc>
              </a:pPr>
              <a:r>
                <a:rPr lang="en-US" altLang="zh-CN" sz="1400" b="1">
                  <a:solidFill>
                    <a:schemeClr val="bg2"/>
                  </a:solidFill>
                </a:rPr>
                <a:t>Total = 459</a:t>
              </a:r>
            </a:p>
          </p:txBody>
        </p:sp>
        <p:sp>
          <p:nvSpPr>
            <p:cNvPr id="20" name="文本框 19">
              <a:extLst>
                <a:ext uri="{FF2B5EF4-FFF2-40B4-BE49-F238E27FC236}">
                  <a16:creationId xmlns:a16="http://schemas.microsoft.com/office/drawing/2014/main" id="{BE41D4AE-587E-A4AB-95F7-669367EA09D7}"/>
                </a:ext>
              </a:extLst>
            </p:cNvPr>
            <p:cNvSpPr txBox="1"/>
            <p:nvPr/>
          </p:nvSpPr>
          <p:spPr bwMode="gray">
            <a:xfrm>
              <a:off x="9442606" y="5989855"/>
              <a:ext cx="1668865" cy="276422"/>
            </a:xfrm>
            <a:prstGeom prst="rect">
              <a:avLst/>
            </a:prstGeom>
            <a:noFill/>
          </p:spPr>
          <p:txBody>
            <a:bodyPr wrap="square" lIns="0" tIns="0" rIns="0" bIns="0" rtlCol="0">
              <a:spAutoFit/>
            </a:bodyPr>
            <a:lstStyle/>
            <a:p>
              <a:pPr algn="ctr">
                <a:lnSpc>
                  <a:spcPct val="140000"/>
                </a:lnSpc>
              </a:pPr>
              <a:r>
                <a:rPr lang="en-US" altLang="zh-CN" sz="1400" b="1">
                  <a:solidFill>
                    <a:schemeClr val="bg2"/>
                  </a:solidFill>
                </a:rPr>
                <a:t>Prioritized top 15</a:t>
              </a:r>
            </a:p>
          </p:txBody>
        </p:sp>
        <p:sp>
          <p:nvSpPr>
            <p:cNvPr id="22" name="矩形 21">
              <a:extLst>
                <a:ext uri="{FF2B5EF4-FFF2-40B4-BE49-F238E27FC236}">
                  <a16:creationId xmlns:a16="http://schemas.microsoft.com/office/drawing/2014/main" id="{E97EA3AC-2EAE-9889-3C6E-1B0423415494}"/>
                </a:ext>
              </a:extLst>
            </p:cNvPr>
            <p:cNvSpPr/>
            <p:nvPr/>
          </p:nvSpPr>
          <p:spPr bwMode="gray">
            <a:xfrm>
              <a:off x="479424" y="5885523"/>
              <a:ext cx="1668865" cy="485086"/>
            </a:xfrm>
            <a:prstGeom prst="rect">
              <a:avLst/>
            </a:prstGeom>
            <a:ln>
              <a:noFill/>
            </a:ln>
          </p:spPr>
          <p:style>
            <a:lnRef idx="3">
              <a:schemeClr val="lt1"/>
            </a:lnRef>
            <a:fillRef idx="1">
              <a:schemeClr val="accent2"/>
            </a:fillRef>
            <a:effectRef idx="1">
              <a:schemeClr val="accent2"/>
            </a:effectRef>
            <a:fontRef idx="minor">
              <a:schemeClr val="lt1"/>
            </a:fontRef>
          </p:style>
          <p:txBody>
            <a:bodyPr rtlCol="0" anchor="ctr"/>
            <a:lstStyle/>
            <a:p>
              <a:pPr algn="ctr">
                <a:lnSpc>
                  <a:spcPct val="140000"/>
                </a:lnSpc>
              </a:pPr>
              <a:r>
                <a:rPr lang="en-US" altLang="zh-CN" sz="1600" b="1">
                  <a:solidFill>
                    <a:schemeClr val="tx1"/>
                  </a:solidFill>
                </a:rPr>
                <a:t>Results</a:t>
              </a:r>
              <a:endParaRPr lang="zh-CN" altLang="en-US" sz="1600" b="1">
                <a:solidFill>
                  <a:schemeClr val="tx1"/>
                </a:solidFill>
              </a:endParaRPr>
            </a:p>
          </p:txBody>
        </p:sp>
      </p:grpSp>
      <p:cxnSp>
        <p:nvCxnSpPr>
          <p:cNvPr id="5" name="直接连接符 4">
            <a:extLst>
              <a:ext uri="{FF2B5EF4-FFF2-40B4-BE49-F238E27FC236}">
                <a16:creationId xmlns:a16="http://schemas.microsoft.com/office/drawing/2014/main" id="{1DE9C728-65BC-35EF-E51C-2DEC041AF28A}"/>
              </a:ext>
            </a:extLst>
          </p:cNvPr>
          <p:cNvCxnSpPr/>
          <p:nvPr/>
        </p:nvCxnSpPr>
        <p:spPr bwMode="gray">
          <a:xfrm>
            <a:off x="2303626" y="2575097"/>
            <a:ext cx="6948000" cy="0"/>
          </a:xfrm>
          <a:prstGeom prst="line">
            <a:avLst/>
          </a:prstGeom>
          <a:ln>
            <a:headEnd type="oval" w="med" len="med"/>
            <a:tailEnd type="oval" w="med" len="med"/>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3815945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790122D-5DE1-95C0-9F56-0036136DBFA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A24B438-E277-7CB9-E1E7-968979DDACB4}"/>
              </a:ext>
            </a:extLst>
          </p:cNvPr>
          <p:cNvSpPr>
            <a:spLocks noGrp="1"/>
          </p:cNvSpPr>
          <p:nvPr>
            <p:ph type="title"/>
          </p:nvPr>
        </p:nvSpPr>
        <p:spPr/>
        <p:txBody>
          <a:bodyPr/>
          <a:lstStyle/>
          <a:p>
            <a:r>
              <a:rPr lang="en-US" altLang="zh-CN"/>
              <a:t>Prioritized 15 KEEs – Key Activities in 2026</a:t>
            </a:r>
            <a:endParaRPr lang="zh-CN" altLang="en-US"/>
          </a:p>
        </p:txBody>
      </p:sp>
      <p:graphicFrame>
        <p:nvGraphicFramePr>
          <p:cNvPr id="5" name="表格 4">
            <a:extLst>
              <a:ext uri="{FF2B5EF4-FFF2-40B4-BE49-F238E27FC236}">
                <a16:creationId xmlns:a16="http://schemas.microsoft.com/office/drawing/2014/main" id="{1C91A3E5-835B-C489-BF14-70E19112AC7D}"/>
              </a:ext>
            </a:extLst>
          </p:cNvPr>
          <p:cNvGraphicFramePr>
            <a:graphicFrameLocks noGrp="1"/>
          </p:cNvGraphicFramePr>
          <p:nvPr>
            <p:extLst>
              <p:ext uri="{D42A27DB-BD31-4B8C-83A1-F6EECF244321}">
                <p14:modId xmlns:p14="http://schemas.microsoft.com/office/powerpoint/2010/main" val="2513527044"/>
              </p:ext>
            </p:extLst>
          </p:nvPr>
        </p:nvGraphicFramePr>
        <p:xfrm>
          <a:off x="479423" y="969348"/>
          <a:ext cx="11070893" cy="5107185"/>
        </p:xfrm>
        <a:graphic>
          <a:graphicData uri="http://schemas.openxmlformats.org/drawingml/2006/table">
            <a:tbl>
              <a:tblPr firstRow="1" bandRow="1">
                <a:tableStyleId>{9D7B26C5-4107-4FEC-AEDC-1716B250A1EF}</a:tableStyleId>
              </a:tblPr>
              <a:tblGrid>
                <a:gridCol w="1469693">
                  <a:extLst>
                    <a:ext uri="{9D8B030D-6E8A-4147-A177-3AD203B41FA5}">
                      <a16:colId xmlns:a16="http://schemas.microsoft.com/office/drawing/2014/main" val="2637581521"/>
                    </a:ext>
                  </a:extLst>
                </a:gridCol>
                <a:gridCol w="997284">
                  <a:extLst>
                    <a:ext uri="{9D8B030D-6E8A-4147-A177-3AD203B41FA5}">
                      <a16:colId xmlns:a16="http://schemas.microsoft.com/office/drawing/2014/main" val="4072257426"/>
                    </a:ext>
                  </a:extLst>
                </a:gridCol>
                <a:gridCol w="3086100">
                  <a:extLst>
                    <a:ext uri="{9D8B030D-6E8A-4147-A177-3AD203B41FA5}">
                      <a16:colId xmlns:a16="http://schemas.microsoft.com/office/drawing/2014/main" val="1483987512"/>
                    </a:ext>
                  </a:extLst>
                </a:gridCol>
                <a:gridCol w="2028658">
                  <a:extLst>
                    <a:ext uri="{9D8B030D-6E8A-4147-A177-3AD203B41FA5}">
                      <a16:colId xmlns:a16="http://schemas.microsoft.com/office/drawing/2014/main" val="4093376277"/>
                    </a:ext>
                  </a:extLst>
                </a:gridCol>
                <a:gridCol w="3489158">
                  <a:extLst>
                    <a:ext uri="{9D8B030D-6E8A-4147-A177-3AD203B41FA5}">
                      <a16:colId xmlns:a16="http://schemas.microsoft.com/office/drawing/2014/main" val="4147192471"/>
                    </a:ext>
                  </a:extLst>
                </a:gridCol>
              </a:tblGrid>
              <a:tr h="354720">
                <a:tc gridSpan="2">
                  <a:txBody>
                    <a:bodyPr/>
                    <a:lstStyle/>
                    <a:p>
                      <a:pPr algn="ctr"/>
                      <a:r>
                        <a:rPr lang="en-US" altLang="zh-CN" sz="1400">
                          <a:solidFill>
                            <a:schemeClr val="bg2"/>
                          </a:solidFill>
                          <a:latin typeface="+mn-ea"/>
                          <a:ea typeface="+mn-ea"/>
                        </a:rPr>
                        <a:t>Name</a:t>
                      </a:r>
                      <a:endParaRPr lang="zh-CN" altLang="en-US" sz="1400">
                        <a:solidFill>
                          <a:schemeClr val="bg2"/>
                        </a:solidFill>
                        <a:latin typeface="+mn-ea"/>
                        <a:ea typeface="+mn-ea"/>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hMerge="1">
                  <a:txBody>
                    <a:bodyPr/>
                    <a:lstStyle/>
                    <a:p>
                      <a:endParaRPr lang="zh-CN" altLang="en-US"/>
                    </a:p>
                  </a:txBody>
                  <a:tcPr/>
                </a:tc>
                <a:tc>
                  <a:txBody>
                    <a:bodyPr/>
                    <a:lstStyle/>
                    <a:p>
                      <a:pPr marL="0" algn="ctr" defTabSz="914400" rtl="0" eaLnBrk="1" latinLnBrk="0" hangingPunct="1"/>
                      <a:r>
                        <a:rPr lang="en-US" altLang="zh-CN" sz="1400" b="1" kern="1200">
                          <a:solidFill>
                            <a:schemeClr val="bg2"/>
                          </a:solidFill>
                          <a:latin typeface="+mn-ea"/>
                          <a:ea typeface="+mn-ea"/>
                          <a:cs typeface="+mn-cs"/>
                        </a:rPr>
                        <a:t>Established Collaborations</a:t>
                      </a:r>
                      <a:endParaRPr lang="zh-CN" altLang="en-US" sz="1400" b="1" kern="1200">
                        <a:solidFill>
                          <a:schemeClr val="bg2"/>
                        </a:solidFill>
                        <a:latin typeface="+mn-ea"/>
                        <a:ea typeface="+mn-ea"/>
                        <a:cs typeface="+mn-cs"/>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tx2"/>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bg2"/>
                          </a:solidFill>
                          <a:latin typeface="+mn-ea"/>
                          <a:ea typeface="+mn-ea"/>
                          <a:cs typeface="+mn-cs"/>
                        </a:rPr>
                        <a:t>Engagement Plan in 2026</a:t>
                      </a:r>
                      <a:endParaRPr lang="zh-CN" altLang="en-US" sz="1400" b="1" kern="1200">
                        <a:solidFill>
                          <a:schemeClr val="bg2"/>
                        </a:solidFill>
                        <a:latin typeface="+mn-ea"/>
                        <a:ea typeface="+mn-ea"/>
                        <a:cs typeface="+mn-cs"/>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tx2"/>
                    </a:solidFill>
                  </a:tcPr>
                </a:tc>
                <a:tc hMerge="1">
                  <a:txBody>
                    <a:bodyPr/>
                    <a:lstStyle/>
                    <a:p>
                      <a:endParaRPr lang="zh-CN" altLang="en-US"/>
                    </a:p>
                  </a:txBody>
                  <a:tcPr/>
                </a:tc>
                <a:extLst>
                  <a:ext uri="{0D108BD9-81ED-4DB2-BD59-A6C34878D82A}">
                    <a16:rowId xmlns:a16="http://schemas.microsoft.com/office/drawing/2014/main" val="503777903"/>
                  </a:ext>
                </a:extLst>
              </a:tr>
              <a:tr h="316831">
                <a:tc>
                  <a:txBody>
                    <a:bodyPr/>
                    <a:lstStyle/>
                    <a:p>
                      <a:pPr marL="0" algn="ctr" defTabSz="914400" rtl="0" eaLnBrk="1" fontAlgn="ctr" latinLnBrk="0" hangingPunct="1">
                        <a:buNone/>
                      </a:pPr>
                      <a:r>
                        <a:rPr lang="en-US" sz="1200" b="0" u="none" strike="noStrike" kern="1200">
                          <a:solidFill>
                            <a:schemeClr val="bg2"/>
                          </a:solidFill>
                          <a:effectLst/>
                          <a:latin typeface="+mn-ea"/>
                          <a:ea typeface="+mn-ea"/>
                          <a:cs typeface="+mn-cs"/>
                        </a:rPr>
                        <a:t>Xun, Xu</a:t>
                      </a:r>
                      <a:endParaRPr lang="zh-CN" altLang="en-US" sz="1200" b="0" u="none" strike="noStrike" kern="1200">
                        <a:solidFill>
                          <a:schemeClr val="bg2"/>
                        </a:solidFill>
                        <a:effectLst/>
                        <a:latin typeface="+mn-ea"/>
                        <a:ea typeface="+mn-ea"/>
                        <a:cs typeface="+mn-cs"/>
                      </a:endParaRPr>
                    </a:p>
                  </a:txBody>
                  <a:tcPr marL="36000" marR="36000" marT="36000" marB="36000" anchor="ctr">
                    <a:lnT w="12700" cap="flat" cmpd="sng" algn="ctr">
                      <a:solidFill>
                        <a:schemeClr val="tx1"/>
                      </a:solidFill>
                      <a:prstDash val="solid"/>
                      <a:round/>
                      <a:headEnd type="none" w="med" len="med"/>
                      <a:tailEnd type="none" w="med" len="med"/>
                    </a:lnT>
                  </a:tcPr>
                </a:tc>
                <a:tc>
                  <a:txBody>
                    <a:bodyPr/>
                    <a:lstStyle/>
                    <a:p>
                      <a:pPr marL="0" algn="ctr" defTabSz="914400" rtl="0" eaLnBrk="1" fontAlgn="ctr" latinLnBrk="0" hangingPunct="1">
                        <a:buNone/>
                      </a:pPr>
                      <a:r>
                        <a:rPr lang="zh-CN" altLang="en-US" sz="1200" b="0" u="none" strike="noStrike" kern="1200">
                          <a:solidFill>
                            <a:schemeClr val="bg2"/>
                          </a:solidFill>
                          <a:effectLst/>
                          <a:latin typeface="+mn-ea"/>
                          <a:ea typeface="+mn-ea"/>
                          <a:cs typeface="+mn-cs"/>
                        </a:rPr>
                        <a:t>许迅</a:t>
                      </a:r>
                    </a:p>
                  </a:txBody>
                  <a:tcPr marL="36000" marR="36000" marT="36000" marB="36000" anchor="ctr">
                    <a:lnR w="6350" cap="flat" cmpd="sng" algn="ctr">
                      <a:solidFill>
                        <a:schemeClr val="accent1"/>
                      </a:solidFill>
                      <a:prstDash val="dot"/>
                      <a:round/>
                      <a:headEnd type="none" w="med" len="med"/>
                      <a:tailEnd type="none" w="med" len="med"/>
                    </a:ln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200" b="0" u="none" strike="noStrike" kern="1200">
                          <a:solidFill>
                            <a:schemeClr val="bg2"/>
                          </a:solidFill>
                          <a:effectLst/>
                          <a:latin typeface="+mn-ea"/>
                          <a:ea typeface="+mn-ea"/>
                          <a:cs typeface="+mn-cs"/>
                        </a:rPr>
                        <a:t>2025 NAB Chair, THULITE Leading PI</a:t>
                      </a:r>
                      <a:endParaRPr lang="zh-CN" altLang="en-US" sz="1200" b="0" u="none" strike="noStrike" kern="1200">
                        <a:solidFill>
                          <a:schemeClr val="bg2"/>
                        </a:solidFill>
                        <a:effectLst/>
                        <a:latin typeface="+mn-ea"/>
                        <a:ea typeface="+mn-ea"/>
                        <a:cs typeface="+mn-cs"/>
                      </a:endParaRPr>
                    </a:p>
                  </a:txBody>
                  <a:tcPr marL="36000" marR="36000" marT="36000" marB="36000" anchor="ctr">
                    <a:lnL w="6350" cap="flat" cmpd="sng" algn="ctr">
                      <a:solidFill>
                        <a:schemeClr val="accent1"/>
                      </a:solidFill>
                      <a:prstDash val="dot"/>
                      <a:round/>
                      <a:headEnd type="none" w="med" len="med"/>
                      <a:tailEnd type="none" w="med" len="med"/>
                    </a:lnL>
                    <a:lnR w="6350" cap="flat" cmpd="sng" algn="ctr">
                      <a:solidFill>
                        <a:schemeClr val="accent1"/>
                      </a:solidFill>
                      <a:prstDash val="dot"/>
                      <a:round/>
                      <a:headEnd type="none" w="med" len="med"/>
                      <a:tailEnd type="none" w="med" len="med"/>
                    </a:lnR>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zh-CN" altLang="en-US" sz="1200" b="0" u="none" strike="noStrike" kern="1200">
                        <a:solidFill>
                          <a:schemeClr val="bg2"/>
                        </a:solidFill>
                        <a:effectLst/>
                        <a:latin typeface="+mn-ea"/>
                        <a:ea typeface="+mn-ea"/>
                        <a:cs typeface="+mn-cs"/>
                      </a:endParaRPr>
                    </a:p>
                  </a:txBody>
                  <a:tcPr marL="36000" marR="36000" marT="36000" marB="36000" anchor="ctr">
                    <a:lnL w="6350" cap="flat" cmpd="sng" algn="ctr">
                      <a:solidFill>
                        <a:schemeClr val="accent1"/>
                      </a:solidFill>
                      <a:prstDash val="dot"/>
                      <a:round/>
                      <a:headEnd type="none" w="med" len="med"/>
                      <a:tailEnd type="none" w="med" len="med"/>
                    </a:ln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zh-CN" altLang="en-US" sz="1200" b="0" u="none" strike="noStrike" kern="1200">
                        <a:solidFill>
                          <a:schemeClr val="bg2"/>
                        </a:solidFill>
                        <a:effectLst/>
                        <a:latin typeface="+mn-ea"/>
                        <a:ea typeface="+mn-ea"/>
                        <a:cs typeface="+mn-cs"/>
                      </a:endParaRPr>
                    </a:p>
                  </a:txBody>
                  <a:tcPr marL="36000" marR="36000" marT="36000" marB="36000" anchor="ctr"/>
                </a:tc>
                <a:extLst>
                  <a:ext uri="{0D108BD9-81ED-4DB2-BD59-A6C34878D82A}">
                    <a16:rowId xmlns:a16="http://schemas.microsoft.com/office/drawing/2014/main" val="510343341"/>
                  </a:ext>
                </a:extLst>
              </a:tr>
              <a:tr h="316831">
                <a:tc>
                  <a:txBody>
                    <a:bodyPr/>
                    <a:lstStyle/>
                    <a:p>
                      <a:pPr marL="0" algn="ctr" defTabSz="914400" rtl="0" eaLnBrk="1" fontAlgn="ctr" latinLnBrk="0" hangingPunct="1">
                        <a:buNone/>
                      </a:pPr>
                      <a:r>
                        <a:rPr lang="en-US" sz="1200" b="0" u="none" strike="noStrike" kern="1200">
                          <a:solidFill>
                            <a:schemeClr val="bg2"/>
                          </a:solidFill>
                          <a:effectLst/>
                          <a:latin typeface="+mn-ea"/>
                          <a:ea typeface="+mn-ea"/>
                          <a:cs typeface="+mn-cs"/>
                        </a:rPr>
                        <a:t>Xiao Dong, Sun</a:t>
                      </a:r>
                      <a:endParaRPr lang="zh-CN" altLang="en-US" sz="1200" b="0" u="none" strike="noStrike" kern="1200">
                        <a:solidFill>
                          <a:schemeClr val="bg2"/>
                        </a:solidFill>
                        <a:effectLst/>
                        <a:latin typeface="+mn-ea"/>
                        <a:ea typeface="+mn-ea"/>
                        <a:cs typeface="+mn-cs"/>
                      </a:endParaRPr>
                    </a:p>
                  </a:txBody>
                  <a:tcPr marL="36000" marR="36000" marT="36000" marB="36000" anchor="ctr"/>
                </a:tc>
                <a:tc>
                  <a:txBody>
                    <a:bodyPr/>
                    <a:lstStyle/>
                    <a:p>
                      <a:pPr marL="0" algn="ctr" defTabSz="914400" rtl="0" eaLnBrk="1" fontAlgn="ctr" latinLnBrk="0" hangingPunct="1">
                        <a:buNone/>
                      </a:pPr>
                      <a:r>
                        <a:rPr lang="zh-CN" altLang="en-US" sz="1200" b="0" u="none" strike="noStrike" kern="1200">
                          <a:solidFill>
                            <a:schemeClr val="bg2"/>
                          </a:solidFill>
                          <a:effectLst/>
                          <a:latin typeface="+mn-ea"/>
                          <a:ea typeface="+mn-ea"/>
                          <a:cs typeface="+mn-cs"/>
                        </a:rPr>
                        <a:t>孙晓东</a:t>
                      </a:r>
                    </a:p>
                  </a:txBody>
                  <a:tcPr marL="36000" marR="36000" marT="36000" marB="36000" anchor="ctr">
                    <a:lnR w="6350" cap="flat" cmpd="sng" algn="ctr">
                      <a:solidFill>
                        <a:schemeClr val="accent1"/>
                      </a:solidFill>
                      <a:prstDash val="dot"/>
                      <a:round/>
                      <a:headEnd type="none" w="med" len="med"/>
                      <a:tailEnd type="none" w="med" len="med"/>
                    </a:lnR>
                  </a:tcPr>
                </a:tc>
                <a:tc>
                  <a:txBody>
                    <a:bodyPr/>
                    <a:lstStyle/>
                    <a:p>
                      <a:pPr algn="ctr" fontAlgn="b">
                        <a:buNone/>
                      </a:pPr>
                      <a:r>
                        <a:rPr lang="en-US" altLang="zh-CN" sz="1200" b="0" u="none" strike="noStrike" kern="1200">
                          <a:solidFill>
                            <a:schemeClr val="bg2"/>
                          </a:solidFill>
                          <a:effectLst/>
                          <a:latin typeface="+mn-ea"/>
                          <a:ea typeface="+mn-ea"/>
                          <a:cs typeface="+mn-cs"/>
                        </a:rPr>
                        <a:t>Think Tank, GA consultation</a:t>
                      </a:r>
                      <a:endParaRPr lang="en-US" sz="1200" b="0" u="none" strike="noStrike" kern="1200">
                        <a:solidFill>
                          <a:schemeClr val="bg2"/>
                        </a:solidFill>
                        <a:effectLst/>
                        <a:latin typeface="+mn-ea"/>
                        <a:ea typeface="+mn-ea"/>
                        <a:cs typeface="+mn-cs"/>
                      </a:endParaRPr>
                    </a:p>
                  </a:txBody>
                  <a:tcPr marL="36000" marR="36000" marT="36000" marB="36000" anchor="ctr">
                    <a:lnL w="6350" cap="flat" cmpd="sng" algn="ctr">
                      <a:solidFill>
                        <a:schemeClr val="accent1"/>
                      </a:solidFill>
                      <a:prstDash val="dot"/>
                      <a:round/>
                      <a:headEnd type="none" w="med" len="med"/>
                      <a:tailEnd type="none" w="med" len="med"/>
                    </a:lnL>
                    <a:lnR w="6350" cap="flat" cmpd="sng" algn="ctr">
                      <a:solidFill>
                        <a:schemeClr val="accent1"/>
                      </a:solidFill>
                      <a:prstDash val="dot"/>
                      <a:round/>
                      <a:headEnd type="none" w="med" len="med"/>
                      <a:tailEnd type="none" w="med" len="med"/>
                    </a:lnR>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1200" b="0" u="none" strike="noStrike" kern="1200">
                          <a:solidFill>
                            <a:schemeClr val="bg2"/>
                          </a:solidFill>
                          <a:effectLst/>
                          <a:latin typeface="+mn-ea"/>
                          <a:ea typeface="+mn-ea"/>
                          <a:cs typeface="+mn-cs"/>
                        </a:rPr>
                        <a:t>                                                 </a:t>
                      </a:r>
                    </a:p>
                  </a:txBody>
                  <a:tcPr marL="36000" marR="36000" marT="36000" marB="36000" anchor="ctr">
                    <a:lnL w="6350" cap="flat" cmpd="sng" algn="ctr">
                      <a:solidFill>
                        <a:schemeClr val="accent1"/>
                      </a:solidFill>
                      <a:prstDash val="dot"/>
                      <a:round/>
                      <a:headEnd type="none" w="med" len="med"/>
                      <a:tailEnd type="none" w="med" len="med"/>
                    </a:ln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1200" b="0" u="none" strike="noStrike" kern="1200">
                          <a:solidFill>
                            <a:schemeClr val="bg2"/>
                          </a:solidFill>
                          <a:effectLst/>
                          <a:latin typeface="+mn-ea"/>
                          <a:ea typeface="+mn-ea"/>
                          <a:cs typeface="+mn-cs"/>
                        </a:rPr>
                        <a:t>Potential AMD/GA trials leading PI, </a:t>
                      </a:r>
                      <a:r>
                        <a:rPr lang="en-US" altLang="zh-CN" sz="1200" b="1" u="none" strike="noStrike" kern="1200">
                          <a:solidFill>
                            <a:srgbClr val="FF0000"/>
                          </a:solidFill>
                          <a:effectLst/>
                          <a:latin typeface="+mn-ea"/>
                          <a:ea typeface="+mn-ea"/>
                          <a:cs typeface="+mn-cs"/>
                        </a:rPr>
                        <a:t>VP</a:t>
                      </a:r>
                    </a:p>
                  </a:txBody>
                  <a:tcPr marL="36000" marR="36000" marT="36000" marB="36000" anchor="ctr"/>
                </a:tc>
                <a:extLst>
                  <a:ext uri="{0D108BD9-81ED-4DB2-BD59-A6C34878D82A}">
                    <a16:rowId xmlns:a16="http://schemas.microsoft.com/office/drawing/2014/main" val="1332117370"/>
                  </a:ext>
                </a:extLst>
              </a:tr>
              <a:tr h="316831">
                <a:tc>
                  <a:txBody>
                    <a:bodyPr/>
                    <a:lstStyle/>
                    <a:p>
                      <a:pPr marL="0" algn="ctr" defTabSz="914400" rtl="0" eaLnBrk="1" fontAlgn="ctr" latinLnBrk="0" hangingPunct="1">
                        <a:buNone/>
                      </a:pPr>
                      <a:r>
                        <a:rPr lang="en-US" sz="1200" b="0" u="none" strike="noStrike" kern="1200">
                          <a:solidFill>
                            <a:schemeClr val="bg2"/>
                          </a:solidFill>
                          <a:effectLst/>
                          <a:latin typeface="+mn-ea"/>
                          <a:ea typeface="+mn-ea"/>
                          <a:cs typeface="+mn-cs"/>
                        </a:rPr>
                        <a:t>You Xin, Chen</a:t>
                      </a:r>
                      <a:endParaRPr lang="zh-CN" altLang="en-US" sz="1200" b="0" u="none" strike="noStrike" kern="1200">
                        <a:solidFill>
                          <a:schemeClr val="bg2"/>
                        </a:solidFill>
                        <a:effectLst/>
                        <a:latin typeface="+mn-ea"/>
                        <a:ea typeface="+mn-ea"/>
                        <a:cs typeface="+mn-cs"/>
                      </a:endParaRPr>
                    </a:p>
                  </a:txBody>
                  <a:tcPr marL="36000" marR="36000" marT="36000" marB="36000" anchor="ctr"/>
                </a:tc>
                <a:tc>
                  <a:txBody>
                    <a:bodyPr/>
                    <a:lstStyle/>
                    <a:p>
                      <a:pPr marL="0" algn="ctr" defTabSz="914400" rtl="0" eaLnBrk="1" fontAlgn="ctr" latinLnBrk="0" hangingPunct="1">
                        <a:buNone/>
                      </a:pPr>
                      <a:r>
                        <a:rPr lang="zh-CN" altLang="en-US" sz="1200" b="0" u="none" strike="noStrike" kern="1200">
                          <a:solidFill>
                            <a:schemeClr val="bg2"/>
                          </a:solidFill>
                          <a:effectLst/>
                          <a:latin typeface="+mn-ea"/>
                          <a:ea typeface="+mn-ea"/>
                          <a:cs typeface="+mn-cs"/>
                        </a:rPr>
                        <a:t>陈有信</a:t>
                      </a:r>
                    </a:p>
                  </a:txBody>
                  <a:tcPr marL="36000" marR="36000" marT="36000" marB="36000" anchor="ctr">
                    <a:lnR w="6350" cap="flat" cmpd="sng" algn="ctr">
                      <a:solidFill>
                        <a:schemeClr val="accent1"/>
                      </a:solidFill>
                      <a:prstDash val="dot"/>
                      <a:round/>
                      <a:headEnd type="none" w="med" len="med"/>
                      <a:tailEnd type="none" w="med" len="med"/>
                    </a:ln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200" b="0" u="none" strike="noStrike" kern="1200">
                          <a:solidFill>
                            <a:schemeClr val="bg2"/>
                          </a:solidFill>
                          <a:effectLst/>
                          <a:latin typeface="+mn-ea"/>
                          <a:ea typeface="+mn-ea"/>
                          <a:cs typeface="+mn-cs"/>
                        </a:rPr>
                        <a:t>COMPASS Leading PI, Think Tank</a:t>
                      </a:r>
                    </a:p>
                  </a:txBody>
                  <a:tcPr marL="36000" marR="36000" marT="36000" marB="36000" anchor="ctr">
                    <a:lnL w="6350" cap="flat" cmpd="sng" algn="ctr">
                      <a:solidFill>
                        <a:schemeClr val="accent1"/>
                      </a:solidFill>
                      <a:prstDash val="dot"/>
                      <a:round/>
                      <a:headEnd type="none" w="med" len="med"/>
                      <a:tailEnd type="none" w="med" len="med"/>
                    </a:lnL>
                    <a:lnR w="6350" cap="flat" cmpd="sng" algn="ctr">
                      <a:solidFill>
                        <a:schemeClr val="accent1"/>
                      </a:solidFill>
                      <a:prstDash val="dot"/>
                      <a:round/>
                      <a:headEnd type="none" w="med" len="med"/>
                      <a:tailEnd type="none" w="med" len="med"/>
                    </a:lnR>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altLang="zh-CN" sz="1200" b="0" u="none" strike="noStrike" kern="1200">
                        <a:solidFill>
                          <a:schemeClr val="bg2"/>
                        </a:solidFill>
                        <a:effectLst/>
                        <a:latin typeface="+mn-ea"/>
                        <a:ea typeface="+mn-ea"/>
                        <a:cs typeface="+mn-cs"/>
                      </a:endParaRPr>
                    </a:p>
                  </a:txBody>
                  <a:tcPr marL="36000" marR="36000" marT="36000" marB="36000" anchor="ctr">
                    <a:lnL w="6350" cap="flat" cmpd="sng" algn="ctr">
                      <a:solidFill>
                        <a:schemeClr val="accent1"/>
                      </a:solidFill>
                      <a:prstDash val="dot"/>
                      <a:round/>
                      <a:headEnd type="none" w="med" len="med"/>
                      <a:tailEnd type="none" w="med" len="med"/>
                    </a:ln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1200" b="0" u="none" strike="noStrike" kern="1200">
                          <a:solidFill>
                            <a:schemeClr val="bg2"/>
                          </a:solidFill>
                          <a:effectLst/>
                          <a:latin typeface="+mn-ea"/>
                          <a:ea typeface="+mn-ea"/>
                          <a:cs typeface="+mn-cs"/>
                        </a:rPr>
                        <a:t>COMPASS interim results release</a:t>
                      </a:r>
                    </a:p>
                  </a:txBody>
                  <a:tcPr marL="36000" marR="36000" marT="36000" marB="36000" anchor="ctr"/>
                </a:tc>
                <a:extLst>
                  <a:ext uri="{0D108BD9-81ED-4DB2-BD59-A6C34878D82A}">
                    <a16:rowId xmlns:a16="http://schemas.microsoft.com/office/drawing/2014/main" val="1735328003"/>
                  </a:ext>
                </a:extLst>
              </a:tr>
              <a:tr h="316831">
                <a:tc>
                  <a:txBody>
                    <a:bodyPr/>
                    <a:lstStyle/>
                    <a:p>
                      <a:pPr marL="0" algn="ctr" defTabSz="914400" rtl="0" eaLnBrk="1" fontAlgn="ctr" latinLnBrk="0" hangingPunct="1">
                        <a:buNone/>
                      </a:pPr>
                      <a:r>
                        <a:rPr lang="en-US" sz="1200" b="0" u="none" strike="noStrike" kern="1200">
                          <a:solidFill>
                            <a:schemeClr val="bg2"/>
                          </a:solidFill>
                          <a:effectLst/>
                          <a:latin typeface="+mn-ea"/>
                          <a:ea typeface="+mn-ea"/>
                          <a:cs typeface="+mn-cs"/>
                        </a:rPr>
                        <a:t>Xiao Xin, Li</a:t>
                      </a:r>
                      <a:endParaRPr lang="zh-CN" altLang="en-US" sz="1200" b="0" u="none" strike="noStrike" kern="1200">
                        <a:solidFill>
                          <a:schemeClr val="bg2"/>
                        </a:solidFill>
                        <a:effectLst/>
                        <a:latin typeface="+mn-ea"/>
                        <a:ea typeface="+mn-ea"/>
                        <a:cs typeface="+mn-cs"/>
                      </a:endParaRPr>
                    </a:p>
                  </a:txBody>
                  <a:tcPr marL="36000" marR="36000" marT="36000" marB="36000" anchor="ctr"/>
                </a:tc>
                <a:tc>
                  <a:txBody>
                    <a:bodyPr/>
                    <a:lstStyle/>
                    <a:p>
                      <a:pPr marL="0" algn="ctr" defTabSz="914400" rtl="0" eaLnBrk="1" fontAlgn="ctr" latinLnBrk="0" hangingPunct="1">
                        <a:buNone/>
                      </a:pPr>
                      <a:r>
                        <a:rPr lang="zh-CN" altLang="en-US" sz="1200" b="0" u="none" strike="noStrike" kern="1200">
                          <a:solidFill>
                            <a:schemeClr val="bg2"/>
                          </a:solidFill>
                          <a:effectLst/>
                          <a:latin typeface="+mn-ea"/>
                          <a:ea typeface="+mn-ea"/>
                          <a:cs typeface="+mn-cs"/>
                        </a:rPr>
                        <a:t>黎晓新</a:t>
                      </a:r>
                    </a:p>
                  </a:txBody>
                  <a:tcPr marL="36000" marR="36000" marT="36000" marB="36000" anchor="ctr">
                    <a:lnR w="6350" cap="flat" cmpd="sng" algn="ctr">
                      <a:solidFill>
                        <a:schemeClr val="accent1"/>
                      </a:solidFill>
                      <a:prstDash val="dot"/>
                      <a:round/>
                      <a:headEnd type="none" w="med" len="med"/>
                      <a:tailEnd type="none" w="med" len="med"/>
                    </a:lnR>
                  </a:tcPr>
                </a:tc>
                <a:tc>
                  <a:txBody>
                    <a:bodyPr/>
                    <a:lstStyle/>
                    <a:p>
                      <a:pPr algn="ctr" fontAlgn="b">
                        <a:buNone/>
                      </a:pPr>
                      <a:endParaRPr lang="zh-CN" altLang="en-US" sz="1200" b="0" u="none" strike="noStrike" kern="1200">
                        <a:solidFill>
                          <a:schemeClr val="bg2"/>
                        </a:solidFill>
                        <a:effectLst/>
                        <a:latin typeface="+mn-ea"/>
                        <a:ea typeface="+mn-ea"/>
                        <a:cs typeface="+mn-cs"/>
                      </a:endParaRPr>
                    </a:p>
                  </a:txBody>
                  <a:tcPr marL="36000" marR="36000" marT="36000" marB="36000" anchor="ctr">
                    <a:lnL w="6350" cap="flat" cmpd="sng" algn="ctr">
                      <a:solidFill>
                        <a:schemeClr val="accent1"/>
                      </a:solidFill>
                      <a:prstDash val="dot"/>
                      <a:round/>
                      <a:headEnd type="none" w="med" len="med"/>
                      <a:tailEnd type="none" w="med" len="med"/>
                    </a:lnL>
                    <a:lnR w="6350" cap="flat" cmpd="sng" algn="ctr">
                      <a:solidFill>
                        <a:schemeClr val="accent1"/>
                      </a:solidFill>
                      <a:prstDash val="dot"/>
                      <a:round/>
                      <a:headEnd type="none" w="med" len="med"/>
                      <a:tailEnd type="none" w="med" len="med"/>
                    </a:lnR>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altLang="zh-CN" sz="1200" b="0" u="none" strike="noStrike" kern="1200">
                        <a:solidFill>
                          <a:schemeClr val="bg2"/>
                        </a:solidFill>
                        <a:effectLst/>
                        <a:latin typeface="+mn-ea"/>
                        <a:ea typeface="+mn-ea"/>
                        <a:cs typeface="+mn-cs"/>
                      </a:endParaRPr>
                    </a:p>
                  </a:txBody>
                  <a:tcPr marL="36000" marR="36000" marT="36000" marB="36000" anchor="ctr">
                    <a:lnL w="6350" cap="flat" cmpd="sng" algn="ctr">
                      <a:solidFill>
                        <a:schemeClr val="accent1"/>
                      </a:solidFill>
                      <a:prstDash val="dot"/>
                      <a:round/>
                      <a:headEnd type="none" w="med" len="med"/>
                      <a:tailEnd type="none" w="med" len="med"/>
                    </a:ln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1200" b="1" u="none" strike="noStrike" kern="1200">
                          <a:solidFill>
                            <a:srgbClr val="FF0000"/>
                          </a:solidFill>
                          <a:effectLst/>
                          <a:latin typeface="+mn-ea"/>
                          <a:ea typeface="+mn-ea"/>
                          <a:cs typeface="+mn-cs"/>
                        </a:rPr>
                        <a:t>Candidate for VP</a:t>
                      </a:r>
                    </a:p>
                  </a:txBody>
                  <a:tcPr marL="36000" marR="36000" marT="36000" marB="36000" anchor="ctr"/>
                </a:tc>
                <a:extLst>
                  <a:ext uri="{0D108BD9-81ED-4DB2-BD59-A6C34878D82A}">
                    <a16:rowId xmlns:a16="http://schemas.microsoft.com/office/drawing/2014/main" val="2954880478"/>
                  </a:ext>
                </a:extLst>
              </a:tr>
              <a:tr h="316831">
                <a:tc>
                  <a:txBody>
                    <a:bodyPr/>
                    <a:lstStyle/>
                    <a:p>
                      <a:pPr marL="0" algn="ctr" defTabSz="914400" rtl="0" eaLnBrk="1" fontAlgn="ctr" latinLnBrk="0" hangingPunct="1">
                        <a:buNone/>
                      </a:pPr>
                      <a:r>
                        <a:rPr lang="en-US" sz="1200" b="0" u="none" strike="noStrike" kern="1200">
                          <a:solidFill>
                            <a:schemeClr val="bg2"/>
                          </a:solidFill>
                          <a:effectLst/>
                          <a:latin typeface="+mn-ea"/>
                          <a:ea typeface="+mn-ea"/>
                          <a:cs typeface="+mn-cs"/>
                        </a:rPr>
                        <a:t>Ming Wei, Zhao</a:t>
                      </a:r>
                      <a:endParaRPr lang="zh-CN" altLang="en-US" sz="1200" b="0" u="none" strike="noStrike" kern="1200">
                        <a:solidFill>
                          <a:schemeClr val="bg2"/>
                        </a:solidFill>
                        <a:effectLst/>
                        <a:latin typeface="+mn-ea"/>
                        <a:ea typeface="+mn-ea"/>
                        <a:cs typeface="+mn-cs"/>
                      </a:endParaRPr>
                    </a:p>
                  </a:txBody>
                  <a:tcPr marL="36000" marR="36000" marT="36000" marB="36000" anchor="ctr"/>
                </a:tc>
                <a:tc>
                  <a:txBody>
                    <a:bodyPr/>
                    <a:lstStyle/>
                    <a:p>
                      <a:pPr marL="0" algn="ctr" defTabSz="914400" rtl="0" eaLnBrk="1" fontAlgn="ctr" latinLnBrk="0" hangingPunct="1">
                        <a:buNone/>
                      </a:pPr>
                      <a:r>
                        <a:rPr lang="zh-CN" altLang="en-US" sz="1200" b="0" u="none" strike="noStrike" kern="1200">
                          <a:solidFill>
                            <a:schemeClr val="bg2"/>
                          </a:solidFill>
                          <a:effectLst/>
                          <a:latin typeface="+mn-ea"/>
                          <a:ea typeface="+mn-ea"/>
                          <a:cs typeface="+mn-cs"/>
                        </a:rPr>
                        <a:t>赵明威</a:t>
                      </a:r>
                    </a:p>
                  </a:txBody>
                  <a:tcPr marL="36000" marR="36000" marT="36000" marB="36000" anchor="ctr">
                    <a:lnR w="6350" cap="flat" cmpd="sng" algn="ctr">
                      <a:solidFill>
                        <a:schemeClr val="accent1"/>
                      </a:solidFill>
                      <a:prstDash val="dot"/>
                      <a:round/>
                      <a:headEnd type="none" w="med" len="med"/>
                      <a:tailEnd type="none" w="med" len="med"/>
                    </a:lnR>
                  </a:tcPr>
                </a:tc>
                <a:tc>
                  <a:txBody>
                    <a:bodyPr/>
                    <a:lstStyle/>
                    <a:p>
                      <a:pPr algn="ctr" fontAlgn="b">
                        <a:buNone/>
                      </a:pPr>
                      <a:r>
                        <a:rPr lang="en-US" altLang="zh-CN" sz="1200" b="0" u="none" strike="noStrike" kern="1200">
                          <a:solidFill>
                            <a:schemeClr val="bg2"/>
                          </a:solidFill>
                          <a:effectLst/>
                          <a:latin typeface="+mn-ea"/>
                          <a:ea typeface="+mn-ea"/>
                          <a:cs typeface="+mn-cs"/>
                        </a:rPr>
                        <a:t>2025 NAB </a:t>
                      </a:r>
                      <a:endParaRPr lang="en-US" sz="1200" b="0" u="none" strike="noStrike" kern="1200">
                        <a:solidFill>
                          <a:schemeClr val="bg2"/>
                        </a:solidFill>
                        <a:effectLst/>
                        <a:latin typeface="+mn-ea"/>
                        <a:ea typeface="+mn-ea"/>
                        <a:cs typeface="+mn-cs"/>
                      </a:endParaRPr>
                    </a:p>
                  </a:txBody>
                  <a:tcPr marL="36000" marR="36000" marT="36000" marB="36000" anchor="ctr">
                    <a:lnL w="6350" cap="flat" cmpd="sng" algn="ctr">
                      <a:solidFill>
                        <a:schemeClr val="accent1"/>
                      </a:solidFill>
                      <a:prstDash val="dot"/>
                      <a:round/>
                      <a:headEnd type="none" w="med" len="med"/>
                      <a:tailEnd type="none" w="med" len="med"/>
                    </a:lnL>
                    <a:lnR w="6350" cap="flat" cmpd="sng" algn="ctr">
                      <a:solidFill>
                        <a:schemeClr val="accent1"/>
                      </a:solidFill>
                      <a:prstDash val="dot"/>
                      <a:round/>
                      <a:headEnd type="none" w="med" len="med"/>
                      <a:tailEnd type="none" w="med" len="med"/>
                    </a:lnR>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altLang="zh-CN" sz="1200" b="0" u="none" strike="noStrike" kern="1200">
                        <a:solidFill>
                          <a:schemeClr val="bg2"/>
                        </a:solidFill>
                        <a:effectLst/>
                        <a:latin typeface="+mn-ea"/>
                        <a:ea typeface="+mn-ea"/>
                        <a:cs typeface="+mn-cs"/>
                      </a:endParaRPr>
                    </a:p>
                  </a:txBody>
                  <a:tcPr marL="36000" marR="36000" marT="36000" marB="36000" anchor="ctr">
                    <a:lnL w="6350" cap="flat" cmpd="sng" algn="ctr">
                      <a:solidFill>
                        <a:schemeClr val="accent1"/>
                      </a:solidFill>
                      <a:prstDash val="dot"/>
                      <a:round/>
                      <a:headEnd type="none" w="med" len="med"/>
                      <a:tailEnd type="none" w="med" len="med"/>
                    </a:ln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1200" b="0" u="none" strike="noStrike" kern="1200">
                          <a:solidFill>
                            <a:schemeClr val="bg2"/>
                          </a:solidFill>
                          <a:effectLst/>
                          <a:latin typeface="+mn-ea"/>
                          <a:ea typeface="+mn-ea"/>
                          <a:cs typeface="+mn-cs"/>
                        </a:rPr>
                        <a:t>Potential DR, GA trials leading PI</a:t>
                      </a:r>
                    </a:p>
                  </a:txBody>
                  <a:tcPr marL="36000" marR="36000" marT="36000" marB="36000" anchor="ctr"/>
                </a:tc>
                <a:extLst>
                  <a:ext uri="{0D108BD9-81ED-4DB2-BD59-A6C34878D82A}">
                    <a16:rowId xmlns:a16="http://schemas.microsoft.com/office/drawing/2014/main" val="2649100599"/>
                  </a:ext>
                </a:extLst>
              </a:tr>
              <a:tr h="316831">
                <a:tc>
                  <a:txBody>
                    <a:bodyPr/>
                    <a:lstStyle/>
                    <a:p>
                      <a:pPr marL="0" algn="ctr" defTabSz="914400" rtl="0" eaLnBrk="1" fontAlgn="ctr" latinLnBrk="0" hangingPunct="1">
                        <a:buNone/>
                      </a:pPr>
                      <a:r>
                        <a:rPr lang="en-US" sz="1200" b="0" u="none" strike="noStrike" kern="1200">
                          <a:solidFill>
                            <a:schemeClr val="bg2"/>
                          </a:solidFill>
                          <a:effectLst/>
                          <a:latin typeface="+mn-ea"/>
                          <a:ea typeface="+mn-ea"/>
                          <a:cs typeface="+mn-cs"/>
                        </a:rPr>
                        <a:t>Xiao Rong, Li</a:t>
                      </a:r>
                      <a:endParaRPr lang="zh-CN" altLang="en-US" sz="1200" b="0" u="none" strike="noStrike" kern="1200">
                        <a:solidFill>
                          <a:schemeClr val="bg2"/>
                        </a:solidFill>
                        <a:effectLst/>
                        <a:latin typeface="+mn-ea"/>
                        <a:ea typeface="+mn-ea"/>
                        <a:cs typeface="+mn-cs"/>
                      </a:endParaRPr>
                    </a:p>
                  </a:txBody>
                  <a:tcPr marL="36000" marR="36000" marT="36000" marB="36000" anchor="ctr"/>
                </a:tc>
                <a:tc>
                  <a:txBody>
                    <a:bodyPr/>
                    <a:lstStyle/>
                    <a:p>
                      <a:pPr marL="0" algn="ctr" defTabSz="914400" rtl="0" eaLnBrk="1" fontAlgn="ctr" latinLnBrk="0" hangingPunct="1">
                        <a:buNone/>
                      </a:pPr>
                      <a:r>
                        <a:rPr lang="zh-CN" altLang="en-US" sz="1200" b="0" u="none" strike="noStrike" kern="1200">
                          <a:solidFill>
                            <a:schemeClr val="bg2"/>
                          </a:solidFill>
                          <a:effectLst/>
                          <a:latin typeface="+mn-ea"/>
                          <a:ea typeface="+mn-ea"/>
                          <a:cs typeface="+mn-cs"/>
                        </a:rPr>
                        <a:t>李筱荣</a:t>
                      </a:r>
                    </a:p>
                  </a:txBody>
                  <a:tcPr marL="36000" marR="36000" marT="36000" marB="36000" anchor="ctr">
                    <a:lnR w="6350" cap="flat" cmpd="sng" algn="ctr">
                      <a:solidFill>
                        <a:schemeClr val="accent1"/>
                      </a:solidFill>
                      <a:prstDash val="dot"/>
                      <a:round/>
                      <a:headEnd type="none" w="med" len="med"/>
                      <a:tailEnd type="none" w="med" len="med"/>
                    </a:lnR>
                  </a:tcPr>
                </a:tc>
                <a:tc>
                  <a:txBody>
                    <a:bodyPr/>
                    <a:lstStyle/>
                    <a:p>
                      <a:pPr algn="ctr" fontAlgn="b">
                        <a:buNone/>
                      </a:pPr>
                      <a:endParaRPr lang="zh-CN" altLang="en-US" sz="1200" b="0" u="none" strike="noStrike" kern="1200">
                        <a:solidFill>
                          <a:schemeClr val="bg2"/>
                        </a:solidFill>
                        <a:effectLst/>
                        <a:latin typeface="+mn-ea"/>
                        <a:ea typeface="+mn-ea"/>
                        <a:cs typeface="+mn-cs"/>
                      </a:endParaRPr>
                    </a:p>
                  </a:txBody>
                  <a:tcPr marL="36000" marR="36000" marT="36000" marB="36000" anchor="ctr">
                    <a:lnL w="6350" cap="flat" cmpd="sng" algn="ctr">
                      <a:solidFill>
                        <a:schemeClr val="accent1"/>
                      </a:solidFill>
                      <a:prstDash val="dot"/>
                      <a:round/>
                      <a:headEnd type="none" w="med" len="med"/>
                      <a:tailEnd type="none" w="med" len="med"/>
                    </a:lnL>
                    <a:lnR w="6350" cap="flat" cmpd="sng" algn="ctr">
                      <a:solidFill>
                        <a:schemeClr val="accent1"/>
                      </a:solidFill>
                      <a:prstDash val="dot"/>
                      <a:round/>
                      <a:headEnd type="none" w="med" len="med"/>
                      <a:tailEnd type="none" w="med" len="med"/>
                    </a:lnR>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altLang="zh-CN" sz="1200" b="0" u="none" strike="noStrike" kern="1200">
                        <a:solidFill>
                          <a:schemeClr val="bg2"/>
                        </a:solidFill>
                        <a:effectLst/>
                        <a:latin typeface="+mn-ea"/>
                        <a:ea typeface="+mn-ea"/>
                        <a:cs typeface="+mn-cs"/>
                      </a:endParaRPr>
                    </a:p>
                  </a:txBody>
                  <a:tcPr marL="36000" marR="36000" marT="36000" marB="36000" anchor="ctr">
                    <a:lnL w="6350" cap="flat" cmpd="sng" algn="ctr">
                      <a:solidFill>
                        <a:schemeClr val="accent1"/>
                      </a:solidFill>
                      <a:prstDash val="dot"/>
                      <a:round/>
                      <a:headEnd type="none" w="med" len="med"/>
                      <a:tailEnd type="none" w="med" len="med"/>
                    </a:ln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altLang="zh-CN" sz="1200" b="0" u="none" strike="noStrike" kern="1200">
                        <a:solidFill>
                          <a:schemeClr val="bg2"/>
                        </a:solidFill>
                        <a:effectLst/>
                        <a:latin typeface="+mn-ea"/>
                        <a:ea typeface="+mn-ea"/>
                        <a:cs typeface="+mn-cs"/>
                      </a:endParaRPr>
                    </a:p>
                  </a:txBody>
                  <a:tcPr marL="36000" marR="36000" marT="36000" marB="36000" anchor="ctr"/>
                </a:tc>
                <a:extLst>
                  <a:ext uri="{0D108BD9-81ED-4DB2-BD59-A6C34878D82A}">
                    <a16:rowId xmlns:a16="http://schemas.microsoft.com/office/drawing/2014/main" val="3159228820"/>
                  </a:ext>
                </a:extLst>
              </a:tr>
              <a:tr h="316831">
                <a:tc>
                  <a:txBody>
                    <a:bodyPr/>
                    <a:lstStyle/>
                    <a:p>
                      <a:pPr marL="0" algn="ctr" defTabSz="914400" rtl="0" eaLnBrk="1" fontAlgn="ctr" latinLnBrk="0" hangingPunct="1">
                        <a:buNone/>
                      </a:pPr>
                      <a:r>
                        <a:rPr lang="en-US" sz="1200" b="0" u="none" strike="noStrike" kern="1200">
                          <a:solidFill>
                            <a:schemeClr val="bg2"/>
                          </a:solidFill>
                          <a:effectLst/>
                          <a:latin typeface="+mn-ea"/>
                          <a:ea typeface="+mn-ea"/>
                          <a:cs typeface="+mn-cs"/>
                        </a:rPr>
                        <a:t>Xiao Ling, Liang</a:t>
                      </a:r>
                      <a:endParaRPr lang="zh-CN" altLang="en-US" sz="1200" b="0" u="none" strike="noStrike" kern="1200">
                        <a:solidFill>
                          <a:schemeClr val="bg2"/>
                        </a:solidFill>
                        <a:effectLst/>
                        <a:latin typeface="+mn-ea"/>
                        <a:ea typeface="+mn-ea"/>
                        <a:cs typeface="+mn-cs"/>
                      </a:endParaRPr>
                    </a:p>
                  </a:txBody>
                  <a:tcPr marL="36000" marR="36000" marT="36000" marB="36000" anchor="ctr"/>
                </a:tc>
                <a:tc>
                  <a:txBody>
                    <a:bodyPr/>
                    <a:lstStyle/>
                    <a:p>
                      <a:pPr marL="0" algn="ctr" defTabSz="914400" rtl="0" eaLnBrk="1" fontAlgn="ctr" latinLnBrk="0" hangingPunct="1">
                        <a:buNone/>
                      </a:pPr>
                      <a:r>
                        <a:rPr lang="zh-CN" altLang="en-US" sz="1200" b="0" u="none" strike="noStrike" kern="1200">
                          <a:solidFill>
                            <a:schemeClr val="bg2"/>
                          </a:solidFill>
                          <a:effectLst/>
                          <a:latin typeface="+mn-ea"/>
                          <a:ea typeface="+mn-ea"/>
                          <a:cs typeface="+mn-cs"/>
                        </a:rPr>
                        <a:t>梁小玲</a:t>
                      </a:r>
                    </a:p>
                  </a:txBody>
                  <a:tcPr marL="36000" marR="36000" marT="36000" marB="36000" anchor="ctr">
                    <a:lnR w="6350" cap="flat" cmpd="sng" algn="ctr">
                      <a:solidFill>
                        <a:schemeClr val="accent1"/>
                      </a:solidFill>
                      <a:prstDash val="dot"/>
                      <a:round/>
                      <a:headEnd type="none" w="med" len="med"/>
                      <a:tailEnd type="none" w="med" len="med"/>
                    </a:lnR>
                  </a:tcPr>
                </a:tc>
                <a:tc>
                  <a:txBody>
                    <a:bodyPr/>
                    <a:lstStyle/>
                    <a:p>
                      <a:pPr algn="ctr" fontAlgn="b">
                        <a:buNone/>
                      </a:pPr>
                      <a:endParaRPr lang="zh-CN" altLang="en-US" sz="1200" b="0" u="none" strike="noStrike" kern="1200">
                        <a:solidFill>
                          <a:schemeClr val="bg2"/>
                        </a:solidFill>
                        <a:effectLst/>
                        <a:latin typeface="+mn-ea"/>
                        <a:ea typeface="+mn-ea"/>
                        <a:cs typeface="+mn-cs"/>
                      </a:endParaRPr>
                    </a:p>
                  </a:txBody>
                  <a:tcPr marL="36000" marR="36000" marT="36000" marB="36000" anchor="ctr">
                    <a:lnL w="6350" cap="flat" cmpd="sng" algn="ctr">
                      <a:solidFill>
                        <a:schemeClr val="accent1"/>
                      </a:solidFill>
                      <a:prstDash val="dot"/>
                      <a:round/>
                      <a:headEnd type="none" w="med" len="med"/>
                      <a:tailEnd type="none" w="med" len="med"/>
                    </a:lnL>
                    <a:lnR w="6350" cap="flat" cmpd="sng" algn="ctr">
                      <a:solidFill>
                        <a:schemeClr val="accent1"/>
                      </a:solidFill>
                      <a:prstDash val="dot"/>
                      <a:round/>
                      <a:headEnd type="none" w="med" len="med"/>
                      <a:tailEnd type="none" w="med" len="med"/>
                    </a:lnR>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altLang="zh-CN" sz="1200" b="0" u="none" strike="noStrike" kern="1200">
                        <a:solidFill>
                          <a:schemeClr val="bg2"/>
                        </a:solidFill>
                        <a:effectLst/>
                        <a:latin typeface="+mn-ea"/>
                        <a:ea typeface="+mn-ea"/>
                        <a:cs typeface="+mn-cs"/>
                      </a:endParaRPr>
                    </a:p>
                  </a:txBody>
                  <a:tcPr marL="36000" marR="36000" marT="36000" marB="36000" anchor="ctr">
                    <a:lnL w="6350" cap="flat" cmpd="sng" algn="ctr">
                      <a:solidFill>
                        <a:schemeClr val="accent1"/>
                      </a:solidFill>
                      <a:prstDash val="dot"/>
                      <a:round/>
                      <a:headEnd type="none" w="med" len="med"/>
                      <a:tailEnd type="none" w="med" len="med"/>
                    </a:ln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altLang="zh-CN" sz="1200" b="0" u="none" strike="noStrike" kern="1200">
                        <a:solidFill>
                          <a:schemeClr val="bg2"/>
                        </a:solidFill>
                        <a:effectLst/>
                        <a:latin typeface="+mn-ea"/>
                        <a:ea typeface="+mn-ea"/>
                        <a:cs typeface="+mn-cs"/>
                      </a:endParaRPr>
                    </a:p>
                  </a:txBody>
                  <a:tcPr marL="36000" marR="36000" marT="36000" marB="36000" anchor="ctr"/>
                </a:tc>
                <a:extLst>
                  <a:ext uri="{0D108BD9-81ED-4DB2-BD59-A6C34878D82A}">
                    <a16:rowId xmlns:a16="http://schemas.microsoft.com/office/drawing/2014/main" val="281369107"/>
                  </a:ext>
                </a:extLst>
              </a:tr>
              <a:tr h="316831">
                <a:tc>
                  <a:txBody>
                    <a:bodyPr/>
                    <a:lstStyle/>
                    <a:p>
                      <a:pPr marL="0" algn="ctr" defTabSz="914400" rtl="0" eaLnBrk="1" fontAlgn="ctr" latinLnBrk="0" hangingPunct="1">
                        <a:buNone/>
                      </a:pPr>
                      <a:r>
                        <a:rPr lang="en-US" sz="1200" b="0" u="none" strike="noStrike" kern="1200">
                          <a:solidFill>
                            <a:schemeClr val="bg2"/>
                          </a:solidFill>
                          <a:effectLst/>
                          <a:latin typeface="+mn-ea"/>
                          <a:ea typeface="+mn-ea"/>
                          <a:cs typeface="+mn-cs"/>
                        </a:rPr>
                        <a:t>Da Wei, Sun</a:t>
                      </a:r>
                      <a:endParaRPr lang="zh-CN" altLang="en-US" sz="1200" b="0" u="none" strike="noStrike" kern="1200">
                        <a:solidFill>
                          <a:schemeClr val="bg2"/>
                        </a:solidFill>
                        <a:effectLst/>
                        <a:latin typeface="+mn-ea"/>
                        <a:ea typeface="+mn-ea"/>
                        <a:cs typeface="+mn-cs"/>
                      </a:endParaRPr>
                    </a:p>
                  </a:txBody>
                  <a:tcPr marL="36000" marR="36000" marT="36000" marB="36000" anchor="ctr"/>
                </a:tc>
                <a:tc>
                  <a:txBody>
                    <a:bodyPr/>
                    <a:lstStyle/>
                    <a:p>
                      <a:pPr marL="0" algn="ctr" defTabSz="914400" rtl="0" eaLnBrk="1" fontAlgn="ctr" latinLnBrk="0" hangingPunct="1">
                        <a:buNone/>
                      </a:pPr>
                      <a:r>
                        <a:rPr lang="zh-CN" altLang="en-US" sz="1200" b="0" u="none" strike="noStrike" kern="1200">
                          <a:solidFill>
                            <a:schemeClr val="bg2"/>
                          </a:solidFill>
                          <a:effectLst/>
                          <a:latin typeface="+mn-ea"/>
                          <a:ea typeface="+mn-ea"/>
                          <a:cs typeface="+mn-cs"/>
                        </a:rPr>
                        <a:t>孙大卫</a:t>
                      </a:r>
                    </a:p>
                  </a:txBody>
                  <a:tcPr marL="36000" marR="36000" marT="36000" marB="36000" anchor="ctr">
                    <a:lnR w="6350" cap="flat" cmpd="sng" algn="ctr">
                      <a:solidFill>
                        <a:schemeClr val="accent1"/>
                      </a:solidFill>
                      <a:prstDash val="dot"/>
                      <a:round/>
                      <a:headEnd type="none" w="med" len="med"/>
                      <a:tailEnd type="none" w="med" len="med"/>
                    </a:lnR>
                  </a:tcPr>
                </a:tc>
                <a:tc>
                  <a:txBody>
                    <a:bodyPr/>
                    <a:lstStyle/>
                    <a:p>
                      <a:pPr algn="ctr" fontAlgn="b">
                        <a:buNone/>
                      </a:pPr>
                      <a:r>
                        <a:rPr lang="en-US" altLang="zh-CN" sz="1200" b="0" u="none" strike="noStrike" kern="1200">
                          <a:solidFill>
                            <a:schemeClr val="bg2"/>
                          </a:solidFill>
                          <a:effectLst/>
                          <a:latin typeface="+mn-ea"/>
                          <a:ea typeface="+mn-ea"/>
                          <a:cs typeface="+mn-cs"/>
                        </a:rPr>
                        <a:t>COMPASS PI</a:t>
                      </a:r>
                      <a:endParaRPr lang="zh-CN" altLang="en-US" sz="1200" b="0" u="none" strike="noStrike" kern="1200">
                        <a:solidFill>
                          <a:schemeClr val="bg2"/>
                        </a:solidFill>
                        <a:effectLst/>
                        <a:latin typeface="+mn-ea"/>
                        <a:ea typeface="+mn-ea"/>
                        <a:cs typeface="+mn-cs"/>
                      </a:endParaRPr>
                    </a:p>
                  </a:txBody>
                  <a:tcPr marL="36000" marR="36000" marT="36000" marB="36000" anchor="ctr">
                    <a:lnL w="6350" cap="flat" cmpd="sng" algn="ctr">
                      <a:solidFill>
                        <a:schemeClr val="accent1"/>
                      </a:solidFill>
                      <a:prstDash val="dot"/>
                      <a:round/>
                      <a:headEnd type="none" w="med" len="med"/>
                      <a:tailEnd type="none" w="med" len="med"/>
                    </a:lnL>
                    <a:lnR w="6350" cap="flat" cmpd="sng" algn="ctr">
                      <a:solidFill>
                        <a:schemeClr val="accent1"/>
                      </a:solidFill>
                      <a:prstDash val="dot"/>
                      <a:round/>
                      <a:headEnd type="none" w="med" len="med"/>
                      <a:tailEnd type="none" w="med" len="med"/>
                    </a:lnR>
                  </a:tcPr>
                </a:tc>
                <a:tc>
                  <a:txBody>
                    <a:bodyPr/>
                    <a:lstStyle/>
                    <a:p>
                      <a:pPr algn="l" fontAlgn="b">
                        <a:buNone/>
                      </a:pPr>
                      <a:endParaRPr lang="zh-CN" altLang="en-US" sz="1200" b="0" u="none" strike="noStrike" kern="1200">
                        <a:solidFill>
                          <a:schemeClr val="bg2"/>
                        </a:solidFill>
                        <a:effectLst/>
                        <a:latin typeface="+mn-ea"/>
                        <a:ea typeface="+mn-ea"/>
                        <a:cs typeface="+mn-cs"/>
                      </a:endParaRPr>
                    </a:p>
                  </a:txBody>
                  <a:tcPr marL="36000" marR="36000" marT="36000" marB="36000" anchor="ctr">
                    <a:lnL w="6350" cap="flat" cmpd="sng" algn="ctr">
                      <a:solidFill>
                        <a:schemeClr val="accent1"/>
                      </a:solidFill>
                      <a:prstDash val="dot"/>
                      <a:round/>
                      <a:headEnd type="none" w="med" len="med"/>
                      <a:tailEnd type="none" w="med" len="med"/>
                    </a:lnL>
                  </a:tcPr>
                </a:tc>
                <a:tc>
                  <a:txBody>
                    <a:bodyPr/>
                    <a:lstStyle/>
                    <a:p>
                      <a:pPr algn="l" fontAlgn="b">
                        <a:buNone/>
                      </a:pPr>
                      <a:endParaRPr lang="zh-CN" altLang="en-US" sz="1200" b="0" u="none" strike="noStrike" kern="1200">
                        <a:solidFill>
                          <a:schemeClr val="bg2"/>
                        </a:solidFill>
                        <a:effectLst/>
                        <a:latin typeface="+mn-ea"/>
                        <a:ea typeface="+mn-ea"/>
                        <a:cs typeface="+mn-cs"/>
                      </a:endParaRPr>
                    </a:p>
                  </a:txBody>
                  <a:tcPr marL="36000" marR="36000" marT="36000" marB="36000" anchor="ctr"/>
                </a:tc>
                <a:extLst>
                  <a:ext uri="{0D108BD9-81ED-4DB2-BD59-A6C34878D82A}">
                    <a16:rowId xmlns:a16="http://schemas.microsoft.com/office/drawing/2014/main" val="3751929187"/>
                  </a:ext>
                </a:extLst>
              </a:tr>
              <a:tr h="316831">
                <a:tc>
                  <a:txBody>
                    <a:bodyPr/>
                    <a:lstStyle/>
                    <a:p>
                      <a:pPr marL="0" algn="ctr" defTabSz="914400" rtl="0" eaLnBrk="1" fontAlgn="ctr" latinLnBrk="0" hangingPunct="1">
                        <a:buNone/>
                      </a:pPr>
                      <a:r>
                        <a:rPr lang="en-US" sz="1200" b="0" u="none" strike="noStrike" kern="1200">
                          <a:solidFill>
                            <a:schemeClr val="bg2"/>
                          </a:solidFill>
                          <a:effectLst/>
                          <a:latin typeface="+mn-ea"/>
                          <a:ea typeface="+mn-ea"/>
                          <a:cs typeface="+mn-cs"/>
                        </a:rPr>
                        <a:t>Mei Xia, Zhang</a:t>
                      </a:r>
                      <a:endParaRPr lang="zh-CN" altLang="en-US" sz="1200" b="0" u="none" strike="noStrike" kern="1200">
                        <a:solidFill>
                          <a:schemeClr val="bg2"/>
                        </a:solidFill>
                        <a:effectLst/>
                        <a:latin typeface="+mn-ea"/>
                        <a:ea typeface="+mn-ea"/>
                        <a:cs typeface="+mn-cs"/>
                      </a:endParaRPr>
                    </a:p>
                  </a:txBody>
                  <a:tcPr marL="36000" marR="36000" marT="36000" marB="36000" anchor="ctr"/>
                </a:tc>
                <a:tc>
                  <a:txBody>
                    <a:bodyPr/>
                    <a:lstStyle/>
                    <a:p>
                      <a:pPr marL="0" algn="ctr" defTabSz="914400" rtl="0" eaLnBrk="1" fontAlgn="ctr" latinLnBrk="0" hangingPunct="1">
                        <a:buNone/>
                      </a:pPr>
                      <a:r>
                        <a:rPr lang="zh-CN" altLang="en-US" sz="1200" b="0" u="none" strike="noStrike" kern="1200">
                          <a:solidFill>
                            <a:schemeClr val="bg2"/>
                          </a:solidFill>
                          <a:effectLst/>
                          <a:latin typeface="+mn-ea"/>
                          <a:ea typeface="+mn-ea"/>
                          <a:cs typeface="+mn-cs"/>
                        </a:rPr>
                        <a:t>张美霞</a:t>
                      </a:r>
                    </a:p>
                  </a:txBody>
                  <a:tcPr marL="36000" marR="36000" marT="36000" marB="36000" anchor="ctr">
                    <a:lnR w="6350" cap="flat" cmpd="sng" algn="ctr">
                      <a:solidFill>
                        <a:schemeClr val="accent1"/>
                      </a:solidFill>
                      <a:prstDash val="dot"/>
                      <a:round/>
                      <a:headEnd type="none" w="med" len="med"/>
                      <a:tailEnd type="none" w="med" len="med"/>
                    </a:lnR>
                  </a:tcPr>
                </a:tc>
                <a:tc>
                  <a:txBody>
                    <a:bodyPr/>
                    <a:lstStyle/>
                    <a:p>
                      <a:pPr algn="ctr" fontAlgn="b">
                        <a:buNone/>
                      </a:pPr>
                      <a:r>
                        <a:rPr lang="en-US" altLang="zh-CN" sz="1200" b="0" u="none" strike="noStrike" kern="1200">
                          <a:solidFill>
                            <a:schemeClr val="bg2"/>
                          </a:solidFill>
                          <a:effectLst/>
                          <a:latin typeface="+mn-ea"/>
                          <a:ea typeface="+mn-ea"/>
                          <a:cs typeface="+mn-cs"/>
                        </a:rPr>
                        <a:t>COMPASS PI</a:t>
                      </a:r>
                      <a:endParaRPr lang="zh-CN" altLang="en-US" sz="1200" b="0" u="none" strike="noStrike" kern="1200">
                        <a:solidFill>
                          <a:schemeClr val="bg2"/>
                        </a:solidFill>
                        <a:effectLst/>
                        <a:latin typeface="+mn-ea"/>
                        <a:ea typeface="+mn-ea"/>
                        <a:cs typeface="+mn-cs"/>
                      </a:endParaRPr>
                    </a:p>
                  </a:txBody>
                  <a:tcPr marL="36000" marR="36000" marT="36000" marB="36000" anchor="ctr">
                    <a:lnL w="6350" cap="flat" cmpd="sng" algn="ctr">
                      <a:solidFill>
                        <a:schemeClr val="accent1"/>
                      </a:solidFill>
                      <a:prstDash val="dot"/>
                      <a:round/>
                      <a:headEnd type="none" w="med" len="med"/>
                      <a:tailEnd type="none" w="med" len="med"/>
                    </a:lnL>
                    <a:lnR w="6350" cap="flat" cmpd="sng" algn="ctr">
                      <a:solidFill>
                        <a:schemeClr val="accent1"/>
                      </a:solidFill>
                      <a:prstDash val="dot"/>
                      <a:round/>
                      <a:headEnd type="none" w="med" len="med"/>
                      <a:tailEnd type="none" w="med" len="med"/>
                    </a:lnR>
                  </a:tcPr>
                </a:tc>
                <a:tc>
                  <a:txBody>
                    <a:bodyPr/>
                    <a:lstStyle/>
                    <a:p>
                      <a:pPr algn="l" fontAlgn="b">
                        <a:buNone/>
                      </a:pPr>
                      <a:endParaRPr lang="zh-CN" altLang="en-US" sz="1200" b="0" u="none" strike="noStrike" kern="1200">
                        <a:solidFill>
                          <a:schemeClr val="bg2"/>
                        </a:solidFill>
                        <a:effectLst/>
                        <a:latin typeface="+mn-ea"/>
                        <a:ea typeface="+mn-ea"/>
                        <a:cs typeface="+mn-cs"/>
                      </a:endParaRPr>
                    </a:p>
                  </a:txBody>
                  <a:tcPr marL="36000" marR="36000" marT="36000" marB="36000" anchor="ctr">
                    <a:lnL w="6350" cap="flat" cmpd="sng" algn="ctr">
                      <a:solidFill>
                        <a:schemeClr val="accent1"/>
                      </a:solidFill>
                      <a:prstDash val="dot"/>
                      <a:round/>
                      <a:headEnd type="none" w="med" len="med"/>
                      <a:tailEnd type="none" w="med" len="med"/>
                    </a:lnL>
                  </a:tcPr>
                </a:tc>
                <a:tc>
                  <a:txBody>
                    <a:bodyPr/>
                    <a:lstStyle/>
                    <a:p>
                      <a:pPr algn="l" fontAlgn="b">
                        <a:buNone/>
                      </a:pPr>
                      <a:endParaRPr lang="zh-CN" altLang="en-US" sz="1200" b="0" u="none" strike="noStrike" kern="1200">
                        <a:solidFill>
                          <a:schemeClr val="bg2"/>
                        </a:solidFill>
                        <a:effectLst/>
                        <a:latin typeface="+mn-ea"/>
                        <a:ea typeface="+mn-ea"/>
                        <a:cs typeface="+mn-cs"/>
                      </a:endParaRPr>
                    </a:p>
                  </a:txBody>
                  <a:tcPr marL="36000" marR="36000" marT="36000" marB="36000" anchor="ctr"/>
                </a:tc>
                <a:extLst>
                  <a:ext uri="{0D108BD9-81ED-4DB2-BD59-A6C34878D82A}">
                    <a16:rowId xmlns:a16="http://schemas.microsoft.com/office/drawing/2014/main" val="2723118672"/>
                  </a:ext>
                </a:extLst>
              </a:tr>
              <a:tr h="316831">
                <a:tc>
                  <a:txBody>
                    <a:bodyPr/>
                    <a:lstStyle/>
                    <a:p>
                      <a:pPr marL="0" algn="ctr" defTabSz="914400" rtl="0" eaLnBrk="1" fontAlgn="ctr" latinLnBrk="0" hangingPunct="1">
                        <a:buNone/>
                      </a:pPr>
                      <a:r>
                        <a:rPr lang="en-US" sz="1200" b="0" u="none" strike="noStrike" kern="1200">
                          <a:solidFill>
                            <a:schemeClr val="bg2"/>
                          </a:solidFill>
                          <a:effectLst/>
                          <a:latin typeface="+mn-ea"/>
                          <a:ea typeface="+mn-ea"/>
                          <a:cs typeface="+mn-cs"/>
                        </a:rPr>
                        <a:t>Ming, Zhang</a:t>
                      </a:r>
                      <a:endParaRPr lang="zh-CN" altLang="en-US" sz="1200" b="0" u="none" strike="noStrike" kern="1200">
                        <a:solidFill>
                          <a:schemeClr val="bg2"/>
                        </a:solidFill>
                        <a:effectLst/>
                        <a:latin typeface="+mn-ea"/>
                        <a:ea typeface="+mn-ea"/>
                        <a:cs typeface="+mn-cs"/>
                      </a:endParaRPr>
                    </a:p>
                  </a:txBody>
                  <a:tcPr marL="36000" marR="36000" marT="36000" marB="36000" anchor="ctr"/>
                </a:tc>
                <a:tc>
                  <a:txBody>
                    <a:bodyPr/>
                    <a:lstStyle/>
                    <a:p>
                      <a:pPr marL="0" algn="ctr" defTabSz="914400" rtl="0" eaLnBrk="1" fontAlgn="ctr" latinLnBrk="0" hangingPunct="1">
                        <a:buNone/>
                      </a:pPr>
                      <a:r>
                        <a:rPr lang="zh-CN" altLang="en-US" sz="1200" b="0" u="none" strike="noStrike" kern="1200">
                          <a:solidFill>
                            <a:schemeClr val="bg2"/>
                          </a:solidFill>
                          <a:effectLst/>
                          <a:latin typeface="+mn-ea"/>
                          <a:ea typeface="+mn-ea"/>
                          <a:cs typeface="+mn-cs"/>
                        </a:rPr>
                        <a:t>张明</a:t>
                      </a:r>
                    </a:p>
                  </a:txBody>
                  <a:tcPr marL="36000" marR="36000" marT="36000" marB="36000" anchor="ctr">
                    <a:lnR w="6350" cap="flat" cmpd="sng" algn="ctr">
                      <a:solidFill>
                        <a:schemeClr val="accent1"/>
                      </a:solidFill>
                      <a:prstDash val="dot"/>
                      <a:round/>
                      <a:headEnd type="none" w="med" len="med"/>
                      <a:tailEnd type="none" w="med" len="med"/>
                    </a:lnR>
                  </a:tcPr>
                </a:tc>
                <a:tc>
                  <a:txBody>
                    <a:bodyPr/>
                    <a:lstStyle/>
                    <a:p>
                      <a:pPr algn="ctr" fontAlgn="b">
                        <a:buNone/>
                      </a:pPr>
                      <a:r>
                        <a:rPr lang="en-US" altLang="zh-CN" sz="1200" b="0" u="none" strike="noStrike" kern="1200">
                          <a:solidFill>
                            <a:schemeClr val="bg2"/>
                          </a:solidFill>
                          <a:effectLst/>
                          <a:latin typeface="+mn-ea"/>
                          <a:ea typeface="+mn-ea"/>
                          <a:cs typeface="+mn-cs"/>
                        </a:rPr>
                        <a:t>2025 NAB, THULITE PI</a:t>
                      </a:r>
                      <a:endParaRPr lang="zh-CN" altLang="en-US" sz="1200" b="0" u="none" strike="noStrike" kern="1200">
                        <a:solidFill>
                          <a:schemeClr val="bg2"/>
                        </a:solidFill>
                        <a:effectLst/>
                        <a:latin typeface="+mn-ea"/>
                        <a:ea typeface="+mn-ea"/>
                        <a:cs typeface="+mn-cs"/>
                      </a:endParaRPr>
                    </a:p>
                  </a:txBody>
                  <a:tcPr marL="36000" marR="36000" marT="36000" marB="36000" anchor="ctr">
                    <a:lnL w="6350" cap="flat" cmpd="sng" algn="ctr">
                      <a:solidFill>
                        <a:schemeClr val="accent1"/>
                      </a:solidFill>
                      <a:prstDash val="dot"/>
                      <a:round/>
                      <a:headEnd type="none" w="med" len="med"/>
                      <a:tailEnd type="none" w="med" len="med"/>
                    </a:lnL>
                    <a:lnR w="6350" cap="flat" cmpd="sng" algn="ctr">
                      <a:solidFill>
                        <a:schemeClr val="accent1"/>
                      </a:solidFill>
                      <a:prstDash val="dot"/>
                      <a:round/>
                      <a:headEnd type="none" w="med" len="med"/>
                      <a:tailEnd type="none" w="med" len="med"/>
                    </a:lnR>
                  </a:tcPr>
                </a:tc>
                <a:tc>
                  <a:txBody>
                    <a:bodyPr/>
                    <a:lstStyle/>
                    <a:p>
                      <a:pPr algn="l" fontAlgn="b">
                        <a:buNone/>
                      </a:pPr>
                      <a:endParaRPr lang="zh-CN" altLang="en-US" sz="1200" b="0" u="none" strike="noStrike" kern="1200">
                        <a:solidFill>
                          <a:schemeClr val="bg2"/>
                        </a:solidFill>
                        <a:effectLst/>
                        <a:latin typeface="+mn-ea"/>
                        <a:ea typeface="+mn-ea"/>
                        <a:cs typeface="+mn-cs"/>
                      </a:endParaRPr>
                    </a:p>
                  </a:txBody>
                  <a:tcPr marL="36000" marR="36000" marT="36000" marB="36000" anchor="ctr">
                    <a:lnL w="6350" cap="flat" cmpd="sng" algn="ctr">
                      <a:solidFill>
                        <a:schemeClr val="accent1"/>
                      </a:solidFill>
                      <a:prstDash val="dot"/>
                      <a:round/>
                      <a:headEnd type="none" w="med" len="med"/>
                      <a:tailEnd type="none" w="med" len="med"/>
                    </a:lnL>
                  </a:tcPr>
                </a:tc>
                <a:tc>
                  <a:txBody>
                    <a:bodyPr/>
                    <a:lstStyle/>
                    <a:p>
                      <a:pPr algn="l" fontAlgn="b">
                        <a:buNone/>
                      </a:pPr>
                      <a:endParaRPr lang="zh-CN" altLang="en-US" sz="1200" b="0" u="none" strike="noStrike" kern="1200">
                        <a:solidFill>
                          <a:schemeClr val="bg2"/>
                        </a:solidFill>
                        <a:effectLst/>
                        <a:latin typeface="+mn-ea"/>
                        <a:ea typeface="+mn-ea"/>
                        <a:cs typeface="+mn-cs"/>
                      </a:endParaRPr>
                    </a:p>
                  </a:txBody>
                  <a:tcPr marL="36000" marR="36000" marT="36000" marB="36000" anchor="ctr"/>
                </a:tc>
                <a:extLst>
                  <a:ext uri="{0D108BD9-81ED-4DB2-BD59-A6C34878D82A}">
                    <a16:rowId xmlns:a16="http://schemas.microsoft.com/office/drawing/2014/main" val="4164664279"/>
                  </a:ext>
                </a:extLst>
              </a:tr>
              <a:tr h="316831">
                <a:tc>
                  <a:txBody>
                    <a:bodyPr/>
                    <a:lstStyle/>
                    <a:p>
                      <a:pPr marL="0" algn="ctr" defTabSz="914400" rtl="0" eaLnBrk="1" fontAlgn="ctr" latinLnBrk="0" hangingPunct="1">
                        <a:buNone/>
                      </a:pPr>
                      <a:r>
                        <a:rPr lang="en-US" sz="1200" b="0" u="none" strike="noStrike" kern="1200">
                          <a:solidFill>
                            <a:schemeClr val="bg2"/>
                          </a:solidFill>
                          <a:effectLst/>
                          <a:latin typeface="+mn-ea"/>
                          <a:ea typeface="+mn-ea"/>
                          <a:cs typeface="+mn-cs"/>
                        </a:rPr>
                        <a:t>Xiang, Ma</a:t>
                      </a:r>
                      <a:endParaRPr lang="zh-CN" altLang="en-US" sz="1200" b="0" u="none" strike="noStrike" kern="1200">
                        <a:solidFill>
                          <a:schemeClr val="bg2"/>
                        </a:solidFill>
                        <a:effectLst/>
                        <a:latin typeface="+mn-ea"/>
                        <a:ea typeface="+mn-ea"/>
                        <a:cs typeface="+mn-cs"/>
                      </a:endParaRPr>
                    </a:p>
                  </a:txBody>
                  <a:tcPr marL="36000" marR="36000" marT="36000" marB="36000" anchor="ctr"/>
                </a:tc>
                <a:tc>
                  <a:txBody>
                    <a:bodyPr/>
                    <a:lstStyle/>
                    <a:p>
                      <a:pPr marL="0" algn="ctr" defTabSz="914400" rtl="0" eaLnBrk="1" fontAlgn="ctr" latinLnBrk="0" hangingPunct="1">
                        <a:buNone/>
                      </a:pPr>
                      <a:r>
                        <a:rPr lang="zh-CN" altLang="en-US" sz="1200" b="0" u="none" strike="noStrike" kern="1200">
                          <a:solidFill>
                            <a:schemeClr val="bg2"/>
                          </a:solidFill>
                          <a:effectLst/>
                          <a:latin typeface="+mn-ea"/>
                          <a:ea typeface="+mn-ea"/>
                          <a:cs typeface="+mn-cs"/>
                        </a:rPr>
                        <a:t>马翔</a:t>
                      </a:r>
                    </a:p>
                  </a:txBody>
                  <a:tcPr marL="36000" marR="36000" marT="36000" marB="36000" anchor="ctr">
                    <a:lnR w="6350" cap="flat" cmpd="sng" algn="ctr">
                      <a:solidFill>
                        <a:schemeClr val="accent1"/>
                      </a:solidFill>
                      <a:prstDash val="dot"/>
                      <a:round/>
                      <a:headEnd type="none" w="med" len="med"/>
                      <a:tailEnd type="none" w="med" len="med"/>
                    </a:lnR>
                  </a:tcPr>
                </a:tc>
                <a:tc>
                  <a:txBody>
                    <a:bodyPr/>
                    <a:lstStyle/>
                    <a:p>
                      <a:pPr algn="ctr" fontAlgn="b">
                        <a:buNone/>
                      </a:pPr>
                      <a:endParaRPr lang="zh-CN" altLang="en-US" sz="1200" b="0" u="none" strike="noStrike" kern="1200">
                        <a:solidFill>
                          <a:schemeClr val="bg2"/>
                        </a:solidFill>
                        <a:effectLst/>
                        <a:latin typeface="+mn-ea"/>
                        <a:ea typeface="+mn-ea"/>
                        <a:cs typeface="+mn-cs"/>
                      </a:endParaRPr>
                    </a:p>
                  </a:txBody>
                  <a:tcPr marL="36000" marR="36000" marT="36000" marB="36000" anchor="ctr">
                    <a:lnL w="6350" cap="flat" cmpd="sng" algn="ctr">
                      <a:solidFill>
                        <a:schemeClr val="accent1"/>
                      </a:solidFill>
                      <a:prstDash val="dot"/>
                      <a:round/>
                      <a:headEnd type="none" w="med" len="med"/>
                      <a:tailEnd type="none" w="med" len="med"/>
                    </a:lnL>
                    <a:lnR w="6350" cap="flat" cmpd="sng" algn="ctr">
                      <a:solidFill>
                        <a:schemeClr val="accent1"/>
                      </a:solidFill>
                      <a:prstDash val="dot"/>
                      <a:round/>
                      <a:headEnd type="none" w="med" len="med"/>
                      <a:tailEnd type="none" w="med" len="med"/>
                    </a:lnR>
                  </a:tcPr>
                </a:tc>
                <a:tc>
                  <a:txBody>
                    <a:bodyPr/>
                    <a:lstStyle/>
                    <a:p>
                      <a:pPr algn="l" fontAlgn="b">
                        <a:buNone/>
                      </a:pPr>
                      <a:endParaRPr lang="zh-CN" altLang="en-US" sz="1200" b="0" u="none" strike="noStrike" kern="1200">
                        <a:solidFill>
                          <a:schemeClr val="bg2"/>
                        </a:solidFill>
                        <a:effectLst/>
                        <a:latin typeface="+mn-ea"/>
                        <a:ea typeface="+mn-ea"/>
                        <a:cs typeface="+mn-cs"/>
                      </a:endParaRPr>
                    </a:p>
                  </a:txBody>
                  <a:tcPr marL="36000" marR="36000" marT="36000" marB="36000" anchor="ctr">
                    <a:lnL w="6350" cap="flat" cmpd="sng" algn="ctr">
                      <a:solidFill>
                        <a:schemeClr val="accent1"/>
                      </a:solidFill>
                      <a:prstDash val="dot"/>
                      <a:round/>
                      <a:headEnd type="none" w="med" len="med"/>
                      <a:tailEnd type="none" w="med" len="med"/>
                    </a:lnL>
                  </a:tcPr>
                </a:tc>
                <a:tc>
                  <a:txBody>
                    <a:bodyPr/>
                    <a:lstStyle/>
                    <a:p>
                      <a:pPr algn="l" fontAlgn="b">
                        <a:buNone/>
                      </a:pPr>
                      <a:endParaRPr lang="zh-CN" altLang="en-US" sz="1200" b="0" u="none" strike="noStrike" kern="1200">
                        <a:solidFill>
                          <a:schemeClr val="bg2"/>
                        </a:solidFill>
                        <a:effectLst/>
                        <a:latin typeface="+mn-ea"/>
                        <a:ea typeface="+mn-ea"/>
                        <a:cs typeface="+mn-cs"/>
                      </a:endParaRPr>
                    </a:p>
                  </a:txBody>
                  <a:tcPr marL="36000" marR="36000" marT="36000" marB="36000" anchor="ctr"/>
                </a:tc>
                <a:extLst>
                  <a:ext uri="{0D108BD9-81ED-4DB2-BD59-A6C34878D82A}">
                    <a16:rowId xmlns:a16="http://schemas.microsoft.com/office/drawing/2014/main" val="2079809691"/>
                  </a:ext>
                </a:extLst>
              </a:tr>
              <a:tr h="316831">
                <a:tc>
                  <a:txBody>
                    <a:bodyPr/>
                    <a:lstStyle/>
                    <a:p>
                      <a:pPr marL="0" algn="ctr" defTabSz="914400" rtl="0" eaLnBrk="1" fontAlgn="ctr" latinLnBrk="0" hangingPunct="1">
                        <a:buNone/>
                      </a:pPr>
                      <a:r>
                        <a:rPr lang="en-US" sz="1200" b="0" u="none" strike="noStrike" kern="1200">
                          <a:solidFill>
                            <a:schemeClr val="bg2"/>
                          </a:solidFill>
                          <a:effectLst/>
                          <a:latin typeface="+mn-ea"/>
                          <a:ea typeface="+mn-ea"/>
                          <a:cs typeface="+mn-cs"/>
                        </a:rPr>
                        <a:t>Su Yan, Li</a:t>
                      </a:r>
                      <a:endParaRPr lang="zh-CN" altLang="en-US" sz="1200" b="0" u="none" strike="noStrike" kern="1200">
                        <a:solidFill>
                          <a:schemeClr val="bg2"/>
                        </a:solidFill>
                        <a:effectLst/>
                        <a:latin typeface="+mn-ea"/>
                        <a:ea typeface="+mn-ea"/>
                        <a:cs typeface="+mn-cs"/>
                      </a:endParaRPr>
                    </a:p>
                  </a:txBody>
                  <a:tcPr marL="36000" marR="36000" marT="36000" marB="36000" anchor="ctr"/>
                </a:tc>
                <a:tc>
                  <a:txBody>
                    <a:bodyPr/>
                    <a:lstStyle/>
                    <a:p>
                      <a:pPr marL="0" algn="ctr" defTabSz="914400" rtl="0" eaLnBrk="1" fontAlgn="ctr" latinLnBrk="0" hangingPunct="1">
                        <a:buNone/>
                      </a:pPr>
                      <a:r>
                        <a:rPr lang="zh-CN" altLang="en-US" sz="1200" b="0" u="none" strike="noStrike" kern="1200">
                          <a:solidFill>
                            <a:schemeClr val="bg2"/>
                          </a:solidFill>
                          <a:effectLst/>
                          <a:latin typeface="+mn-ea"/>
                          <a:ea typeface="+mn-ea"/>
                          <a:cs typeface="+mn-cs"/>
                        </a:rPr>
                        <a:t>李甦雁</a:t>
                      </a:r>
                    </a:p>
                  </a:txBody>
                  <a:tcPr marL="36000" marR="36000" marT="36000" marB="36000" anchor="ctr">
                    <a:lnR w="6350" cap="flat" cmpd="sng" algn="ctr">
                      <a:solidFill>
                        <a:schemeClr val="accent1"/>
                      </a:solidFill>
                      <a:prstDash val="dot"/>
                      <a:round/>
                      <a:headEnd type="none" w="med" len="med"/>
                      <a:tailEnd type="none" w="med" len="med"/>
                    </a:ln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200" b="0" u="none" strike="noStrike" kern="1200">
                          <a:solidFill>
                            <a:schemeClr val="bg2"/>
                          </a:solidFill>
                          <a:effectLst/>
                          <a:latin typeface="+mn-ea"/>
                          <a:ea typeface="+mn-ea"/>
                          <a:cs typeface="+mn-cs"/>
                        </a:rPr>
                        <a:t>COMPASS PI,</a:t>
                      </a:r>
                      <a:r>
                        <a:rPr lang="zh-CN" altLang="en-US" sz="1200" b="0" u="none" strike="noStrike" kern="1200">
                          <a:solidFill>
                            <a:schemeClr val="bg2"/>
                          </a:solidFill>
                          <a:effectLst/>
                          <a:latin typeface="+mn-ea"/>
                          <a:ea typeface="+mn-ea"/>
                          <a:cs typeface="+mn-cs"/>
                        </a:rPr>
                        <a:t> </a:t>
                      </a:r>
                      <a:r>
                        <a:rPr lang="en-US" altLang="zh-CN" sz="1200" b="0" u="none" strike="noStrike" kern="1200">
                          <a:solidFill>
                            <a:schemeClr val="bg2"/>
                          </a:solidFill>
                          <a:effectLst/>
                          <a:latin typeface="+mn-ea"/>
                          <a:ea typeface="+mn-ea"/>
                          <a:cs typeface="+mn-cs"/>
                        </a:rPr>
                        <a:t>2025 NAB</a:t>
                      </a:r>
                      <a:endParaRPr lang="zh-CN" altLang="en-US" sz="1200" b="0" u="none" strike="noStrike" kern="1200">
                        <a:solidFill>
                          <a:schemeClr val="bg2"/>
                        </a:solidFill>
                        <a:effectLst/>
                        <a:latin typeface="+mn-ea"/>
                        <a:ea typeface="+mn-ea"/>
                        <a:cs typeface="+mn-cs"/>
                      </a:endParaRPr>
                    </a:p>
                  </a:txBody>
                  <a:tcPr marL="36000" marR="36000" marT="36000" marB="36000" anchor="ctr">
                    <a:lnL w="6350" cap="flat" cmpd="sng" algn="ctr">
                      <a:solidFill>
                        <a:schemeClr val="accent1"/>
                      </a:solidFill>
                      <a:prstDash val="dot"/>
                      <a:round/>
                      <a:headEnd type="none" w="med" len="med"/>
                      <a:tailEnd type="none" w="med" len="med"/>
                    </a:lnL>
                    <a:lnR w="6350" cap="flat" cmpd="sng" algn="ctr">
                      <a:solidFill>
                        <a:schemeClr val="accent1"/>
                      </a:solidFill>
                      <a:prstDash val="dot"/>
                      <a:round/>
                      <a:headEnd type="none" w="med" len="med"/>
                      <a:tailEnd type="none" w="med" len="med"/>
                    </a:lnR>
                  </a:tcPr>
                </a:tc>
                <a:tc>
                  <a:txBody>
                    <a:bodyPr/>
                    <a:lstStyle/>
                    <a:p>
                      <a:pPr algn="l" fontAlgn="b">
                        <a:buNone/>
                      </a:pPr>
                      <a:endParaRPr lang="zh-CN" altLang="en-US" sz="1200" b="0" u="none" strike="noStrike" kern="1200">
                        <a:solidFill>
                          <a:schemeClr val="bg2"/>
                        </a:solidFill>
                        <a:effectLst/>
                        <a:latin typeface="+mn-ea"/>
                        <a:ea typeface="+mn-ea"/>
                        <a:cs typeface="+mn-cs"/>
                      </a:endParaRPr>
                    </a:p>
                  </a:txBody>
                  <a:tcPr marL="36000" marR="36000" marT="36000" marB="36000" anchor="ctr">
                    <a:lnL w="6350" cap="flat" cmpd="sng" algn="ctr">
                      <a:solidFill>
                        <a:schemeClr val="accent1"/>
                      </a:solidFill>
                      <a:prstDash val="dot"/>
                      <a:round/>
                      <a:headEnd type="none" w="med" len="med"/>
                      <a:tailEnd type="none" w="med" len="med"/>
                    </a:lnL>
                  </a:tcPr>
                </a:tc>
                <a:tc>
                  <a:txBody>
                    <a:bodyPr/>
                    <a:lstStyle/>
                    <a:p>
                      <a:pPr algn="l" fontAlgn="b">
                        <a:buNone/>
                      </a:pPr>
                      <a:endParaRPr lang="zh-CN" altLang="en-US" sz="1200" b="0" u="none" strike="noStrike" kern="1200">
                        <a:solidFill>
                          <a:schemeClr val="bg2"/>
                        </a:solidFill>
                        <a:effectLst/>
                        <a:latin typeface="+mn-ea"/>
                        <a:ea typeface="+mn-ea"/>
                        <a:cs typeface="+mn-cs"/>
                      </a:endParaRPr>
                    </a:p>
                  </a:txBody>
                  <a:tcPr marL="36000" marR="36000" marT="36000" marB="36000" anchor="ctr"/>
                </a:tc>
                <a:extLst>
                  <a:ext uri="{0D108BD9-81ED-4DB2-BD59-A6C34878D82A}">
                    <a16:rowId xmlns:a16="http://schemas.microsoft.com/office/drawing/2014/main" val="2720523697"/>
                  </a:ext>
                </a:extLst>
              </a:tr>
              <a:tr h="316831">
                <a:tc>
                  <a:txBody>
                    <a:bodyPr/>
                    <a:lstStyle/>
                    <a:p>
                      <a:pPr marL="0" algn="ctr" defTabSz="914400" rtl="0" eaLnBrk="1" fontAlgn="ctr" latinLnBrk="0" hangingPunct="1">
                        <a:buNone/>
                      </a:pPr>
                      <a:r>
                        <a:rPr lang="en-US" sz="1200" b="0" u="none" strike="noStrike" kern="1200">
                          <a:solidFill>
                            <a:schemeClr val="bg2"/>
                          </a:solidFill>
                          <a:effectLst/>
                          <a:latin typeface="+mn-ea"/>
                          <a:ea typeface="+mn-ea"/>
                          <a:cs typeface="+mn-cs"/>
                        </a:rPr>
                        <a:t>Xin Yuan, Zhang</a:t>
                      </a:r>
                      <a:endParaRPr lang="zh-CN" altLang="en-US" sz="1200" b="0" u="none" strike="noStrike" kern="1200">
                        <a:solidFill>
                          <a:schemeClr val="bg2"/>
                        </a:solidFill>
                        <a:effectLst/>
                        <a:latin typeface="+mn-ea"/>
                        <a:ea typeface="+mn-ea"/>
                        <a:cs typeface="+mn-cs"/>
                      </a:endParaRPr>
                    </a:p>
                  </a:txBody>
                  <a:tcPr marL="36000" marR="36000" marT="36000" marB="36000" anchor="ctr"/>
                </a:tc>
                <a:tc>
                  <a:txBody>
                    <a:bodyPr/>
                    <a:lstStyle/>
                    <a:p>
                      <a:pPr marL="0" algn="ctr" defTabSz="914400" rtl="0" eaLnBrk="1" fontAlgn="ctr" latinLnBrk="0" hangingPunct="1">
                        <a:buNone/>
                      </a:pPr>
                      <a:r>
                        <a:rPr lang="zh-CN" altLang="en-US" sz="1200" b="0" u="none" strike="noStrike" kern="1200">
                          <a:solidFill>
                            <a:schemeClr val="bg2"/>
                          </a:solidFill>
                          <a:effectLst/>
                          <a:latin typeface="+mn-ea"/>
                          <a:ea typeface="+mn-ea"/>
                          <a:cs typeface="+mn-cs"/>
                        </a:rPr>
                        <a:t>张新媛</a:t>
                      </a:r>
                    </a:p>
                  </a:txBody>
                  <a:tcPr marL="36000" marR="36000" marT="36000" marB="36000" anchor="ctr">
                    <a:lnR w="6350" cap="flat" cmpd="sng" algn="ctr">
                      <a:solidFill>
                        <a:schemeClr val="accent1"/>
                      </a:solidFill>
                      <a:prstDash val="dot"/>
                      <a:round/>
                      <a:headEnd type="none" w="med" len="med"/>
                      <a:tailEnd type="none" w="med" len="med"/>
                    </a:ln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altLang="zh-CN" sz="1200" b="0" u="none" strike="noStrike" kern="1200">
                        <a:solidFill>
                          <a:schemeClr val="bg2"/>
                        </a:solidFill>
                        <a:effectLst/>
                        <a:latin typeface="+mn-ea"/>
                        <a:ea typeface="+mn-ea"/>
                        <a:cs typeface="+mn-cs"/>
                      </a:endParaRPr>
                    </a:p>
                  </a:txBody>
                  <a:tcPr marL="36000" marR="36000" marT="36000" marB="36000" anchor="ctr">
                    <a:lnL w="6350" cap="flat" cmpd="sng" algn="ctr">
                      <a:solidFill>
                        <a:schemeClr val="accent1"/>
                      </a:solidFill>
                      <a:prstDash val="dot"/>
                      <a:round/>
                      <a:headEnd type="none" w="med" len="med"/>
                      <a:tailEnd type="none" w="med" len="med"/>
                    </a:lnL>
                    <a:lnR w="6350" cap="flat" cmpd="sng" algn="ctr">
                      <a:solidFill>
                        <a:schemeClr val="accent1"/>
                      </a:solidFill>
                      <a:prstDash val="dot"/>
                      <a:round/>
                      <a:headEnd type="none" w="med" len="med"/>
                      <a:tailEnd type="none" w="med" len="med"/>
                    </a:lnR>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altLang="zh-CN" sz="1200" b="0" u="none" strike="noStrike" kern="1200">
                        <a:solidFill>
                          <a:schemeClr val="bg2"/>
                        </a:solidFill>
                        <a:effectLst/>
                        <a:latin typeface="+mn-ea"/>
                        <a:ea typeface="+mn-ea"/>
                        <a:cs typeface="+mn-cs"/>
                      </a:endParaRPr>
                    </a:p>
                  </a:txBody>
                  <a:tcPr marL="36000" marR="36000" marT="36000" marB="36000" anchor="ctr">
                    <a:lnL w="6350" cap="flat" cmpd="sng" algn="ctr">
                      <a:solidFill>
                        <a:schemeClr val="accent1"/>
                      </a:solidFill>
                      <a:prstDash val="dot"/>
                      <a:round/>
                      <a:headEnd type="none" w="med" len="med"/>
                      <a:tailEnd type="none" w="med" len="med"/>
                    </a:ln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altLang="zh-CN" sz="1200" b="0" u="none" strike="noStrike" kern="1200">
                        <a:solidFill>
                          <a:schemeClr val="bg2"/>
                        </a:solidFill>
                        <a:effectLst/>
                        <a:latin typeface="+mn-ea"/>
                        <a:ea typeface="+mn-ea"/>
                        <a:cs typeface="+mn-cs"/>
                      </a:endParaRPr>
                    </a:p>
                  </a:txBody>
                  <a:tcPr marL="36000" marR="36000" marT="36000" marB="36000" anchor="ctr"/>
                </a:tc>
                <a:extLst>
                  <a:ext uri="{0D108BD9-81ED-4DB2-BD59-A6C34878D82A}">
                    <a16:rowId xmlns:a16="http://schemas.microsoft.com/office/drawing/2014/main" val="2468054014"/>
                  </a:ext>
                </a:extLst>
              </a:tr>
              <a:tr h="316831">
                <a:tc>
                  <a:txBody>
                    <a:bodyPr/>
                    <a:lstStyle/>
                    <a:p>
                      <a:pPr marL="0" algn="ctr" defTabSz="914400" rtl="0" eaLnBrk="1" fontAlgn="ctr" latinLnBrk="0" hangingPunct="1">
                        <a:buNone/>
                      </a:pPr>
                      <a:r>
                        <a:rPr lang="en-US" sz="1200" b="0" u="none" strike="noStrike" kern="1200">
                          <a:solidFill>
                            <a:schemeClr val="bg2"/>
                          </a:solidFill>
                          <a:effectLst/>
                          <a:latin typeface="+mn-ea"/>
                          <a:ea typeface="+mn-ea"/>
                          <a:cs typeface="+mn-cs"/>
                        </a:rPr>
                        <a:t>Wen Bin, Wei</a:t>
                      </a:r>
                      <a:endParaRPr lang="zh-CN" altLang="en-US" sz="1200" b="0" u="none" strike="noStrike" kern="1200">
                        <a:solidFill>
                          <a:schemeClr val="bg2"/>
                        </a:solidFill>
                        <a:effectLst/>
                        <a:latin typeface="+mn-ea"/>
                        <a:ea typeface="+mn-ea"/>
                        <a:cs typeface="+mn-cs"/>
                      </a:endParaRPr>
                    </a:p>
                  </a:txBody>
                  <a:tcPr marL="36000" marR="36000" marT="36000" marB="36000" anchor="ctr"/>
                </a:tc>
                <a:tc>
                  <a:txBody>
                    <a:bodyPr/>
                    <a:lstStyle/>
                    <a:p>
                      <a:pPr marL="0" algn="ctr" defTabSz="914400" rtl="0" eaLnBrk="1" fontAlgn="ctr" latinLnBrk="0" hangingPunct="1">
                        <a:buNone/>
                      </a:pPr>
                      <a:r>
                        <a:rPr lang="zh-CN" altLang="en-US" sz="1200" b="0" u="none" strike="noStrike" kern="1200">
                          <a:solidFill>
                            <a:schemeClr val="bg2"/>
                          </a:solidFill>
                          <a:effectLst/>
                          <a:latin typeface="+mn-ea"/>
                          <a:ea typeface="+mn-ea"/>
                          <a:cs typeface="+mn-cs"/>
                        </a:rPr>
                        <a:t>魏文斌</a:t>
                      </a:r>
                      <a:endParaRPr lang="zh-CN" altLang="en-US" sz="1200" b="0" u="none" strike="noStrike" kern="1200">
                        <a:solidFill>
                          <a:schemeClr val="bg2"/>
                        </a:solidFill>
                        <a:effectLst/>
                        <a:highlight>
                          <a:srgbClr val="FFFF00"/>
                        </a:highlight>
                        <a:latin typeface="+mn-ea"/>
                        <a:ea typeface="+mn-ea"/>
                        <a:cs typeface="+mn-cs"/>
                      </a:endParaRPr>
                    </a:p>
                  </a:txBody>
                  <a:tcPr marL="36000" marR="36000" marT="36000" marB="36000" anchor="ctr">
                    <a:lnR w="6350" cap="flat" cmpd="sng" algn="ctr">
                      <a:solidFill>
                        <a:schemeClr val="accent1"/>
                      </a:solidFill>
                      <a:prstDash val="dot"/>
                      <a:round/>
                      <a:headEnd type="none" w="med" len="med"/>
                      <a:tailEnd type="none" w="med" len="med"/>
                    </a:ln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altLang="zh-CN" sz="1200" b="0" u="none" strike="noStrike" kern="1200">
                        <a:solidFill>
                          <a:schemeClr val="bg2"/>
                        </a:solidFill>
                        <a:effectLst/>
                        <a:highlight>
                          <a:srgbClr val="FFFF00"/>
                        </a:highlight>
                        <a:latin typeface="+mn-ea"/>
                        <a:ea typeface="+mn-ea"/>
                        <a:cs typeface="+mn-cs"/>
                      </a:endParaRPr>
                    </a:p>
                  </a:txBody>
                  <a:tcPr marL="36000" marR="36000" marT="36000" marB="36000" anchor="ctr">
                    <a:lnL w="6350" cap="flat" cmpd="sng" algn="ctr">
                      <a:solidFill>
                        <a:schemeClr val="accent1"/>
                      </a:solidFill>
                      <a:prstDash val="dot"/>
                      <a:round/>
                      <a:headEnd type="none" w="med" len="med"/>
                      <a:tailEnd type="none" w="med" len="med"/>
                    </a:lnL>
                    <a:lnR w="6350" cap="flat" cmpd="sng" algn="ctr">
                      <a:solidFill>
                        <a:schemeClr val="accent1"/>
                      </a:solidFill>
                      <a:prstDash val="dot"/>
                      <a:round/>
                      <a:headEnd type="none" w="med" len="med"/>
                      <a:tailEnd type="none" w="med" len="med"/>
                    </a:lnR>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altLang="zh-CN" sz="1200" b="0" u="none" strike="noStrike" kern="1200">
                        <a:solidFill>
                          <a:schemeClr val="bg2"/>
                        </a:solidFill>
                        <a:effectLst/>
                        <a:latin typeface="+mn-ea"/>
                        <a:ea typeface="+mn-ea"/>
                        <a:cs typeface="+mn-cs"/>
                      </a:endParaRPr>
                    </a:p>
                  </a:txBody>
                  <a:tcPr marL="36000" marR="36000" marT="36000" marB="36000" anchor="ctr">
                    <a:lnL w="6350" cap="flat" cmpd="sng" algn="ctr">
                      <a:solidFill>
                        <a:schemeClr val="accent1"/>
                      </a:solidFill>
                      <a:prstDash val="dot"/>
                      <a:round/>
                      <a:headEnd type="none" w="med" len="med"/>
                      <a:tailEnd type="none" w="med" len="med"/>
                    </a:ln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altLang="zh-CN" sz="1200" b="0" u="none" strike="noStrike" kern="1200">
                        <a:solidFill>
                          <a:schemeClr val="bg2"/>
                        </a:solidFill>
                        <a:effectLst/>
                        <a:latin typeface="+mn-ea"/>
                        <a:ea typeface="+mn-ea"/>
                        <a:cs typeface="+mn-cs"/>
                      </a:endParaRPr>
                    </a:p>
                  </a:txBody>
                  <a:tcPr marL="36000" marR="36000" marT="36000" marB="36000" anchor="ctr"/>
                </a:tc>
                <a:extLst>
                  <a:ext uri="{0D108BD9-81ED-4DB2-BD59-A6C34878D82A}">
                    <a16:rowId xmlns:a16="http://schemas.microsoft.com/office/drawing/2014/main" val="3397879704"/>
                  </a:ext>
                </a:extLst>
              </a:tr>
              <a:tr h="316831">
                <a:tc>
                  <a:txBody>
                    <a:bodyPr/>
                    <a:lstStyle/>
                    <a:p>
                      <a:pPr marL="0" algn="ctr" defTabSz="914400" rtl="0" eaLnBrk="1" fontAlgn="ctr" latinLnBrk="0" hangingPunct="1">
                        <a:buNone/>
                      </a:pPr>
                      <a:r>
                        <a:rPr lang="en-US" altLang="zh-CN" sz="1200" b="0" u="none" strike="noStrike" kern="1200">
                          <a:solidFill>
                            <a:schemeClr val="bg2"/>
                          </a:solidFill>
                          <a:effectLst/>
                          <a:latin typeface="+mn-ea"/>
                          <a:ea typeface="+mn-ea"/>
                          <a:cs typeface="+mn-cs"/>
                        </a:rPr>
                        <a:t>Li, Su</a:t>
                      </a:r>
                      <a:endParaRPr lang="zh-CN" altLang="en-US" sz="1200" b="0" u="none" strike="noStrike" kern="1200">
                        <a:solidFill>
                          <a:schemeClr val="bg2"/>
                        </a:solidFill>
                        <a:effectLst/>
                        <a:latin typeface="+mn-ea"/>
                        <a:ea typeface="+mn-ea"/>
                        <a:cs typeface="+mn-cs"/>
                      </a:endParaRPr>
                    </a:p>
                  </a:txBody>
                  <a:tcPr marL="36000" marR="36000" marT="36000" marB="36000" anchor="ctr"/>
                </a:tc>
                <a:tc>
                  <a:txBody>
                    <a:bodyPr/>
                    <a:lstStyle/>
                    <a:p>
                      <a:pPr marL="0" algn="ctr" defTabSz="914400" rtl="0" eaLnBrk="1" fontAlgn="ctr" latinLnBrk="0" hangingPunct="1">
                        <a:buNone/>
                      </a:pPr>
                      <a:r>
                        <a:rPr lang="zh-CN" altLang="en-US" sz="1200" b="0" u="none" strike="noStrike" kern="1200">
                          <a:solidFill>
                            <a:schemeClr val="bg2"/>
                          </a:solidFill>
                          <a:effectLst/>
                          <a:latin typeface="+mn-ea"/>
                          <a:ea typeface="+mn-ea"/>
                          <a:cs typeface="+mn-cs"/>
                        </a:rPr>
                        <a:t>苏莉</a:t>
                      </a:r>
                    </a:p>
                  </a:txBody>
                  <a:tcPr marL="36000" marR="36000" marT="36000" marB="36000" anchor="ctr">
                    <a:lnR w="6350" cap="flat" cmpd="sng" algn="ctr">
                      <a:solidFill>
                        <a:schemeClr val="accent1"/>
                      </a:solidFill>
                      <a:prstDash val="dot"/>
                      <a:round/>
                      <a:headEnd type="none" w="med" len="med"/>
                      <a:tailEnd type="none" w="med" len="med"/>
                    </a:ln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altLang="zh-CN" sz="1200" b="0" u="none" strike="noStrike" kern="1200">
                        <a:solidFill>
                          <a:schemeClr val="bg2"/>
                        </a:solidFill>
                        <a:effectLst/>
                        <a:latin typeface="+mn-ea"/>
                        <a:ea typeface="+mn-ea"/>
                        <a:cs typeface="+mn-cs"/>
                      </a:endParaRPr>
                    </a:p>
                  </a:txBody>
                  <a:tcPr marL="36000" marR="36000" marT="36000" marB="36000" anchor="ctr">
                    <a:lnL w="6350" cap="flat" cmpd="sng" algn="ctr">
                      <a:solidFill>
                        <a:schemeClr val="accent1"/>
                      </a:solidFill>
                      <a:prstDash val="dot"/>
                      <a:round/>
                      <a:headEnd type="none" w="med" len="med"/>
                      <a:tailEnd type="none" w="med" len="med"/>
                    </a:lnL>
                    <a:lnR w="6350" cap="flat" cmpd="sng" algn="ctr">
                      <a:solidFill>
                        <a:schemeClr val="accent1"/>
                      </a:solidFill>
                      <a:prstDash val="dot"/>
                      <a:round/>
                      <a:headEnd type="none" w="med" len="med"/>
                      <a:tailEnd type="none" w="med" len="med"/>
                    </a:lnR>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altLang="zh-CN" sz="1200" b="0" u="none" strike="noStrike" kern="1200">
                        <a:solidFill>
                          <a:schemeClr val="bg2"/>
                        </a:solidFill>
                        <a:effectLst/>
                        <a:latin typeface="+mn-ea"/>
                        <a:ea typeface="+mn-ea"/>
                        <a:cs typeface="+mn-cs"/>
                      </a:endParaRPr>
                    </a:p>
                  </a:txBody>
                  <a:tcPr marL="36000" marR="36000" marT="36000" marB="36000" anchor="ctr">
                    <a:lnL w="6350" cap="flat" cmpd="sng" algn="ctr">
                      <a:solidFill>
                        <a:schemeClr val="accent1"/>
                      </a:solidFill>
                      <a:prstDash val="dot"/>
                      <a:round/>
                      <a:headEnd type="none" w="med" len="med"/>
                      <a:tailEnd type="none" w="med" len="med"/>
                    </a:ln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1200" b="1" u="none" strike="noStrike" kern="1200">
                          <a:solidFill>
                            <a:srgbClr val="FF0000"/>
                          </a:solidFill>
                          <a:effectLst/>
                          <a:latin typeface="+mn-ea"/>
                          <a:ea typeface="+mn-ea"/>
                          <a:cs typeface="+mn-cs"/>
                        </a:rPr>
                        <a:t>4Sight Network</a:t>
                      </a:r>
                    </a:p>
                  </a:txBody>
                  <a:tcPr marL="36000" marR="36000" marT="36000" marB="36000" anchor="ctr"/>
                </a:tc>
                <a:extLst>
                  <a:ext uri="{0D108BD9-81ED-4DB2-BD59-A6C34878D82A}">
                    <a16:rowId xmlns:a16="http://schemas.microsoft.com/office/drawing/2014/main" val="3650034519"/>
                  </a:ext>
                </a:extLst>
              </a:tr>
            </a:tbl>
          </a:graphicData>
        </a:graphic>
      </p:graphicFrame>
      <p:sp>
        <p:nvSpPr>
          <p:cNvPr id="6" name="TextBox 5">
            <a:extLst>
              <a:ext uri="{FF2B5EF4-FFF2-40B4-BE49-F238E27FC236}">
                <a16:creationId xmlns:a16="http://schemas.microsoft.com/office/drawing/2014/main" id="{4DD69044-8F29-C22F-A049-A8B2D567F7FB}"/>
              </a:ext>
            </a:extLst>
          </p:cNvPr>
          <p:cNvSpPr txBox="1"/>
          <p:nvPr/>
        </p:nvSpPr>
        <p:spPr bwMode="gray">
          <a:xfrm>
            <a:off x="2185639" y="6619639"/>
            <a:ext cx="9376138" cy="230832"/>
          </a:xfrm>
          <a:prstGeom prst="rect">
            <a:avLst/>
          </a:prstGeom>
          <a:noFill/>
        </p:spPr>
        <p:txBody>
          <a:bodyPr wrap="square">
            <a:spAutoFit/>
          </a:bodyPr>
          <a:lstStyle>
            <a:defPPr>
              <a:defRPr lang="en-US"/>
            </a:defPPr>
            <a:lvl1pPr>
              <a:defRPr sz="900">
                <a:latin typeface="+mn-ea"/>
              </a:defRPr>
            </a:lvl1pPr>
          </a:lstStyle>
          <a:p>
            <a:r>
              <a:rPr lang="en-US" altLang="zh-CN"/>
              <a:t>Congress: International - ARVO, APVRS, EURETINA, APAO; Local - Retina China, CCOS (Congress of Chinese Ophthalmological Society); VP: Visionary Pathway</a:t>
            </a:r>
            <a:endParaRPr lang="zh-CN" altLang="en-US"/>
          </a:p>
        </p:txBody>
      </p:sp>
      <p:grpSp>
        <p:nvGrpSpPr>
          <p:cNvPr id="38" name="组合 37">
            <a:extLst>
              <a:ext uri="{FF2B5EF4-FFF2-40B4-BE49-F238E27FC236}">
                <a16:creationId xmlns:a16="http://schemas.microsoft.com/office/drawing/2014/main" id="{09750D15-C9A3-1624-CAC6-7E1426931C96}"/>
              </a:ext>
            </a:extLst>
          </p:cNvPr>
          <p:cNvGrpSpPr/>
          <p:nvPr/>
        </p:nvGrpSpPr>
        <p:grpSpPr>
          <a:xfrm>
            <a:off x="9119907" y="64647"/>
            <a:ext cx="2976834" cy="710618"/>
            <a:chOff x="8992400" y="98213"/>
            <a:chExt cx="2976834" cy="710618"/>
          </a:xfrm>
        </p:grpSpPr>
        <p:grpSp>
          <p:nvGrpSpPr>
            <p:cNvPr id="37" name="组合 36">
              <a:extLst>
                <a:ext uri="{FF2B5EF4-FFF2-40B4-BE49-F238E27FC236}">
                  <a16:creationId xmlns:a16="http://schemas.microsoft.com/office/drawing/2014/main" id="{89E77238-5796-46D7-B432-0A2B6A23E2EB}"/>
                </a:ext>
              </a:extLst>
            </p:cNvPr>
            <p:cNvGrpSpPr/>
            <p:nvPr/>
          </p:nvGrpSpPr>
          <p:grpSpPr>
            <a:xfrm>
              <a:off x="9038971" y="538098"/>
              <a:ext cx="1498484" cy="258911"/>
              <a:chOff x="9032958" y="154988"/>
              <a:chExt cx="1498484" cy="258911"/>
            </a:xfrm>
          </p:grpSpPr>
          <p:sp>
            <p:nvSpPr>
              <p:cNvPr id="8" name="TextBox 27">
                <a:extLst>
                  <a:ext uri="{FF2B5EF4-FFF2-40B4-BE49-F238E27FC236}">
                    <a16:creationId xmlns:a16="http://schemas.microsoft.com/office/drawing/2014/main" id="{30F72362-E500-D169-F5B7-E7564550041D}"/>
                  </a:ext>
                </a:extLst>
              </p:cNvPr>
              <p:cNvSpPr txBox="1"/>
              <p:nvPr/>
            </p:nvSpPr>
            <p:spPr>
              <a:xfrm>
                <a:off x="9304499" y="166197"/>
                <a:ext cx="1226943" cy="235898"/>
              </a:xfrm>
              <a:prstGeom prst="rect">
                <a:avLst/>
              </a:prstGeom>
              <a:noFill/>
            </p:spPr>
            <p:txBody>
              <a:bodyPr wrap="square" rtlCol="0">
                <a:spAutoFit/>
              </a:bodyPr>
              <a:lstStyle/>
              <a:p>
                <a:r>
                  <a:rPr lang="en-US" altLang="zh-CN" sz="933">
                    <a:latin typeface="Calibri" panose="020F0502020204030204" pitchFamily="34" charset="0"/>
                    <a:cs typeface="Calibri" panose="020F0502020204030204" pitchFamily="34" charset="0"/>
                  </a:rPr>
                  <a:t>National Ad Board</a:t>
                </a:r>
                <a:endParaRPr lang="en-GB" altLang="zh-CN" sz="933">
                  <a:latin typeface="Calibri" panose="020F0502020204030204" pitchFamily="34" charset="0"/>
                  <a:cs typeface="Calibri" panose="020F0502020204030204" pitchFamily="34" charset="0"/>
                </a:endParaRPr>
              </a:p>
            </p:txBody>
          </p:sp>
          <p:pic>
            <p:nvPicPr>
              <p:cNvPr id="10" name="Picture 29">
                <a:extLst>
                  <a:ext uri="{FF2B5EF4-FFF2-40B4-BE49-F238E27FC236}">
                    <a16:creationId xmlns:a16="http://schemas.microsoft.com/office/drawing/2014/main" id="{A31A9997-8BD7-940C-8C1D-8063438A83F7}"/>
                  </a:ext>
                </a:extLst>
              </p:cNvPr>
              <p:cNvPicPr>
                <a:picLocks noChangeAspect="1"/>
              </p:cNvPicPr>
              <p:nvPr/>
            </p:nvPicPr>
            <p:blipFill>
              <a:blip r:embed="rId3"/>
              <a:stretch>
                <a:fillRect/>
              </a:stretch>
            </p:blipFill>
            <p:spPr>
              <a:xfrm>
                <a:off x="9032958" y="154988"/>
                <a:ext cx="271541" cy="258911"/>
              </a:xfrm>
              <a:prstGeom prst="rect">
                <a:avLst/>
              </a:prstGeom>
            </p:spPr>
          </p:pic>
        </p:grpSp>
        <p:grpSp>
          <p:nvGrpSpPr>
            <p:cNvPr id="33" name="组合 32">
              <a:extLst>
                <a:ext uri="{FF2B5EF4-FFF2-40B4-BE49-F238E27FC236}">
                  <a16:creationId xmlns:a16="http://schemas.microsoft.com/office/drawing/2014/main" id="{39D59C68-C9CD-7580-542F-2430B3B05313}"/>
                </a:ext>
              </a:extLst>
            </p:cNvPr>
            <p:cNvGrpSpPr/>
            <p:nvPr/>
          </p:nvGrpSpPr>
          <p:grpSpPr>
            <a:xfrm>
              <a:off x="10629665" y="515006"/>
              <a:ext cx="1225309" cy="293825"/>
              <a:chOff x="6948960" y="304677"/>
              <a:chExt cx="1225309" cy="293825"/>
            </a:xfrm>
          </p:grpSpPr>
          <p:sp>
            <p:nvSpPr>
              <p:cNvPr id="12" name="TextBox 31">
                <a:extLst>
                  <a:ext uri="{FF2B5EF4-FFF2-40B4-BE49-F238E27FC236}">
                    <a16:creationId xmlns:a16="http://schemas.microsoft.com/office/drawing/2014/main" id="{F32C0C8E-7033-AE08-2302-75DB097404AD}"/>
                  </a:ext>
                </a:extLst>
              </p:cNvPr>
              <p:cNvSpPr txBox="1"/>
              <p:nvPr/>
            </p:nvSpPr>
            <p:spPr>
              <a:xfrm>
                <a:off x="7265129" y="333640"/>
                <a:ext cx="909140" cy="235898"/>
              </a:xfrm>
              <a:prstGeom prst="rect">
                <a:avLst/>
              </a:prstGeom>
              <a:noFill/>
            </p:spPr>
            <p:txBody>
              <a:bodyPr wrap="square" rtlCol="0">
                <a:spAutoFit/>
              </a:bodyPr>
              <a:lstStyle/>
              <a:p>
                <a:pPr algn="ctr"/>
                <a:r>
                  <a:rPr lang="en-GB" sz="933">
                    <a:latin typeface="Calibri" panose="020F0502020204030204" pitchFamily="34" charset="0"/>
                    <a:cs typeface="Calibri" panose="020F0502020204030204" pitchFamily="34" charset="0"/>
                  </a:rPr>
                  <a:t>Clinical trials</a:t>
                </a:r>
              </a:p>
            </p:txBody>
          </p:sp>
          <p:pic>
            <p:nvPicPr>
              <p:cNvPr id="15" name="Graphic 34" descr="Medicine">
                <a:extLst>
                  <a:ext uri="{FF2B5EF4-FFF2-40B4-BE49-F238E27FC236}">
                    <a16:creationId xmlns:a16="http://schemas.microsoft.com/office/drawing/2014/main" id="{2EC53F95-C2DC-3662-E896-71733622586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48960" y="304677"/>
                <a:ext cx="316169" cy="293825"/>
              </a:xfrm>
              <a:prstGeom prst="rect">
                <a:avLst/>
              </a:prstGeom>
            </p:spPr>
          </p:pic>
        </p:grpSp>
        <p:grpSp>
          <p:nvGrpSpPr>
            <p:cNvPr id="30" name="组合 29">
              <a:extLst>
                <a:ext uri="{FF2B5EF4-FFF2-40B4-BE49-F238E27FC236}">
                  <a16:creationId xmlns:a16="http://schemas.microsoft.com/office/drawing/2014/main" id="{BF771B4E-4557-A2DA-3955-CA60BD7E32EC}"/>
                </a:ext>
              </a:extLst>
            </p:cNvPr>
            <p:cNvGrpSpPr/>
            <p:nvPr/>
          </p:nvGrpSpPr>
          <p:grpSpPr>
            <a:xfrm>
              <a:off x="10569539" y="98213"/>
              <a:ext cx="1399695" cy="427765"/>
              <a:chOff x="10312880" y="281303"/>
              <a:chExt cx="1399695" cy="427765"/>
            </a:xfrm>
          </p:grpSpPr>
          <p:sp>
            <p:nvSpPr>
              <p:cNvPr id="21" name="TextBox 40">
                <a:extLst>
                  <a:ext uri="{FF2B5EF4-FFF2-40B4-BE49-F238E27FC236}">
                    <a16:creationId xmlns:a16="http://schemas.microsoft.com/office/drawing/2014/main" id="{FA540CA8-0A07-DA05-E632-5A097FFFBE85}"/>
                  </a:ext>
                </a:extLst>
              </p:cNvPr>
              <p:cNvSpPr txBox="1"/>
              <p:nvPr/>
            </p:nvSpPr>
            <p:spPr>
              <a:xfrm>
                <a:off x="10745755" y="377236"/>
                <a:ext cx="966820" cy="235898"/>
              </a:xfrm>
              <a:prstGeom prst="rect">
                <a:avLst/>
              </a:prstGeom>
              <a:noFill/>
            </p:spPr>
            <p:txBody>
              <a:bodyPr wrap="square" rtlCol="0">
                <a:spAutoFit/>
              </a:bodyPr>
              <a:lstStyle/>
              <a:p>
                <a:r>
                  <a:rPr lang="en-US" sz="933">
                    <a:latin typeface="Calibri" panose="020F0502020204030204" pitchFamily="34" charset="0"/>
                    <a:cs typeface="Calibri" panose="020F0502020204030204" pitchFamily="34" charset="0"/>
                  </a:rPr>
                  <a:t>Congress</a:t>
                </a:r>
                <a:endParaRPr lang="en-GB" sz="933">
                  <a:latin typeface="Calibri" panose="020F0502020204030204" pitchFamily="34" charset="0"/>
                  <a:cs typeface="Calibri" panose="020F0502020204030204" pitchFamily="34" charset="0"/>
                </a:endParaRPr>
              </a:p>
            </p:txBody>
          </p:sp>
          <p:pic>
            <p:nvPicPr>
              <p:cNvPr id="20" name="Graphic 39" descr="Users">
                <a:extLst>
                  <a:ext uri="{FF2B5EF4-FFF2-40B4-BE49-F238E27FC236}">
                    <a16:creationId xmlns:a16="http://schemas.microsoft.com/office/drawing/2014/main" id="{C0698941-805D-EA2D-BC4A-0B89688FB99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312880" y="281303"/>
                <a:ext cx="427765" cy="427765"/>
              </a:xfrm>
              <a:prstGeom prst="rect">
                <a:avLst/>
              </a:prstGeom>
            </p:spPr>
          </p:pic>
        </p:grpSp>
        <p:grpSp>
          <p:nvGrpSpPr>
            <p:cNvPr id="32" name="组合 31">
              <a:extLst>
                <a:ext uri="{FF2B5EF4-FFF2-40B4-BE49-F238E27FC236}">
                  <a16:creationId xmlns:a16="http://schemas.microsoft.com/office/drawing/2014/main" id="{34351C31-C67C-A635-48B7-0C288C0A7C1E}"/>
                </a:ext>
              </a:extLst>
            </p:cNvPr>
            <p:cNvGrpSpPr/>
            <p:nvPr/>
          </p:nvGrpSpPr>
          <p:grpSpPr>
            <a:xfrm>
              <a:off x="8992400" y="150204"/>
              <a:ext cx="1492391" cy="324441"/>
              <a:chOff x="12892824" y="5165740"/>
              <a:chExt cx="1492391" cy="324441"/>
            </a:xfrm>
          </p:grpSpPr>
          <p:sp>
            <p:nvSpPr>
              <p:cNvPr id="22" name="TextBox 41">
                <a:extLst>
                  <a:ext uri="{FF2B5EF4-FFF2-40B4-BE49-F238E27FC236}">
                    <a16:creationId xmlns:a16="http://schemas.microsoft.com/office/drawing/2014/main" id="{43168AFF-886B-F8C2-CB04-DB6E9FCC89A4}"/>
                  </a:ext>
                </a:extLst>
              </p:cNvPr>
              <p:cNvSpPr txBox="1"/>
              <p:nvPr/>
            </p:nvSpPr>
            <p:spPr>
              <a:xfrm>
                <a:off x="13201439" y="5217249"/>
                <a:ext cx="1183776" cy="235898"/>
              </a:xfrm>
              <a:prstGeom prst="rect">
                <a:avLst/>
              </a:prstGeom>
              <a:noFill/>
            </p:spPr>
            <p:txBody>
              <a:bodyPr wrap="square" rtlCol="0">
                <a:spAutoFit/>
              </a:bodyPr>
              <a:lstStyle/>
              <a:p>
                <a:r>
                  <a:rPr lang="en-US" sz="933">
                    <a:latin typeface="Calibri" panose="020F0502020204030204" pitchFamily="34" charset="0"/>
                    <a:cs typeface="Calibri" panose="020F0502020204030204" pitchFamily="34" charset="0"/>
                  </a:rPr>
                  <a:t>Global Ad Board</a:t>
                </a:r>
                <a:endParaRPr lang="en-GB" sz="933">
                  <a:latin typeface="Calibri" panose="020F0502020204030204" pitchFamily="34" charset="0"/>
                  <a:cs typeface="Calibri" panose="020F0502020204030204" pitchFamily="34" charset="0"/>
                </a:endParaRPr>
              </a:p>
            </p:txBody>
          </p:sp>
          <p:pic>
            <p:nvPicPr>
              <p:cNvPr id="18" name="Picture 37">
                <a:extLst>
                  <a:ext uri="{FF2B5EF4-FFF2-40B4-BE49-F238E27FC236}">
                    <a16:creationId xmlns:a16="http://schemas.microsoft.com/office/drawing/2014/main" id="{BD918A15-A47B-F5E0-2D03-F7A98B62CC0D}"/>
                  </a:ext>
                </a:extLst>
              </p:cNvPr>
              <p:cNvPicPr>
                <a:picLocks noChangeAspect="1"/>
              </p:cNvPicPr>
              <p:nvPr/>
            </p:nvPicPr>
            <p:blipFill>
              <a:blip r:embed="rId6"/>
              <a:stretch>
                <a:fillRect/>
              </a:stretch>
            </p:blipFill>
            <p:spPr>
              <a:xfrm>
                <a:off x="12892824" y="5165740"/>
                <a:ext cx="308615" cy="324441"/>
              </a:xfrm>
              <a:prstGeom prst="rect">
                <a:avLst/>
              </a:prstGeom>
            </p:spPr>
          </p:pic>
        </p:grpSp>
      </p:grpSp>
      <p:grpSp>
        <p:nvGrpSpPr>
          <p:cNvPr id="72" name="组合 71">
            <a:extLst>
              <a:ext uri="{FF2B5EF4-FFF2-40B4-BE49-F238E27FC236}">
                <a16:creationId xmlns:a16="http://schemas.microsoft.com/office/drawing/2014/main" id="{9B3F0BB0-97ED-AD42-11D7-15B9E6CB235C}"/>
              </a:ext>
            </a:extLst>
          </p:cNvPr>
          <p:cNvGrpSpPr/>
          <p:nvPr/>
        </p:nvGrpSpPr>
        <p:grpSpPr>
          <a:xfrm>
            <a:off x="6173152" y="1592004"/>
            <a:ext cx="1709314" cy="427765"/>
            <a:chOff x="12476046" y="4297350"/>
            <a:chExt cx="1709314" cy="427765"/>
          </a:xfrm>
        </p:grpSpPr>
        <p:pic>
          <p:nvPicPr>
            <p:cNvPr id="73" name="Picture 37">
              <a:extLst>
                <a:ext uri="{FF2B5EF4-FFF2-40B4-BE49-F238E27FC236}">
                  <a16:creationId xmlns:a16="http://schemas.microsoft.com/office/drawing/2014/main" id="{C1118089-40B5-A395-068F-D3A908D952B7}"/>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foregroundMark x1="60256" y1="70732" x2="60256" y2="70732"/>
                          <a14:foregroundMark x1="48718" y1="59756" x2="48718" y2="59756"/>
                          <a14:foregroundMark x1="71795" y1="86585" x2="71795" y2="86585"/>
                          <a14:foregroundMark x1="37179" y1="86585" x2="37179" y2="86585"/>
                        </a14:backgroundRemoval>
                      </a14:imgEffect>
                    </a14:imgLayer>
                  </a14:imgProps>
                </a:ext>
              </a:extLst>
            </a:blip>
            <a:stretch>
              <a:fillRect/>
            </a:stretch>
          </p:blipFill>
          <p:spPr>
            <a:xfrm>
              <a:off x="13433762" y="4349010"/>
              <a:ext cx="308615" cy="324441"/>
            </a:xfrm>
            <a:prstGeom prst="rect">
              <a:avLst/>
            </a:prstGeom>
          </p:spPr>
        </p:pic>
        <p:pic>
          <p:nvPicPr>
            <p:cNvPr id="74" name="Graphic 39" descr="Users">
              <a:extLst>
                <a:ext uri="{FF2B5EF4-FFF2-40B4-BE49-F238E27FC236}">
                  <a16:creationId xmlns:a16="http://schemas.microsoft.com/office/drawing/2014/main" id="{D1324224-DD12-9EBF-93B2-2D2C80D4BE0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82186" y="4297350"/>
              <a:ext cx="427765" cy="427765"/>
            </a:xfrm>
            <a:prstGeom prst="rect">
              <a:avLst/>
            </a:prstGeom>
          </p:spPr>
        </p:pic>
        <p:pic>
          <p:nvPicPr>
            <p:cNvPr id="75" name="Picture 29">
              <a:extLst>
                <a:ext uri="{FF2B5EF4-FFF2-40B4-BE49-F238E27FC236}">
                  <a16:creationId xmlns:a16="http://schemas.microsoft.com/office/drawing/2014/main" id="{DF60BE04-F38F-32BC-4ACB-9FF00FC41F21}"/>
                </a:ext>
              </a:extLst>
            </p:cNvPr>
            <p:cNvPicPr>
              <a:picLocks noChangeAspect="1"/>
            </p:cNvPicPr>
            <p:nvPr/>
          </p:nvPicPr>
          <p:blipFill>
            <a:blip r:embed="rId3"/>
            <a:stretch>
              <a:fillRect/>
            </a:stretch>
          </p:blipFill>
          <p:spPr>
            <a:xfrm>
              <a:off x="13913819" y="4381774"/>
              <a:ext cx="271541" cy="258911"/>
            </a:xfrm>
            <a:prstGeom prst="rect">
              <a:avLst/>
            </a:prstGeom>
          </p:spPr>
        </p:pic>
        <p:pic>
          <p:nvPicPr>
            <p:cNvPr id="76" name="Graphic 34" descr="Medicine">
              <a:extLst>
                <a:ext uri="{FF2B5EF4-FFF2-40B4-BE49-F238E27FC236}">
                  <a16:creationId xmlns:a16="http://schemas.microsoft.com/office/drawing/2014/main" id="{47C0EA69-4B59-7EF7-AEB3-8D9B16EC8E4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76046" y="4364320"/>
              <a:ext cx="316169" cy="293825"/>
            </a:xfrm>
            <a:prstGeom prst="rect">
              <a:avLst/>
            </a:prstGeom>
          </p:spPr>
        </p:pic>
      </p:grpSp>
      <p:grpSp>
        <p:nvGrpSpPr>
          <p:cNvPr id="82" name="组合 81">
            <a:extLst>
              <a:ext uri="{FF2B5EF4-FFF2-40B4-BE49-F238E27FC236}">
                <a16:creationId xmlns:a16="http://schemas.microsoft.com/office/drawing/2014/main" id="{0F98F7DB-2A4F-BAA9-F204-D60155D6904F}"/>
              </a:ext>
            </a:extLst>
          </p:cNvPr>
          <p:cNvGrpSpPr/>
          <p:nvPr/>
        </p:nvGrpSpPr>
        <p:grpSpPr>
          <a:xfrm>
            <a:off x="6173152" y="1908840"/>
            <a:ext cx="1709314" cy="427765"/>
            <a:chOff x="12476046" y="4297350"/>
            <a:chExt cx="1709314" cy="427765"/>
          </a:xfrm>
        </p:grpSpPr>
        <p:pic>
          <p:nvPicPr>
            <p:cNvPr id="84" name="Graphic 39" descr="Users">
              <a:extLst>
                <a:ext uri="{FF2B5EF4-FFF2-40B4-BE49-F238E27FC236}">
                  <a16:creationId xmlns:a16="http://schemas.microsoft.com/office/drawing/2014/main" id="{0A5F8FC5-2226-2C46-8647-1B2A5143A05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82186" y="4297350"/>
              <a:ext cx="427765" cy="427765"/>
            </a:xfrm>
            <a:prstGeom prst="rect">
              <a:avLst/>
            </a:prstGeom>
          </p:spPr>
        </p:pic>
        <p:pic>
          <p:nvPicPr>
            <p:cNvPr id="85" name="Picture 29">
              <a:extLst>
                <a:ext uri="{FF2B5EF4-FFF2-40B4-BE49-F238E27FC236}">
                  <a16:creationId xmlns:a16="http://schemas.microsoft.com/office/drawing/2014/main" id="{997544E0-57F5-7863-1FD9-3F6EDF357596}"/>
                </a:ext>
              </a:extLst>
            </p:cNvPr>
            <p:cNvPicPr>
              <a:picLocks noChangeAspect="1"/>
            </p:cNvPicPr>
            <p:nvPr/>
          </p:nvPicPr>
          <p:blipFill>
            <a:blip r:embed="rId3"/>
            <a:stretch>
              <a:fillRect/>
            </a:stretch>
          </p:blipFill>
          <p:spPr>
            <a:xfrm>
              <a:off x="13913819" y="4381774"/>
              <a:ext cx="271541" cy="258911"/>
            </a:xfrm>
            <a:prstGeom prst="rect">
              <a:avLst/>
            </a:prstGeom>
          </p:spPr>
        </p:pic>
        <p:pic>
          <p:nvPicPr>
            <p:cNvPr id="86" name="Graphic 34" descr="Medicine">
              <a:extLst>
                <a:ext uri="{FF2B5EF4-FFF2-40B4-BE49-F238E27FC236}">
                  <a16:creationId xmlns:a16="http://schemas.microsoft.com/office/drawing/2014/main" id="{0AF73D6F-2B04-7AAD-746C-48F3065999F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76046" y="4364320"/>
              <a:ext cx="316169" cy="293825"/>
            </a:xfrm>
            <a:prstGeom prst="rect">
              <a:avLst/>
            </a:prstGeom>
          </p:spPr>
        </p:pic>
      </p:grpSp>
      <p:grpSp>
        <p:nvGrpSpPr>
          <p:cNvPr id="87" name="组合 86">
            <a:extLst>
              <a:ext uri="{FF2B5EF4-FFF2-40B4-BE49-F238E27FC236}">
                <a16:creationId xmlns:a16="http://schemas.microsoft.com/office/drawing/2014/main" id="{95EB9E69-FF1A-9567-6B12-6A7AEC61563F}"/>
              </a:ext>
            </a:extLst>
          </p:cNvPr>
          <p:cNvGrpSpPr/>
          <p:nvPr/>
        </p:nvGrpSpPr>
        <p:grpSpPr>
          <a:xfrm>
            <a:off x="6579292" y="3493020"/>
            <a:ext cx="1303174" cy="427765"/>
            <a:chOff x="12882186" y="4297350"/>
            <a:chExt cx="1303174" cy="427765"/>
          </a:xfrm>
        </p:grpSpPr>
        <p:pic>
          <p:nvPicPr>
            <p:cNvPr id="89" name="Graphic 39" descr="Users">
              <a:extLst>
                <a:ext uri="{FF2B5EF4-FFF2-40B4-BE49-F238E27FC236}">
                  <a16:creationId xmlns:a16="http://schemas.microsoft.com/office/drawing/2014/main" id="{ABEE3023-DB6E-2B13-1D73-EDC6F14E6768}"/>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82186" y="4297350"/>
              <a:ext cx="427765" cy="427765"/>
            </a:xfrm>
            <a:prstGeom prst="rect">
              <a:avLst/>
            </a:prstGeom>
          </p:spPr>
        </p:pic>
        <p:pic>
          <p:nvPicPr>
            <p:cNvPr id="90" name="Picture 29">
              <a:extLst>
                <a:ext uri="{FF2B5EF4-FFF2-40B4-BE49-F238E27FC236}">
                  <a16:creationId xmlns:a16="http://schemas.microsoft.com/office/drawing/2014/main" id="{5AEADC90-6B9A-7C09-FFE6-CEEC7D0BAAED}"/>
                </a:ext>
              </a:extLst>
            </p:cNvPr>
            <p:cNvPicPr>
              <a:picLocks noChangeAspect="1"/>
            </p:cNvPicPr>
            <p:nvPr/>
          </p:nvPicPr>
          <p:blipFill>
            <a:blip r:embed="rId3"/>
            <a:stretch>
              <a:fillRect/>
            </a:stretch>
          </p:blipFill>
          <p:spPr>
            <a:xfrm>
              <a:off x="13913819" y="4381774"/>
              <a:ext cx="271541" cy="258911"/>
            </a:xfrm>
            <a:prstGeom prst="rect">
              <a:avLst/>
            </a:prstGeom>
          </p:spPr>
        </p:pic>
      </p:grpSp>
      <p:grpSp>
        <p:nvGrpSpPr>
          <p:cNvPr id="92" name="组合 91">
            <a:extLst>
              <a:ext uri="{FF2B5EF4-FFF2-40B4-BE49-F238E27FC236}">
                <a16:creationId xmlns:a16="http://schemas.microsoft.com/office/drawing/2014/main" id="{5E2A491A-14F5-536B-720C-9CBB1A7389DC}"/>
              </a:ext>
            </a:extLst>
          </p:cNvPr>
          <p:cNvGrpSpPr/>
          <p:nvPr/>
        </p:nvGrpSpPr>
        <p:grpSpPr>
          <a:xfrm>
            <a:off x="6585427" y="2225676"/>
            <a:ext cx="860191" cy="427765"/>
            <a:chOff x="12882186" y="4297350"/>
            <a:chExt cx="860191" cy="427765"/>
          </a:xfrm>
        </p:grpSpPr>
        <p:pic>
          <p:nvPicPr>
            <p:cNvPr id="93" name="Picture 37">
              <a:extLst>
                <a:ext uri="{FF2B5EF4-FFF2-40B4-BE49-F238E27FC236}">
                  <a16:creationId xmlns:a16="http://schemas.microsoft.com/office/drawing/2014/main" id="{A9923FD2-793A-2DCA-42B9-77D7DD48B9F9}"/>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foregroundMark x1="60256" y1="70732" x2="60256" y2="70732"/>
                          <a14:foregroundMark x1="48718" y1="59756" x2="48718" y2="59756"/>
                          <a14:foregroundMark x1="71795" y1="86585" x2="71795" y2="86585"/>
                          <a14:foregroundMark x1="37179" y1="86585" x2="37179" y2="86585"/>
                        </a14:backgroundRemoval>
                      </a14:imgEffect>
                    </a14:imgLayer>
                  </a14:imgProps>
                </a:ext>
              </a:extLst>
            </a:blip>
            <a:stretch>
              <a:fillRect/>
            </a:stretch>
          </p:blipFill>
          <p:spPr>
            <a:xfrm>
              <a:off x="13433762" y="4349010"/>
              <a:ext cx="308615" cy="324441"/>
            </a:xfrm>
            <a:prstGeom prst="rect">
              <a:avLst/>
            </a:prstGeom>
          </p:spPr>
        </p:pic>
        <p:pic>
          <p:nvPicPr>
            <p:cNvPr id="94" name="Graphic 39" descr="Users">
              <a:extLst>
                <a:ext uri="{FF2B5EF4-FFF2-40B4-BE49-F238E27FC236}">
                  <a16:creationId xmlns:a16="http://schemas.microsoft.com/office/drawing/2014/main" id="{EAF56160-4153-06E5-7D55-CFBCB3D56B21}"/>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82186" y="4297350"/>
              <a:ext cx="427765" cy="427765"/>
            </a:xfrm>
            <a:prstGeom prst="rect">
              <a:avLst/>
            </a:prstGeom>
          </p:spPr>
        </p:pic>
      </p:grpSp>
      <p:grpSp>
        <p:nvGrpSpPr>
          <p:cNvPr id="97" name="组合 96">
            <a:extLst>
              <a:ext uri="{FF2B5EF4-FFF2-40B4-BE49-F238E27FC236}">
                <a16:creationId xmlns:a16="http://schemas.microsoft.com/office/drawing/2014/main" id="{337259B2-5F94-AAA3-B881-A773DEA79D0F}"/>
              </a:ext>
            </a:extLst>
          </p:cNvPr>
          <p:cNvGrpSpPr/>
          <p:nvPr/>
        </p:nvGrpSpPr>
        <p:grpSpPr>
          <a:xfrm>
            <a:off x="6571233" y="3176184"/>
            <a:ext cx="860191" cy="427765"/>
            <a:chOff x="12882186" y="4297350"/>
            <a:chExt cx="860191" cy="427765"/>
          </a:xfrm>
        </p:grpSpPr>
        <p:pic>
          <p:nvPicPr>
            <p:cNvPr id="98" name="Picture 37">
              <a:extLst>
                <a:ext uri="{FF2B5EF4-FFF2-40B4-BE49-F238E27FC236}">
                  <a16:creationId xmlns:a16="http://schemas.microsoft.com/office/drawing/2014/main" id="{B9110750-7B5D-8EE7-660B-8F1F02037D33}"/>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foregroundMark x1="60256" y1="70732" x2="60256" y2="70732"/>
                          <a14:foregroundMark x1="48718" y1="59756" x2="48718" y2="59756"/>
                          <a14:foregroundMark x1="71795" y1="86585" x2="71795" y2="86585"/>
                          <a14:foregroundMark x1="37179" y1="86585" x2="37179" y2="86585"/>
                        </a14:backgroundRemoval>
                      </a14:imgEffect>
                    </a14:imgLayer>
                  </a14:imgProps>
                </a:ext>
              </a:extLst>
            </a:blip>
            <a:stretch>
              <a:fillRect/>
            </a:stretch>
          </p:blipFill>
          <p:spPr>
            <a:xfrm>
              <a:off x="13433762" y="4349010"/>
              <a:ext cx="308615" cy="324441"/>
            </a:xfrm>
            <a:prstGeom prst="rect">
              <a:avLst/>
            </a:prstGeom>
          </p:spPr>
        </p:pic>
        <p:pic>
          <p:nvPicPr>
            <p:cNvPr id="99" name="Graphic 39" descr="Users">
              <a:extLst>
                <a:ext uri="{FF2B5EF4-FFF2-40B4-BE49-F238E27FC236}">
                  <a16:creationId xmlns:a16="http://schemas.microsoft.com/office/drawing/2014/main" id="{FCC7C135-C1E8-636D-51CF-B2203B6243D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82186" y="4297350"/>
              <a:ext cx="427765" cy="427765"/>
            </a:xfrm>
            <a:prstGeom prst="rect">
              <a:avLst/>
            </a:prstGeom>
          </p:spPr>
        </p:pic>
      </p:grpSp>
      <p:grpSp>
        <p:nvGrpSpPr>
          <p:cNvPr id="102" name="组合 101">
            <a:extLst>
              <a:ext uri="{FF2B5EF4-FFF2-40B4-BE49-F238E27FC236}">
                <a16:creationId xmlns:a16="http://schemas.microsoft.com/office/drawing/2014/main" id="{F070A94D-EEAA-E4BC-132A-7546F62C63AB}"/>
              </a:ext>
            </a:extLst>
          </p:cNvPr>
          <p:cNvGrpSpPr/>
          <p:nvPr/>
        </p:nvGrpSpPr>
        <p:grpSpPr>
          <a:xfrm>
            <a:off x="6183938" y="4126692"/>
            <a:ext cx="1709314" cy="427765"/>
            <a:chOff x="12476046" y="4297350"/>
            <a:chExt cx="1709314" cy="427765"/>
          </a:xfrm>
        </p:grpSpPr>
        <p:pic>
          <p:nvPicPr>
            <p:cNvPr id="104" name="Graphic 39" descr="Users">
              <a:extLst>
                <a:ext uri="{FF2B5EF4-FFF2-40B4-BE49-F238E27FC236}">
                  <a16:creationId xmlns:a16="http://schemas.microsoft.com/office/drawing/2014/main" id="{F705CAA7-020D-8AD2-0368-FA6F810899F8}"/>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82186" y="4297350"/>
              <a:ext cx="427765" cy="427765"/>
            </a:xfrm>
            <a:prstGeom prst="rect">
              <a:avLst/>
            </a:prstGeom>
          </p:spPr>
        </p:pic>
        <p:pic>
          <p:nvPicPr>
            <p:cNvPr id="105" name="Picture 29">
              <a:extLst>
                <a:ext uri="{FF2B5EF4-FFF2-40B4-BE49-F238E27FC236}">
                  <a16:creationId xmlns:a16="http://schemas.microsoft.com/office/drawing/2014/main" id="{B3445699-500F-2AB2-463E-CB8EE9B57871}"/>
                </a:ext>
              </a:extLst>
            </p:cNvPr>
            <p:cNvPicPr>
              <a:picLocks noChangeAspect="1"/>
            </p:cNvPicPr>
            <p:nvPr/>
          </p:nvPicPr>
          <p:blipFill>
            <a:blip r:embed="rId3"/>
            <a:stretch>
              <a:fillRect/>
            </a:stretch>
          </p:blipFill>
          <p:spPr>
            <a:xfrm>
              <a:off x="13913819" y="4381774"/>
              <a:ext cx="271541" cy="258911"/>
            </a:xfrm>
            <a:prstGeom prst="rect">
              <a:avLst/>
            </a:prstGeom>
          </p:spPr>
        </p:pic>
        <p:pic>
          <p:nvPicPr>
            <p:cNvPr id="106" name="Graphic 34" descr="Medicine">
              <a:extLst>
                <a:ext uri="{FF2B5EF4-FFF2-40B4-BE49-F238E27FC236}">
                  <a16:creationId xmlns:a16="http://schemas.microsoft.com/office/drawing/2014/main" id="{103992FF-4941-1364-C3E0-BA905DBEDDA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76046" y="4364320"/>
              <a:ext cx="316169" cy="293825"/>
            </a:xfrm>
            <a:prstGeom prst="rect">
              <a:avLst/>
            </a:prstGeom>
          </p:spPr>
        </p:pic>
      </p:grpSp>
      <p:grpSp>
        <p:nvGrpSpPr>
          <p:cNvPr id="107" name="组合 106">
            <a:extLst>
              <a:ext uri="{FF2B5EF4-FFF2-40B4-BE49-F238E27FC236}">
                <a16:creationId xmlns:a16="http://schemas.microsoft.com/office/drawing/2014/main" id="{F0055608-844D-D52B-94D5-E2B8CD1CD943}"/>
              </a:ext>
            </a:extLst>
          </p:cNvPr>
          <p:cNvGrpSpPr/>
          <p:nvPr/>
        </p:nvGrpSpPr>
        <p:grpSpPr>
          <a:xfrm>
            <a:off x="6579292" y="2859348"/>
            <a:ext cx="1303174" cy="427765"/>
            <a:chOff x="12882186" y="4297350"/>
            <a:chExt cx="1303174" cy="427765"/>
          </a:xfrm>
        </p:grpSpPr>
        <p:pic>
          <p:nvPicPr>
            <p:cNvPr id="108" name="Picture 37">
              <a:extLst>
                <a:ext uri="{FF2B5EF4-FFF2-40B4-BE49-F238E27FC236}">
                  <a16:creationId xmlns:a16="http://schemas.microsoft.com/office/drawing/2014/main" id="{E0CE2EAE-3792-D16B-FC39-DDA3E4635B00}"/>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foregroundMark x1="60256" y1="70732" x2="60256" y2="70732"/>
                          <a14:foregroundMark x1="48718" y1="59756" x2="48718" y2="59756"/>
                          <a14:foregroundMark x1="71795" y1="86585" x2="71795" y2="86585"/>
                          <a14:foregroundMark x1="37179" y1="86585" x2="37179" y2="86585"/>
                        </a14:backgroundRemoval>
                      </a14:imgEffect>
                    </a14:imgLayer>
                  </a14:imgProps>
                </a:ext>
              </a:extLst>
            </a:blip>
            <a:stretch>
              <a:fillRect/>
            </a:stretch>
          </p:blipFill>
          <p:spPr>
            <a:xfrm>
              <a:off x="13433762" y="4349010"/>
              <a:ext cx="308615" cy="324441"/>
            </a:xfrm>
            <a:prstGeom prst="rect">
              <a:avLst/>
            </a:prstGeom>
          </p:spPr>
        </p:pic>
        <p:pic>
          <p:nvPicPr>
            <p:cNvPr id="109" name="Graphic 39" descr="Users">
              <a:extLst>
                <a:ext uri="{FF2B5EF4-FFF2-40B4-BE49-F238E27FC236}">
                  <a16:creationId xmlns:a16="http://schemas.microsoft.com/office/drawing/2014/main" id="{B4D6C49A-0292-81A2-528A-0633CABF3ABE}"/>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82186" y="4297350"/>
              <a:ext cx="427765" cy="427765"/>
            </a:xfrm>
            <a:prstGeom prst="rect">
              <a:avLst/>
            </a:prstGeom>
          </p:spPr>
        </p:pic>
        <p:pic>
          <p:nvPicPr>
            <p:cNvPr id="110" name="Picture 29">
              <a:extLst>
                <a:ext uri="{FF2B5EF4-FFF2-40B4-BE49-F238E27FC236}">
                  <a16:creationId xmlns:a16="http://schemas.microsoft.com/office/drawing/2014/main" id="{266B2586-24A6-D558-4356-355D3CFE9322}"/>
                </a:ext>
              </a:extLst>
            </p:cNvPr>
            <p:cNvPicPr>
              <a:picLocks noChangeAspect="1"/>
            </p:cNvPicPr>
            <p:nvPr/>
          </p:nvPicPr>
          <p:blipFill>
            <a:blip r:embed="rId3"/>
            <a:stretch>
              <a:fillRect/>
            </a:stretch>
          </p:blipFill>
          <p:spPr>
            <a:xfrm>
              <a:off x="13913819" y="4381774"/>
              <a:ext cx="271541" cy="258911"/>
            </a:xfrm>
            <a:prstGeom prst="rect">
              <a:avLst/>
            </a:prstGeom>
          </p:spPr>
        </p:pic>
      </p:grpSp>
      <p:grpSp>
        <p:nvGrpSpPr>
          <p:cNvPr id="117" name="组合 116">
            <a:extLst>
              <a:ext uri="{FF2B5EF4-FFF2-40B4-BE49-F238E27FC236}">
                <a16:creationId xmlns:a16="http://schemas.microsoft.com/office/drawing/2014/main" id="{FB180E9F-22E5-27F7-FF21-2E6AB6D4DE24}"/>
              </a:ext>
            </a:extLst>
          </p:cNvPr>
          <p:cNvGrpSpPr/>
          <p:nvPr/>
        </p:nvGrpSpPr>
        <p:grpSpPr>
          <a:xfrm>
            <a:off x="6579292" y="4443528"/>
            <a:ext cx="1303174" cy="427765"/>
            <a:chOff x="12882186" y="4297350"/>
            <a:chExt cx="1303174" cy="427765"/>
          </a:xfrm>
        </p:grpSpPr>
        <p:pic>
          <p:nvPicPr>
            <p:cNvPr id="118" name="Graphic 39" descr="Users">
              <a:extLst>
                <a:ext uri="{FF2B5EF4-FFF2-40B4-BE49-F238E27FC236}">
                  <a16:creationId xmlns:a16="http://schemas.microsoft.com/office/drawing/2014/main" id="{4357DB68-BEE1-3303-BFD5-413120A9DEB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82186" y="4297350"/>
              <a:ext cx="427765" cy="427765"/>
            </a:xfrm>
            <a:prstGeom prst="rect">
              <a:avLst/>
            </a:prstGeom>
          </p:spPr>
        </p:pic>
        <p:pic>
          <p:nvPicPr>
            <p:cNvPr id="119" name="Picture 29">
              <a:extLst>
                <a:ext uri="{FF2B5EF4-FFF2-40B4-BE49-F238E27FC236}">
                  <a16:creationId xmlns:a16="http://schemas.microsoft.com/office/drawing/2014/main" id="{B234DA16-63AD-E3C1-D011-A2938BA8F04F}"/>
                </a:ext>
              </a:extLst>
            </p:cNvPr>
            <p:cNvPicPr>
              <a:picLocks noChangeAspect="1"/>
            </p:cNvPicPr>
            <p:nvPr/>
          </p:nvPicPr>
          <p:blipFill>
            <a:blip r:embed="rId3"/>
            <a:stretch>
              <a:fillRect/>
            </a:stretch>
          </p:blipFill>
          <p:spPr>
            <a:xfrm>
              <a:off x="13913819" y="4381774"/>
              <a:ext cx="271541" cy="258911"/>
            </a:xfrm>
            <a:prstGeom prst="rect">
              <a:avLst/>
            </a:prstGeom>
          </p:spPr>
        </p:pic>
      </p:grpSp>
      <p:grpSp>
        <p:nvGrpSpPr>
          <p:cNvPr id="120" name="组合 119">
            <a:extLst>
              <a:ext uri="{FF2B5EF4-FFF2-40B4-BE49-F238E27FC236}">
                <a16:creationId xmlns:a16="http://schemas.microsoft.com/office/drawing/2014/main" id="{27145C88-BF9D-2FC0-8F65-1DB6291BEEA6}"/>
              </a:ext>
            </a:extLst>
          </p:cNvPr>
          <p:cNvGrpSpPr/>
          <p:nvPr/>
        </p:nvGrpSpPr>
        <p:grpSpPr>
          <a:xfrm>
            <a:off x="6579292" y="4760364"/>
            <a:ext cx="1303174" cy="427765"/>
            <a:chOff x="12882186" y="4297350"/>
            <a:chExt cx="1303174" cy="427765"/>
          </a:xfrm>
        </p:grpSpPr>
        <p:pic>
          <p:nvPicPr>
            <p:cNvPr id="121" name="Graphic 39" descr="Users">
              <a:extLst>
                <a:ext uri="{FF2B5EF4-FFF2-40B4-BE49-F238E27FC236}">
                  <a16:creationId xmlns:a16="http://schemas.microsoft.com/office/drawing/2014/main" id="{304F9CB9-AD2A-0D70-3367-C242805C9E9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82186" y="4297350"/>
              <a:ext cx="427765" cy="427765"/>
            </a:xfrm>
            <a:prstGeom prst="rect">
              <a:avLst/>
            </a:prstGeom>
          </p:spPr>
        </p:pic>
        <p:pic>
          <p:nvPicPr>
            <p:cNvPr id="122" name="Picture 29">
              <a:extLst>
                <a:ext uri="{FF2B5EF4-FFF2-40B4-BE49-F238E27FC236}">
                  <a16:creationId xmlns:a16="http://schemas.microsoft.com/office/drawing/2014/main" id="{944598E8-098B-D88E-BEE1-F9CCECB07356}"/>
                </a:ext>
              </a:extLst>
            </p:cNvPr>
            <p:cNvPicPr>
              <a:picLocks noChangeAspect="1"/>
            </p:cNvPicPr>
            <p:nvPr/>
          </p:nvPicPr>
          <p:blipFill>
            <a:blip r:embed="rId3"/>
            <a:stretch>
              <a:fillRect/>
            </a:stretch>
          </p:blipFill>
          <p:spPr>
            <a:xfrm>
              <a:off x="13913819" y="4381774"/>
              <a:ext cx="271541" cy="258911"/>
            </a:xfrm>
            <a:prstGeom prst="rect">
              <a:avLst/>
            </a:prstGeom>
          </p:spPr>
        </p:pic>
      </p:grpSp>
      <p:grpSp>
        <p:nvGrpSpPr>
          <p:cNvPr id="123" name="组合 122">
            <a:extLst>
              <a:ext uri="{FF2B5EF4-FFF2-40B4-BE49-F238E27FC236}">
                <a16:creationId xmlns:a16="http://schemas.microsoft.com/office/drawing/2014/main" id="{9BFAD51B-60D6-5EF7-56D1-0D5C572AE2AD}"/>
              </a:ext>
            </a:extLst>
          </p:cNvPr>
          <p:cNvGrpSpPr/>
          <p:nvPr/>
        </p:nvGrpSpPr>
        <p:grpSpPr>
          <a:xfrm>
            <a:off x="6579292" y="5077200"/>
            <a:ext cx="1303174" cy="427765"/>
            <a:chOff x="12882186" y="4297350"/>
            <a:chExt cx="1303174" cy="427765"/>
          </a:xfrm>
        </p:grpSpPr>
        <p:pic>
          <p:nvPicPr>
            <p:cNvPr id="124" name="Graphic 39" descr="Users">
              <a:extLst>
                <a:ext uri="{FF2B5EF4-FFF2-40B4-BE49-F238E27FC236}">
                  <a16:creationId xmlns:a16="http://schemas.microsoft.com/office/drawing/2014/main" id="{C37D53F0-13BA-F4FC-7E05-B8391AEF0245}"/>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82186" y="4297350"/>
              <a:ext cx="427765" cy="427765"/>
            </a:xfrm>
            <a:prstGeom prst="rect">
              <a:avLst/>
            </a:prstGeom>
          </p:spPr>
        </p:pic>
        <p:pic>
          <p:nvPicPr>
            <p:cNvPr id="125" name="Picture 29">
              <a:extLst>
                <a:ext uri="{FF2B5EF4-FFF2-40B4-BE49-F238E27FC236}">
                  <a16:creationId xmlns:a16="http://schemas.microsoft.com/office/drawing/2014/main" id="{6F77C893-DDFD-45FE-7B81-14A15DF2541D}"/>
                </a:ext>
              </a:extLst>
            </p:cNvPr>
            <p:cNvPicPr>
              <a:picLocks noChangeAspect="1"/>
            </p:cNvPicPr>
            <p:nvPr/>
          </p:nvPicPr>
          <p:blipFill>
            <a:blip r:embed="rId3"/>
            <a:stretch>
              <a:fillRect/>
            </a:stretch>
          </p:blipFill>
          <p:spPr>
            <a:xfrm>
              <a:off x="13913819" y="4381774"/>
              <a:ext cx="271541" cy="258911"/>
            </a:xfrm>
            <a:prstGeom prst="rect">
              <a:avLst/>
            </a:prstGeom>
          </p:spPr>
        </p:pic>
      </p:grpSp>
      <p:grpSp>
        <p:nvGrpSpPr>
          <p:cNvPr id="129" name="组合 128">
            <a:extLst>
              <a:ext uri="{FF2B5EF4-FFF2-40B4-BE49-F238E27FC236}">
                <a16:creationId xmlns:a16="http://schemas.microsoft.com/office/drawing/2014/main" id="{5CC86177-75B6-5FC7-7E44-D7DD85AB4C58}"/>
              </a:ext>
            </a:extLst>
          </p:cNvPr>
          <p:cNvGrpSpPr/>
          <p:nvPr/>
        </p:nvGrpSpPr>
        <p:grpSpPr>
          <a:xfrm>
            <a:off x="6579292" y="3809856"/>
            <a:ext cx="1303174" cy="427765"/>
            <a:chOff x="12882186" y="4297350"/>
            <a:chExt cx="1303174" cy="427765"/>
          </a:xfrm>
        </p:grpSpPr>
        <p:pic>
          <p:nvPicPr>
            <p:cNvPr id="130" name="Graphic 39" descr="Users">
              <a:extLst>
                <a:ext uri="{FF2B5EF4-FFF2-40B4-BE49-F238E27FC236}">
                  <a16:creationId xmlns:a16="http://schemas.microsoft.com/office/drawing/2014/main" id="{DAD65623-AD49-0E9F-65EC-DD4432DC907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82186" y="4297350"/>
              <a:ext cx="427765" cy="427765"/>
            </a:xfrm>
            <a:prstGeom prst="rect">
              <a:avLst/>
            </a:prstGeom>
          </p:spPr>
        </p:pic>
        <p:pic>
          <p:nvPicPr>
            <p:cNvPr id="131" name="Picture 29">
              <a:extLst>
                <a:ext uri="{FF2B5EF4-FFF2-40B4-BE49-F238E27FC236}">
                  <a16:creationId xmlns:a16="http://schemas.microsoft.com/office/drawing/2014/main" id="{8053A688-7E5D-EF4E-ED00-C7173435D04F}"/>
                </a:ext>
              </a:extLst>
            </p:cNvPr>
            <p:cNvPicPr>
              <a:picLocks noChangeAspect="1"/>
            </p:cNvPicPr>
            <p:nvPr/>
          </p:nvPicPr>
          <p:blipFill>
            <a:blip r:embed="rId3"/>
            <a:stretch>
              <a:fillRect/>
            </a:stretch>
          </p:blipFill>
          <p:spPr>
            <a:xfrm>
              <a:off x="13913819" y="4381774"/>
              <a:ext cx="271541" cy="258911"/>
            </a:xfrm>
            <a:prstGeom prst="rect">
              <a:avLst/>
            </a:prstGeom>
          </p:spPr>
        </p:pic>
      </p:grpSp>
      <p:pic>
        <p:nvPicPr>
          <p:cNvPr id="133" name="Graphic 39" descr="Users">
            <a:extLst>
              <a:ext uri="{FF2B5EF4-FFF2-40B4-BE49-F238E27FC236}">
                <a16:creationId xmlns:a16="http://schemas.microsoft.com/office/drawing/2014/main" id="{875BA449-5FCF-0FF4-FC46-37CF3E64887C}"/>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86776" y="5710873"/>
            <a:ext cx="427765" cy="427765"/>
          </a:xfrm>
          <a:prstGeom prst="rect">
            <a:avLst/>
          </a:prstGeom>
        </p:spPr>
      </p:pic>
      <p:grpSp>
        <p:nvGrpSpPr>
          <p:cNvPr id="135" name="组合 134">
            <a:extLst>
              <a:ext uri="{FF2B5EF4-FFF2-40B4-BE49-F238E27FC236}">
                <a16:creationId xmlns:a16="http://schemas.microsoft.com/office/drawing/2014/main" id="{3B0E8640-D8E7-E91F-449E-3A659076B1B1}"/>
              </a:ext>
            </a:extLst>
          </p:cNvPr>
          <p:cNvGrpSpPr/>
          <p:nvPr/>
        </p:nvGrpSpPr>
        <p:grpSpPr>
          <a:xfrm>
            <a:off x="6579292" y="5394036"/>
            <a:ext cx="1303174" cy="427765"/>
            <a:chOff x="12882186" y="4297350"/>
            <a:chExt cx="1303174" cy="427765"/>
          </a:xfrm>
        </p:grpSpPr>
        <p:pic>
          <p:nvPicPr>
            <p:cNvPr id="136" name="Graphic 39" descr="Users">
              <a:extLst>
                <a:ext uri="{FF2B5EF4-FFF2-40B4-BE49-F238E27FC236}">
                  <a16:creationId xmlns:a16="http://schemas.microsoft.com/office/drawing/2014/main" id="{B5F979DC-BC46-1117-51BD-E72688BF8068}"/>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82186" y="4297350"/>
              <a:ext cx="427765" cy="427765"/>
            </a:xfrm>
            <a:prstGeom prst="rect">
              <a:avLst/>
            </a:prstGeom>
          </p:spPr>
        </p:pic>
        <p:pic>
          <p:nvPicPr>
            <p:cNvPr id="137" name="Picture 29">
              <a:extLst>
                <a:ext uri="{FF2B5EF4-FFF2-40B4-BE49-F238E27FC236}">
                  <a16:creationId xmlns:a16="http://schemas.microsoft.com/office/drawing/2014/main" id="{BC9D5D39-85CA-4970-8603-9DFF7DC6603C}"/>
                </a:ext>
              </a:extLst>
            </p:cNvPr>
            <p:cNvPicPr>
              <a:picLocks noChangeAspect="1"/>
            </p:cNvPicPr>
            <p:nvPr/>
          </p:nvPicPr>
          <p:blipFill>
            <a:blip r:embed="rId3"/>
            <a:stretch>
              <a:fillRect/>
            </a:stretch>
          </p:blipFill>
          <p:spPr>
            <a:xfrm>
              <a:off x="13913819" y="4381774"/>
              <a:ext cx="271541" cy="258911"/>
            </a:xfrm>
            <a:prstGeom prst="rect">
              <a:avLst/>
            </a:prstGeom>
          </p:spPr>
        </p:pic>
      </p:grpSp>
      <p:grpSp>
        <p:nvGrpSpPr>
          <p:cNvPr id="4" name="组合 3">
            <a:extLst>
              <a:ext uri="{FF2B5EF4-FFF2-40B4-BE49-F238E27FC236}">
                <a16:creationId xmlns:a16="http://schemas.microsoft.com/office/drawing/2014/main" id="{94610D80-DA4C-B5E8-9CCA-AB5A5B9831F7}"/>
              </a:ext>
            </a:extLst>
          </p:cNvPr>
          <p:cNvGrpSpPr/>
          <p:nvPr/>
        </p:nvGrpSpPr>
        <p:grpSpPr>
          <a:xfrm>
            <a:off x="6169611" y="2542512"/>
            <a:ext cx="855066" cy="427765"/>
            <a:chOff x="6219625" y="2865879"/>
            <a:chExt cx="855066" cy="427765"/>
          </a:xfrm>
        </p:grpSpPr>
        <p:pic>
          <p:nvPicPr>
            <p:cNvPr id="114" name="Graphic 39" descr="Users">
              <a:extLst>
                <a:ext uri="{FF2B5EF4-FFF2-40B4-BE49-F238E27FC236}">
                  <a16:creationId xmlns:a16="http://schemas.microsoft.com/office/drawing/2014/main" id="{4C44E740-3217-D4E3-2E4F-1C8844B263DD}"/>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6926" y="2865879"/>
              <a:ext cx="427765" cy="427765"/>
            </a:xfrm>
            <a:prstGeom prst="rect">
              <a:avLst/>
            </a:prstGeom>
          </p:spPr>
        </p:pic>
        <p:pic>
          <p:nvPicPr>
            <p:cNvPr id="138" name="Graphic 34" descr="Medicine">
              <a:extLst>
                <a:ext uri="{FF2B5EF4-FFF2-40B4-BE49-F238E27FC236}">
                  <a16:creationId xmlns:a16="http://schemas.microsoft.com/office/drawing/2014/main" id="{F44DF81E-CBBA-33C8-7BE4-B3AC6F6127D8}"/>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19625" y="2939761"/>
              <a:ext cx="316169" cy="293825"/>
            </a:xfrm>
            <a:prstGeom prst="rect">
              <a:avLst/>
            </a:prstGeom>
          </p:spPr>
        </p:pic>
      </p:grpSp>
      <p:grpSp>
        <p:nvGrpSpPr>
          <p:cNvPr id="3" name="组合 2">
            <a:extLst>
              <a:ext uri="{FF2B5EF4-FFF2-40B4-BE49-F238E27FC236}">
                <a16:creationId xmlns:a16="http://schemas.microsoft.com/office/drawing/2014/main" id="{2A737F75-C34C-5177-4E2A-A29C0D88E165}"/>
              </a:ext>
            </a:extLst>
          </p:cNvPr>
          <p:cNvGrpSpPr/>
          <p:nvPr/>
        </p:nvGrpSpPr>
        <p:grpSpPr>
          <a:xfrm>
            <a:off x="6173152" y="1275168"/>
            <a:ext cx="1709314" cy="427765"/>
            <a:chOff x="6219625" y="1601435"/>
            <a:chExt cx="1709314" cy="427765"/>
          </a:xfrm>
        </p:grpSpPr>
        <p:grpSp>
          <p:nvGrpSpPr>
            <p:cNvPr id="77" name="组合 76">
              <a:extLst>
                <a:ext uri="{FF2B5EF4-FFF2-40B4-BE49-F238E27FC236}">
                  <a16:creationId xmlns:a16="http://schemas.microsoft.com/office/drawing/2014/main" id="{D461F71F-B343-2D09-1F6D-5A9412E00B4F}"/>
                </a:ext>
              </a:extLst>
            </p:cNvPr>
            <p:cNvGrpSpPr/>
            <p:nvPr/>
          </p:nvGrpSpPr>
          <p:grpSpPr>
            <a:xfrm>
              <a:off x="6625765" y="1601435"/>
              <a:ext cx="1303174" cy="427765"/>
              <a:chOff x="12882186" y="4297350"/>
              <a:chExt cx="1303174" cy="427765"/>
            </a:xfrm>
          </p:grpSpPr>
          <p:pic>
            <p:nvPicPr>
              <p:cNvPr id="79" name="Graphic 39" descr="Users">
                <a:extLst>
                  <a:ext uri="{FF2B5EF4-FFF2-40B4-BE49-F238E27FC236}">
                    <a16:creationId xmlns:a16="http://schemas.microsoft.com/office/drawing/2014/main" id="{F6A3736D-4E06-5580-FD9C-0FB24110FEDE}"/>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82186" y="4297350"/>
                <a:ext cx="427765" cy="427765"/>
              </a:xfrm>
              <a:prstGeom prst="rect">
                <a:avLst/>
              </a:prstGeom>
            </p:spPr>
          </p:pic>
          <p:pic>
            <p:nvPicPr>
              <p:cNvPr id="80" name="Picture 29">
                <a:extLst>
                  <a:ext uri="{FF2B5EF4-FFF2-40B4-BE49-F238E27FC236}">
                    <a16:creationId xmlns:a16="http://schemas.microsoft.com/office/drawing/2014/main" id="{6D99FD52-6787-CD91-CF24-4C52F8A8F3B1}"/>
                  </a:ext>
                </a:extLst>
              </p:cNvPr>
              <p:cNvPicPr>
                <a:picLocks noChangeAspect="1"/>
              </p:cNvPicPr>
              <p:nvPr/>
            </p:nvPicPr>
            <p:blipFill>
              <a:blip r:embed="rId3"/>
              <a:stretch>
                <a:fillRect/>
              </a:stretch>
            </p:blipFill>
            <p:spPr>
              <a:xfrm>
                <a:off x="13913819" y="4381774"/>
                <a:ext cx="271541" cy="258911"/>
              </a:xfrm>
              <a:prstGeom prst="rect">
                <a:avLst/>
              </a:prstGeom>
            </p:spPr>
          </p:pic>
        </p:grpSp>
        <p:pic>
          <p:nvPicPr>
            <p:cNvPr id="139" name="Graphic 34" descr="Medicine">
              <a:extLst>
                <a:ext uri="{FF2B5EF4-FFF2-40B4-BE49-F238E27FC236}">
                  <a16:creationId xmlns:a16="http://schemas.microsoft.com/office/drawing/2014/main" id="{3A79DC98-36DC-955E-CF86-A66303CADFB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19625" y="1668401"/>
              <a:ext cx="316169" cy="293825"/>
            </a:xfrm>
            <a:prstGeom prst="rect">
              <a:avLst/>
            </a:prstGeom>
          </p:spPr>
        </p:pic>
      </p:grpSp>
      <p:sp>
        <p:nvSpPr>
          <p:cNvPr id="7" name="矩形: 圆角 6">
            <a:extLst>
              <a:ext uri="{FF2B5EF4-FFF2-40B4-BE49-F238E27FC236}">
                <a16:creationId xmlns:a16="http://schemas.microsoft.com/office/drawing/2014/main" id="{DB611D6A-F267-4B9F-6D24-FC52C7AE683B}"/>
              </a:ext>
            </a:extLst>
          </p:cNvPr>
          <p:cNvSpPr/>
          <p:nvPr/>
        </p:nvSpPr>
        <p:spPr bwMode="gray">
          <a:xfrm>
            <a:off x="8277392" y="3423107"/>
            <a:ext cx="3435185" cy="1834928"/>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marL="216000" indent="-216000">
              <a:spcBef>
                <a:spcPts val="600"/>
              </a:spcBef>
              <a:buFont typeface="Arial" panose="020B0604020202020204" pitchFamily="34" charset="0"/>
              <a:buChar char="•"/>
            </a:pPr>
            <a:r>
              <a:rPr lang="en-US" altLang="zh-CN" sz="1600">
                <a:solidFill>
                  <a:schemeClr val="tx1"/>
                </a:solidFill>
                <a:latin typeface="+mn-ea"/>
              </a:rPr>
              <a:t>KEE mapping results has been communicated with global team and additional engagement activities will be discussed.</a:t>
            </a:r>
          </a:p>
          <a:p>
            <a:pPr marL="216000" indent="-216000">
              <a:spcBef>
                <a:spcPts val="600"/>
              </a:spcBef>
              <a:buFont typeface="Arial" panose="020B0604020202020204" pitchFamily="34" charset="0"/>
              <a:buChar char="•"/>
            </a:pPr>
            <a:r>
              <a:rPr lang="en-US" altLang="zh-CN" sz="1600">
                <a:solidFill>
                  <a:schemeClr val="tx1"/>
                </a:solidFill>
                <a:latin typeface="+mn-ea"/>
              </a:rPr>
              <a:t>China KEE involvement into 2026 APVRS AB meetings are under planning</a:t>
            </a:r>
            <a:endParaRPr lang="zh-CN" altLang="en-US" sz="1600">
              <a:solidFill>
                <a:schemeClr val="tx1"/>
              </a:solidFill>
              <a:latin typeface="+mn-ea"/>
            </a:endParaRPr>
          </a:p>
        </p:txBody>
      </p:sp>
    </p:spTree>
    <p:extLst>
      <p:ext uri="{BB962C8B-B14F-4D97-AF65-F5344CB8AC3E}">
        <p14:creationId xmlns:p14="http://schemas.microsoft.com/office/powerpoint/2010/main" val="574590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729D291-979A-5F67-0E76-7F410C4714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30AB30-536A-4C0F-CEBE-4A1FFE986518}"/>
              </a:ext>
            </a:extLst>
          </p:cNvPr>
          <p:cNvSpPr>
            <a:spLocks noGrp="1"/>
          </p:cNvSpPr>
          <p:nvPr>
            <p:ph type="title"/>
          </p:nvPr>
        </p:nvSpPr>
        <p:spPr/>
        <p:txBody>
          <a:bodyPr/>
          <a:lstStyle/>
          <a:p>
            <a:r>
              <a:rPr lang="en-US" altLang="zh-CN"/>
              <a:t>Mental Health Assets</a:t>
            </a:r>
            <a:endParaRPr lang="en-US"/>
          </a:p>
        </p:txBody>
      </p:sp>
      <p:sp>
        <p:nvSpPr>
          <p:cNvPr id="4" name="Slide Number Placeholder 3">
            <a:extLst>
              <a:ext uri="{FF2B5EF4-FFF2-40B4-BE49-F238E27FC236}">
                <a16:creationId xmlns:a16="http://schemas.microsoft.com/office/drawing/2014/main" id="{63810416-0AD8-D502-0EC0-8ABA0D4B2A85}"/>
              </a:ext>
            </a:extLst>
          </p:cNvPr>
          <p:cNvSpPr>
            <a:spLocks noGrp="1"/>
          </p:cNvSpPr>
          <p:nvPr>
            <p:ph type="sldNum" sz="quarter" idx="16"/>
          </p:nvPr>
        </p:nvSpPr>
        <p:spPr/>
        <p:txBody>
          <a:bodyPr/>
          <a:lstStyle/>
          <a:p>
            <a:fld id="{8FF9B0DE-3FEB-4AA0-B465-B80EF7C1333D}" type="slidenum">
              <a:rPr lang="en-US" smtClean="0"/>
              <a:pPr/>
              <a:t>29</a:t>
            </a:fld>
            <a:endParaRPr lang="en-US"/>
          </a:p>
        </p:txBody>
      </p:sp>
      <p:sp>
        <p:nvSpPr>
          <p:cNvPr id="6" name="Subtitle 5">
            <a:extLst>
              <a:ext uri="{FF2B5EF4-FFF2-40B4-BE49-F238E27FC236}">
                <a16:creationId xmlns:a16="http://schemas.microsoft.com/office/drawing/2014/main" id="{8D7EE4FF-28BC-4D96-E4E8-9C7BFBE4CF64}"/>
              </a:ext>
            </a:extLst>
          </p:cNvPr>
          <p:cNvSpPr>
            <a:spLocks noGrp="1"/>
          </p:cNvSpPr>
          <p:nvPr>
            <p:ph type="subTitle" idx="14"/>
          </p:nvPr>
        </p:nvSpPr>
        <p:spPr/>
        <p:txBody>
          <a:bodyPr/>
          <a:lstStyle/>
          <a:p>
            <a:endParaRPr lang="en-US"/>
          </a:p>
        </p:txBody>
      </p:sp>
    </p:spTree>
    <p:extLst>
      <p:ext uri="{BB962C8B-B14F-4D97-AF65-F5344CB8AC3E}">
        <p14:creationId xmlns:p14="http://schemas.microsoft.com/office/powerpoint/2010/main" val="39180694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73E2170-9CCE-1AFA-C347-96C7146588CB}"/>
            </a:ext>
          </a:extLst>
        </p:cNvPr>
        <p:cNvGrpSpPr/>
        <p:nvPr/>
      </p:nvGrpSpPr>
      <p:grpSpPr>
        <a:xfrm>
          <a:off x="0" y="0"/>
          <a:ext cx="0" cy="0"/>
          <a:chOff x="0" y="0"/>
          <a:chExt cx="0" cy="0"/>
        </a:xfrm>
      </p:grpSpPr>
      <p:sp>
        <p:nvSpPr>
          <p:cNvPr id="110" name="OTLSHAPE_SL_93c414d3451d41b4a3dcbdd4eee6b30b_BackgroundRectangle">
            <a:extLst>
              <a:ext uri="{FF2B5EF4-FFF2-40B4-BE49-F238E27FC236}">
                <a16:creationId xmlns:a16="http://schemas.microsoft.com/office/drawing/2014/main" id="{021190E4-7715-75E9-75CF-AF07564394ED}"/>
              </a:ext>
            </a:extLst>
          </p:cNvPr>
          <p:cNvSpPr/>
          <p:nvPr>
            <p:custDataLst>
              <p:tags r:id="rId2"/>
            </p:custDataLst>
          </p:nvPr>
        </p:nvSpPr>
        <p:spPr>
          <a:xfrm>
            <a:off x="63500" y="2563320"/>
            <a:ext cx="11290300" cy="279400"/>
          </a:xfrm>
          <a:prstGeom prst="rect">
            <a:avLst/>
          </a:prstGeom>
          <a:solidFill>
            <a:schemeClr val="bg1">
              <a:lumMod val="95000"/>
              <a:alpha val="2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a typeface="等线" panose="02010600030101010101" pitchFamily="2" charset="-122"/>
            </a:endParaRPr>
          </a:p>
        </p:txBody>
      </p:sp>
      <p:sp>
        <p:nvSpPr>
          <p:cNvPr id="112" name="OTLSHAPE_SL_93c414d3451d41b4a3dcbdd4eee6b30b_BackgroundRectangle">
            <a:extLst>
              <a:ext uri="{FF2B5EF4-FFF2-40B4-BE49-F238E27FC236}">
                <a16:creationId xmlns:a16="http://schemas.microsoft.com/office/drawing/2014/main" id="{5FA3023B-C81C-D94B-FFF0-BDDD01B36548}"/>
              </a:ext>
            </a:extLst>
          </p:cNvPr>
          <p:cNvSpPr/>
          <p:nvPr>
            <p:custDataLst>
              <p:tags r:id="rId3"/>
            </p:custDataLst>
          </p:nvPr>
        </p:nvSpPr>
        <p:spPr>
          <a:xfrm>
            <a:off x="36224" y="2543190"/>
            <a:ext cx="11317573" cy="320040"/>
          </a:xfrm>
          <a:prstGeom prst="rect">
            <a:avLst/>
          </a:prstGeom>
          <a:solidFill>
            <a:schemeClr val="bg1">
              <a:lumMod val="85000"/>
              <a:alpha val="2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147" name="标题 146">
            <a:extLst>
              <a:ext uri="{FF2B5EF4-FFF2-40B4-BE49-F238E27FC236}">
                <a16:creationId xmlns:a16="http://schemas.microsoft.com/office/drawing/2014/main" id="{D4C942EB-27A9-379E-F552-B77D2E34DFAF}"/>
              </a:ext>
            </a:extLst>
          </p:cNvPr>
          <p:cNvSpPr>
            <a:spLocks noGrp="1"/>
          </p:cNvSpPr>
          <p:nvPr>
            <p:ph type="title"/>
          </p:nvPr>
        </p:nvSpPr>
        <p:spPr/>
        <p:txBody>
          <a:bodyPr>
            <a:normAutofit/>
          </a:bodyPr>
          <a:lstStyle/>
          <a:p>
            <a:r>
              <a:rPr lang="en-US" sz="2500" b="1">
                <a:solidFill>
                  <a:srgbClr val="08312A"/>
                </a:solidFill>
                <a:effectLst/>
                <a:latin typeface="Boehringer Forward Head" panose="020B0504030403020204" pitchFamily="2" charset="0"/>
              </a:rPr>
              <a:t>Overview of Mental Health Early Assets for China Integration</a:t>
            </a:r>
            <a:endParaRPr lang="zh-CN" altLang="en-US" sz="2500" b="1">
              <a:solidFill>
                <a:schemeClr val="bg2"/>
              </a:solidFill>
            </a:endParaRPr>
          </a:p>
        </p:txBody>
      </p:sp>
      <p:sp>
        <p:nvSpPr>
          <p:cNvPr id="2" name="OTLSHAPE_TB_00000000000000000000000000000000_LeftEndCaps" hidden="1">
            <a:extLst>
              <a:ext uri="{FF2B5EF4-FFF2-40B4-BE49-F238E27FC236}">
                <a16:creationId xmlns:a16="http://schemas.microsoft.com/office/drawing/2014/main" id="{8CEE8C00-195B-269A-4794-645583922A8A}"/>
              </a:ext>
            </a:extLst>
          </p:cNvPr>
          <p:cNvSpPr txBox="1"/>
          <p:nvPr>
            <p:custDataLst>
              <p:tags r:id="rId4"/>
            </p:custDataLst>
          </p:nvPr>
        </p:nvSpPr>
        <p:spPr>
          <a:xfrm>
            <a:off x="-219998" y="12700"/>
            <a:ext cx="469900" cy="276999"/>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rPr>
              <a:t>2025</a:t>
            </a:r>
            <a:endParaRPr kumimoji="0" lang="zh-CN" altLang="en-US" sz="1800" b="1"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endParaRPr>
          </a:p>
        </p:txBody>
      </p:sp>
      <p:sp>
        <p:nvSpPr>
          <p:cNvPr id="44" name="OTLSHAPE_SL2A_9c1a304a44f84a6e9c3f6ce30c692e5a_BackgroundRectangle" hidden="1">
            <a:extLst>
              <a:ext uri="{FF2B5EF4-FFF2-40B4-BE49-F238E27FC236}">
                <a16:creationId xmlns:a16="http://schemas.microsoft.com/office/drawing/2014/main" id="{DDF50004-B0AE-BD2B-9E55-06385131DA00}"/>
              </a:ext>
            </a:extLst>
          </p:cNvPr>
          <p:cNvSpPr/>
          <p:nvPr>
            <p:custDataLst>
              <p:tags r:id="rId5"/>
            </p:custDataLst>
          </p:nvPr>
        </p:nvSpPr>
        <p:spPr>
          <a:xfrm>
            <a:off x="890736" y="2156242"/>
            <a:ext cx="10464800" cy="1258824"/>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2" name="OTLSHAPE_SL2A_9c1a304a44f84a6e9c3f6ce30c692e5a_HeaderRectangle" hidden="1">
            <a:extLst>
              <a:ext uri="{FF2B5EF4-FFF2-40B4-BE49-F238E27FC236}">
                <a16:creationId xmlns:a16="http://schemas.microsoft.com/office/drawing/2014/main" id="{93F88E82-FB5D-5827-A1B9-D4C83E52B36A}"/>
              </a:ext>
            </a:extLst>
          </p:cNvPr>
          <p:cNvSpPr/>
          <p:nvPr>
            <p:custDataLst>
              <p:tags r:id="rId6"/>
            </p:custDataLst>
          </p:nvPr>
        </p:nvSpPr>
        <p:spPr>
          <a:xfrm>
            <a:off x="890736" y="2156242"/>
            <a:ext cx="0" cy="0"/>
          </a:xfrm>
          <a:prstGeom prst="rect">
            <a:avLst/>
          </a:prstGeom>
          <a:solidFill>
            <a:srgbClr val="C5C3EE">
              <a:alpha val="24706"/>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3" name="OTLSHAPE_SL2A_9c1a304a44f84a6e9c3f6ce30c692e5a_Header" hidden="1">
            <a:extLst>
              <a:ext uri="{FF2B5EF4-FFF2-40B4-BE49-F238E27FC236}">
                <a16:creationId xmlns:a16="http://schemas.microsoft.com/office/drawing/2014/main" id="{83976793-902D-BE69-3362-1F4DBEFB5686}"/>
              </a:ext>
            </a:extLst>
          </p:cNvPr>
          <p:cNvSpPr txBox="1"/>
          <p:nvPr>
            <p:custDataLst>
              <p:tags r:id="rId7"/>
            </p:custDataLst>
          </p:nvPr>
        </p:nvSpPr>
        <p:spPr>
          <a:xfrm>
            <a:off x="12700" y="-3234321"/>
            <a:ext cx="0" cy="16927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schemeClr val="dk1"/>
              </a:solidFill>
              <a:effectLst/>
              <a:uLnTx/>
              <a:uFillTx/>
              <a:latin typeface="Calibri" panose="020F0502020204030204" pitchFamily="34" charset="0"/>
              <a:ea typeface="等线" panose="02010600030101010101" pitchFamily="2" charset="-122"/>
              <a:cs typeface="+mn-cs"/>
            </a:endParaRPr>
          </a:p>
        </p:txBody>
      </p:sp>
      <p:sp>
        <p:nvSpPr>
          <p:cNvPr id="90" name="OTLSHAPE_SL2A_46d0301507dc4bc598030c0dd030c979_BackgroundRectangle" hidden="1">
            <a:extLst>
              <a:ext uri="{FF2B5EF4-FFF2-40B4-BE49-F238E27FC236}">
                <a16:creationId xmlns:a16="http://schemas.microsoft.com/office/drawing/2014/main" id="{142A9700-BEA4-8088-11DA-CCEC96116582}"/>
              </a:ext>
            </a:extLst>
          </p:cNvPr>
          <p:cNvSpPr/>
          <p:nvPr>
            <p:custDataLst>
              <p:tags r:id="rId8"/>
            </p:custDataLst>
          </p:nvPr>
        </p:nvSpPr>
        <p:spPr>
          <a:xfrm>
            <a:off x="890736" y="3478566"/>
            <a:ext cx="10464800" cy="279400"/>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8" name="OTLSHAPE_SL2A_46d0301507dc4bc598030c0dd030c979_HeaderRectangle" hidden="1">
            <a:extLst>
              <a:ext uri="{FF2B5EF4-FFF2-40B4-BE49-F238E27FC236}">
                <a16:creationId xmlns:a16="http://schemas.microsoft.com/office/drawing/2014/main" id="{18545798-9059-B3C7-D033-8AA069E623F4}"/>
              </a:ext>
            </a:extLst>
          </p:cNvPr>
          <p:cNvSpPr/>
          <p:nvPr>
            <p:custDataLst>
              <p:tags r:id="rId9"/>
            </p:custDataLst>
          </p:nvPr>
        </p:nvSpPr>
        <p:spPr>
          <a:xfrm>
            <a:off x="890736" y="3478566"/>
            <a:ext cx="0" cy="0"/>
          </a:xfrm>
          <a:prstGeom prst="rect">
            <a:avLst/>
          </a:prstGeom>
          <a:solidFill>
            <a:srgbClr val="F58A68">
              <a:alpha val="24706"/>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9" name="OTLSHAPE_SL2A_46d0301507dc4bc598030c0dd030c979_Header" hidden="1">
            <a:extLst>
              <a:ext uri="{FF2B5EF4-FFF2-40B4-BE49-F238E27FC236}">
                <a16:creationId xmlns:a16="http://schemas.microsoft.com/office/drawing/2014/main" id="{B61613A7-35E4-FBBD-D6B3-36EA98BD922B}"/>
              </a:ext>
            </a:extLst>
          </p:cNvPr>
          <p:cNvSpPr txBox="1"/>
          <p:nvPr>
            <p:custDataLst>
              <p:tags r:id="rId10"/>
            </p:custDataLst>
          </p:nvPr>
        </p:nvSpPr>
        <p:spPr>
          <a:xfrm>
            <a:off x="12700" y="-3065045"/>
            <a:ext cx="0" cy="16927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schemeClr val="dk1"/>
              </a:solidFill>
              <a:effectLst/>
              <a:uLnTx/>
              <a:uFillTx/>
              <a:latin typeface="Calibri" panose="020F0502020204030204" pitchFamily="34" charset="0"/>
              <a:ea typeface="等线" panose="02010600030101010101" pitchFamily="2" charset="-122"/>
              <a:cs typeface="+mn-cs"/>
            </a:endParaRPr>
          </a:p>
        </p:txBody>
      </p:sp>
      <p:sp>
        <p:nvSpPr>
          <p:cNvPr id="99" name="OTLSHAPE_SL2A_dfd50769e04848e0abed20fbb4d390c8_BackgroundRectangle" hidden="1">
            <a:extLst>
              <a:ext uri="{FF2B5EF4-FFF2-40B4-BE49-F238E27FC236}">
                <a16:creationId xmlns:a16="http://schemas.microsoft.com/office/drawing/2014/main" id="{1B928DA8-0758-FC67-1379-C75338C01B33}"/>
              </a:ext>
            </a:extLst>
          </p:cNvPr>
          <p:cNvSpPr/>
          <p:nvPr>
            <p:custDataLst>
              <p:tags r:id="rId11"/>
            </p:custDataLst>
          </p:nvPr>
        </p:nvSpPr>
        <p:spPr>
          <a:xfrm>
            <a:off x="890736" y="5051503"/>
            <a:ext cx="10464800" cy="279400"/>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7" name="OTLSHAPE_SL2A_dfd50769e04848e0abed20fbb4d390c8_HeaderRectangle" hidden="1">
            <a:extLst>
              <a:ext uri="{FF2B5EF4-FFF2-40B4-BE49-F238E27FC236}">
                <a16:creationId xmlns:a16="http://schemas.microsoft.com/office/drawing/2014/main" id="{F9A111F4-6717-D68C-2F02-A0277E93DC8F}"/>
              </a:ext>
            </a:extLst>
          </p:cNvPr>
          <p:cNvSpPr/>
          <p:nvPr>
            <p:custDataLst>
              <p:tags r:id="rId12"/>
            </p:custDataLst>
          </p:nvPr>
        </p:nvSpPr>
        <p:spPr>
          <a:xfrm>
            <a:off x="890736" y="5051503"/>
            <a:ext cx="0" cy="0"/>
          </a:xfrm>
          <a:prstGeom prst="rect">
            <a:avLst/>
          </a:prstGeom>
          <a:solidFill>
            <a:srgbClr val="A3E5EE">
              <a:alpha val="24706"/>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8" name="OTLSHAPE_SL2A_dfd50769e04848e0abed20fbb4d390c8_Header" hidden="1">
            <a:extLst>
              <a:ext uri="{FF2B5EF4-FFF2-40B4-BE49-F238E27FC236}">
                <a16:creationId xmlns:a16="http://schemas.microsoft.com/office/drawing/2014/main" id="{64E045FF-0808-258F-6AD6-0F857222C6EE}"/>
              </a:ext>
            </a:extLst>
          </p:cNvPr>
          <p:cNvSpPr txBox="1"/>
          <p:nvPr>
            <p:custDataLst>
              <p:tags r:id="rId13"/>
            </p:custDataLst>
          </p:nvPr>
        </p:nvSpPr>
        <p:spPr>
          <a:xfrm>
            <a:off x="12700" y="-2980407"/>
            <a:ext cx="0" cy="16927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schemeClr val="dk1"/>
              </a:solidFill>
              <a:effectLst/>
              <a:uLnTx/>
              <a:uFillTx/>
              <a:latin typeface="Calibri" panose="020F0502020204030204" pitchFamily="34" charset="0"/>
              <a:ea typeface="等线" panose="02010600030101010101" pitchFamily="2" charset="-122"/>
              <a:cs typeface="+mn-cs"/>
            </a:endParaRPr>
          </a:p>
        </p:txBody>
      </p:sp>
      <p:sp>
        <p:nvSpPr>
          <p:cNvPr id="118" name="OTLSHAPE_SL2A_37bb6a491fbf41d5a4c1420b0b96a5bc_BackgroundRectangle" hidden="1">
            <a:extLst>
              <a:ext uri="{FF2B5EF4-FFF2-40B4-BE49-F238E27FC236}">
                <a16:creationId xmlns:a16="http://schemas.microsoft.com/office/drawing/2014/main" id="{65D92F55-E441-9C7B-3CF4-2C763D7E498D}"/>
              </a:ext>
            </a:extLst>
          </p:cNvPr>
          <p:cNvSpPr/>
          <p:nvPr>
            <p:custDataLst>
              <p:tags r:id="rId14"/>
            </p:custDataLst>
          </p:nvPr>
        </p:nvSpPr>
        <p:spPr>
          <a:xfrm>
            <a:off x="890736" y="4507266"/>
            <a:ext cx="10464800" cy="480737"/>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16" name="OTLSHAPE_SL2A_37bb6a491fbf41d5a4c1420b0b96a5bc_HeaderRectangle" hidden="1">
            <a:extLst>
              <a:ext uri="{FF2B5EF4-FFF2-40B4-BE49-F238E27FC236}">
                <a16:creationId xmlns:a16="http://schemas.microsoft.com/office/drawing/2014/main" id="{7146EF16-6780-000D-8CC3-B34DA857E1C1}"/>
              </a:ext>
            </a:extLst>
          </p:cNvPr>
          <p:cNvSpPr/>
          <p:nvPr>
            <p:custDataLst>
              <p:tags r:id="rId15"/>
            </p:custDataLst>
          </p:nvPr>
        </p:nvSpPr>
        <p:spPr>
          <a:xfrm>
            <a:off x="890736" y="4507266"/>
            <a:ext cx="0" cy="0"/>
          </a:xfrm>
          <a:prstGeom prst="rect">
            <a:avLst/>
          </a:prstGeom>
          <a:solidFill>
            <a:srgbClr val="00E47C">
              <a:alpha val="24706"/>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17" name="OTLSHAPE_SL2A_37bb6a491fbf41d5a4c1420b0b96a5bc_Header" hidden="1">
            <a:extLst>
              <a:ext uri="{FF2B5EF4-FFF2-40B4-BE49-F238E27FC236}">
                <a16:creationId xmlns:a16="http://schemas.microsoft.com/office/drawing/2014/main" id="{B6D68CAA-0FCB-D49F-8CA8-E965EB169F0D}"/>
              </a:ext>
            </a:extLst>
          </p:cNvPr>
          <p:cNvSpPr txBox="1"/>
          <p:nvPr>
            <p:custDataLst>
              <p:tags r:id="rId16"/>
            </p:custDataLst>
          </p:nvPr>
        </p:nvSpPr>
        <p:spPr>
          <a:xfrm>
            <a:off x="12700" y="-2895769"/>
            <a:ext cx="0" cy="16927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schemeClr val="dk1"/>
              </a:solidFill>
              <a:effectLst/>
              <a:uLnTx/>
              <a:uFillTx/>
              <a:latin typeface="Calibri" panose="020F0502020204030204" pitchFamily="34" charset="0"/>
              <a:ea typeface="等线" panose="02010600030101010101" pitchFamily="2" charset="-122"/>
              <a:cs typeface="+mn-cs"/>
            </a:endParaRPr>
          </a:p>
        </p:txBody>
      </p:sp>
      <p:sp>
        <p:nvSpPr>
          <p:cNvPr id="127" name="OTLSHAPE_SL2A_a2e017a3a5284638af1c25c12723d164_BackgroundRectangle" hidden="1">
            <a:extLst>
              <a:ext uri="{FF2B5EF4-FFF2-40B4-BE49-F238E27FC236}">
                <a16:creationId xmlns:a16="http://schemas.microsoft.com/office/drawing/2014/main" id="{D217A601-A43B-F707-24C7-2FCCAFF27DF8}"/>
              </a:ext>
            </a:extLst>
          </p:cNvPr>
          <p:cNvSpPr/>
          <p:nvPr>
            <p:custDataLst>
              <p:tags r:id="rId17"/>
            </p:custDataLst>
          </p:nvPr>
        </p:nvSpPr>
        <p:spPr>
          <a:xfrm>
            <a:off x="890736" y="3821466"/>
            <a:ext cx="10464800" cy="279400"/>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5" name="OTLSHAPE_SL2A_a2e017a3a5284638af1c25c12723d164_HeaderRectangle" hidden="1">
            <a:extLst>
              <a:ext uri="{FF2B5EF4-FFF2-40B4-BE49-F238E27FC236}">
                <a16:creationId xmlns:a16="http://schemas.microsoft.com/office/drawing/2014/main" id="{6F619DB8-9CCD-EFB1-E78E-DFE1F6BA2C87}"/>
              </a:ext>
            </a:extLst>
          </p:cNvPr>
          <p:cNvSpPr/>
          <p:nvPr>
            <p:custDataLst>
              <p:tags r:id="rId18"/>
            </p:custDataLst>
          </p:nvPr>
        </p:nvSpPr>
        <p:spPr>
          <a:xfrm>
            <a:off x="890736" y="3821466"/>
            <a:ext cx="0" cy="0"/>
          </a:xfrm>
          <a:prstGeom prst="rect">
            <a:avLst/>
          </a:prstGeom>
          <a:solidFill>
            <a:srgbClr val="C5C3EE">
              <a:alpha val="24706"/>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6" name="OTLSHAPE_SL2A_a2e017a3a5284638af1c25c12723d164_Header" hidden="1">
            <a:extLst>
              <a:ext uri="{FF2B5EF4-FFF2-40B4-BE49-F238E27FC236}">
                <a16:creationId xmlns:a16="http://schemas.microsoft.com/office/drawing/2014/main" id="{2C28100F-8228-3322-4EB9-D1AE036974FE}"/>
              </a:ext>
            </a:extLst>
          </p:cNvPr>
          <p:cNvSpPr txBox="1"/>
          <p:nvPr>
            <p:custDataLst>
              <p:tags r:id="rId19"/>
            </p:custDataLst>
          </p:nvPr>
        </p:nvSpPr>
        <p:spPr>
          <a:xfrm>
            <a:off x="12700" y="-2811131"/>
            <a:ext cx="0" cy="16927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schemeClr val="dk1"/>
              </a:solidFill>
              <a:effectLst/>
              <a:uLnTx/>
              <a:uFillTx/>
              <a:latin typeface="Calibri" panose="020F0502020204030204" pitchFamily="34" charset="0"/>
              <a:ea typeface="等线" panose="02010600030101010101" pitchFamily="2" charset="-122"/>
              <a:cs typeface="+mn-cs"/>
            </a:endParaRPr>
          </a:p>
        </p:txBody>
      </p:sp>
      <p:sp>
        <p:nvSpPr>
          <p:cNvPr id="13" name="OTLSHAPE_TB_00000000000000000000000000000000_RightEndCaps" hidden="1">
            <a:extLst>
              <a:ext uri="{FF2B5EF4-FFF2-40B4-BE49-F238E27FC236}">
                <a16:creationId xmlns:a16="http://schemas.microsoft.com/office/drawing/2014/main" id="{38EF8355-618B-A8D8-45F5-902D79269B1A}"/>
              </a:ext>
            </a:extLst>
          </p:cNvPr>
          <p:cNvSpPr txBox="1"/>
          <p:nvPr>
            <p:custDataLst>
              <p:tags r:id="rId20"/>
            </p:custDataLst>
          </p:nvPr>
        </p:nvSpPr>
        <p:spPr>
          <a:xfrm>
            <a:off x="-221339" y="12700"/>
            <a:ext cx="469900" cy="276999"/>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srgbClr val="ED7D31"/>
                </a:solidFill>
                <a:effectLst/>
                <a:uLnTx/>
                <a:uFillTx/>
                <a:latin typeface="Calibri" panose="020F0502020204030204" pitchFamily="34" charset="0"/>
                <a:ea typeface="+mn-ea"/>
                <a:cs typeface="+mn-cs"/>
              </a:rPr>
              <a:t>2028</a:t>
            </a:r>
            <a:endParaRPr kumimoji="0" lang="zh-CN" altLang="en-US" sz="1800" b="1"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75" name="OTLSHAPE_SL2A_5753df4efb814f299b2d5db0e1f3134e_BackgroundRectangle" hidden="1">
            <a:extLst>
              <a:ext uri="{FF2B5EF4-FFF2-40B4-BE49-F238E27FC236}">
                <a16:creationId xmlns:a16="http://schemas.microsoft.com/office/drawing/2014/main" id="{A58E57D6-712B-A6EE-AD58-779EF06C36A9}"/>
              </a:ext>
            </a:extLst>
          </p:cNvPr>
          <p:cNvSpPr/>
          <p:nvPr>
            <p:custDataLst>
              <p:tags r:id="rId21"/>
            </p:custDataLst>
          </p:nvPr>
        </p:nvSpPr>
        <p:spPr>
          <a:xfrm>
            <a:off x="890736" y="4164366"/>
            <a:ext cx="10464800" cy="279400"/>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73" name="OTLSHAPE_SL2A_5753df4efb814f299b2d5db0e1f3134e_HeaderRectangle" hidden="1">
            <a:extLst>
              <a:ext uri="{FF2B5EF4-FFF2-40B4-BE49-F238E27FC236}">
                <a16:creationId xmlns:a16="http://schemas.microsoft.com/office/drawing/2014/main" id="{994FB866-097E-2CC0-EC5B-943E1C5211C2}"/>
              </a:ext>
            </a:extLst>
          </p:cNvPr>
          <p:cNvSpPr/>
          <p:nvPr>
            <p:custDataLst>
              <p:tags r:id="rId22"/>
            </p:custDataLst>
          </p:nvPr>
        </p:nvSpPr>
        <p:spPr>
          <a:xfrm>
            <a:off x="890736" y="4164366"/>
            <a:ext cx="0" cy="0"/>
          </a:xfrm>
          <a:prstGeom prst="rect">
            <a:avLst/>
          </a:prstGeom>
          <a:solidFill>
            <a:srgbClr val="08312A">
              <a:alpha val="24706"/>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74" name="OTLSHAPE_SL2A_5753df4efb814f299b2d5db0e1f3134e_Header" hidden="1">
            <a:extLst>
              <a:ext uri="{FF2B5EF4-FFF2-40B4-BE49-F238E27FC236}">
                <a16:creationId xmlns:a16="http://schemas.microsoft.com/office/drawing/2014/main" id="{FEE242C6-A3A7-3293-E19A-0C3AB8F6BC28}"/>
              </a:ext>
            </a:extLst>
          </p:cNvPr>
          <p:cNvSpPr txBox="1"/>
          <p:nvPr>
            <p:custDataLst>
              <p:tags r:id="rId23"/>
            </p:custDataLst>
          </p:nvPr>
        </p:nvSpPr>
        <p:spPr>
          <a:xfrm>
            <a:off x="12700" y="-1626199"/>
            <a:ext cx="0" cy="16927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schemeClr val="dk1"/>
              </a:solidFill>
              <a:effectLst/>
              <a:uLnTx/>
              <a:uFillTx/>
              <a:latin typeface="Calibri" panose="020F0502020204030204" pitchFamily="34" charset="0"/>
              <a:ea typeface="+mn-ea"/>
              <a:cs typeface="+mn-cs"/>
            </a:endParaRPr>
          </a:p>
        </p:txBody>
      </p:sp>
      <p:sp>
        <p:nvSpPr>
          <p:cNvPr id="39" name="OTLSHAPE_SL_6624d784f480469eb9e8333edc49234a_BackgroundRectangle">
            <a:extLst>
              <a:ext uri="{FF2B5EF4-FFF2-40B4-BE49-F238E27FC236}">
                <a16:creationId xmlns:a16="http://schemas.microsoft.com/office/drawing/2014/main" id="{6F8A9A27-CFE2-599A-DE45-47D08D2E5974}"/>
              </a:ext>
            </a:extLst>
          </p:cNvPr>
          <p:cNvSpPr/>
          <p:nvPr>
            <p:custDataLst>
              <p:tags r:id="rId24"/>
            </p:custDataLst>
          </p:nvPr>
        </p:nvSpPr>
        <p:spPr>
          <a:xfrm>
            <a:off x="63500" y="2156243"/>
            <a:ext cx="11290299" cy="317796"/>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4" name="OTLSHAPE_TB_00000000000000000000000000000000_ScaleContainer">
            <a:extLst>
              <a:ext uri="{FF2B5EF4-FFF2-40B4-BE49-F238E27FC236}">
                <a16:creationId xmlns:a16="http://schemas.microsoft.com/office/drawing/2014/main" id="{5AF5EB02-2A0E-4478-E541-CF7DA38550BA}"/>
              </a:ext>
            </a:extLst>
          </p:cNvPr>
          <p:cNvSpPr/>
          <p:nvPr>
            <p:custDataLst>
              <p:tags r:id="rId25"/>
            </p:custDataLst>
          </p:nvPr>
        </p:nvSpPr>
        <p:spPr>
          <a:xfrm>
            <a:off x="1017736" y="1428320"/>
            <a:ext cx="10337800" cy="254000"/>
          </a:xfrm>
          <a:prstGeom prst="roundRect">
            <a:avLst/>
          </a:prstGeom>
          <a:gradFill flip="none" rotWithShape="1">
            <a:gsLst>
              <a:gs pos="0">
                <a:srgbClr val="44546A"/>
              </a:gs>
              <a:gs pos="100000">
                <a:srgbClr val="52667F"/>
              </a:gs>
            </a:gsLst>
            <a:lin ang="5400000" scaled="1"/>
            <a:tileRect/>
          </a:gradFill>
          <a:ln w="12700" cap="flat" cmpd="sng" algn="ctr">
            <a:noFill/>
            <a:prstDash val="solid"/>
            <a:miter lim="800000"/>
          </a:ln>
          <a:effectLst>
            <a:reflection blurRad="6350" stA="50000" endA="300" endPos="55500" dist="50800" dir="5400000" sy="-100000" algn="bl" rotWithShape="0"/>
          </a:effectLst>
          <a:scene3d>
            <a:camera prst="orthographicFront"/>
            <a:lightRig rig="threePt" dir="t">
              <a:rot lat="0" lon="0" rev="8700000"/>
            </a:lightRig>
          </a:scene3d>
          <a:sp3d>
            <a:bevelT w="165100" h="19050"/>
          </a:sp3d>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cxnSp>
        <p:nvCxnSpPr>
          <p:cNvPr id="20" name="OTLSHAPE_G_00000000000000000000000000000000_ShapeBelow0">
            <a:extLst>
              <a:ext uri="{FF2B5EF4-FFF2-40B4-BE49-F238E27FC236}">
                <a16:creationId xmlns:a16="http://schemas.microsoft.com/office/drawing/2014/main" id="{F8DBB2B5-869B-FDA3-BE22-8886FB66A79F}"/>
              </a:ext>
            </a:extLst>
          </p:cNvPr>
          <p:cNvCxnSpPr/>
          <p:nvPr>
            <p:custDataLst>
              <p:tags r:id="rId26"/>
            </p:custDataLst>
          </p:nvPr>
        </p:nvCxnSpPr>
        <p:spPr>
          <a:xfrm>
            <a:off x="1865986" y="1682320"/>
            <a:ext cx="0" cy="3648583"/>
          </a:xfrm>
          <a:prstGeom prst="line">
            <a:avLst/>
          </a:prstGeom>
          <a:ln w="6350"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OTLSHAPE_G_00000000000000000000000000000000_ShapeBelow1">
            <a:extLst>
              <a:ext uri="{FF2B5EF4-FFF2-40B4-BE49-F238E27FC236}">
                <a16:creationId xmlns:a16="http://schemas.microsoft.com/office/drawing/2014/main" id="{AB6E65DE-5B87-C123-F2B7-CC1628DA3569}"/>
              </a:ext>
            </a:extLst>
          </p:cNvPr>
          <p:cNvCxnSpPr/>
          <p:nvPr>
            <p:custDataLst>
              <p:tags r:id="rId27"/>
            </p:custDataLst>
          </p:nvPr>
        </p:nvCxnSpPr>
        <p:spPr>
          <a:xfrm>
            <a:off x="2733086" y="1682320"/>
            <a:ext cx="0" cy="3648583"/>
          </a:xfrm>
          <a:prstGeom prst="line">
            <a:avLst/>
          </a:prstGeom>
          <a:ln w="6350"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OTLSHAPE_G_00000000000000000000000000000000_ShapeBelow2">
            <a:extLst>
              <a:ext uri="{FF2B5EF4-FFF2-40B4-BE49-F238E27FC236}">
                <a16:creationId xmlns:a16="http://schemas.microsoft.com/office/drawing/2014/main" id="{0DF225F4-0E57-FB8E-D2D6-E759357355E0}"/>
              </a:ext>
            </a:extLst>
          </p:cNvPr>
          <p:cNvCxnSpPr/>
          <p:nvPr>
            <p:custDataLst>
              <p:tags r:id="rId28"/>
            </p:custDataLst>
          </p:nvPr>
        </p:nvCxnSpPr>
        <p:spPr>
          <a:xfrm>
            <a:off x="3600185" y="1682320"/>
            <a:ext cx="0" cy="3648583"/>
          </a:xfrm>
          <a:prstGeom prst="line">
            <a:avLst/>
          </a:prstGeom>
          <a:ln w="6350"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OTLSHAPE_G_00000000000000000000000000000000_ShapeBelow3">
            <a:extLst>
              <a:ext uri="{FF2B5EF4-FFF2-40B4-BE49-F238E27FC236}">
                <a16:creationId xmlns:a16="http://schemas.microsoft.com/office/drawing/2014/main" id="{D03A1710-2978-59FB-094D-48C7E1D40A29}"/>
              </a:ext>
            </a:extLst>
          </p:cNvPr>
          <p:cNvCxnSpPr/>
          <p:nvPr>
            <p:custDataLst>
              <p:tags r:id="rId29"/>
            </p:custDataLst>
          </p:nvPr>
        </p:nvCxnSpPr>
        <p:spPr>
          <a:xfrm>
            <a:off x="4457860" y="1682321"/>
            <a:ext cx="0" cy="3648583"/>
          </a:xfrm>
          <a:prstGeom prst="line">
            <a:avLst/>
          </a:prstGeom>
          <a:ln w="6350"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OTLSHAPE_G_00000000000000000000000000000000_ShapeBelow4">
            <a:extLst>
              <a:ext uri="{FF2B5EF4-FFF2-40B4-BE49-F238E27FC236}">
                <a16:creationId xmlns:a16="http://schemas.microsoft.com/office/drawing/2014/main" id="{D14E35B0-123C-7356-609D-42A30841D79C}"/>
              </a:ext>
            </a:extLst>
          </p:cNvPr>
          <p:cNvCxnSpPr/>
          <p:nvPr>
            <p:custDataLst>
              <p:tags r:id="rId30"/>
            </p:custDataLst>
          </p:nvPr>
        </p:nvCxnSpPr>
        <p:spPr bwMode="gray">
          <a:xfrm>
            <a:off x="5306110" y="1682320"/>
            <a:ext cx="0" cy="3648583"/>
          </a:xfrm>
          <a:prstGeom prst="line">
            <a:avLst/>
          </a:prstGeom>
          <a:ln w="6350"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OTLSHAPE_G_00000000000000000000000000000000_ShapeBelow5">
            <a:extLst>
              <a:ext uri="{FF2B5EF4-FFF2-40B4-BE49-F238E27FC236}">
                <a16:creationId xmlns:a16="http://schemas.microsoft.com/office/drawing/2014/main" id="{D4F6DF4E-E6A2-6ED6-363B-4D0FA49F9548}"/>
              </a:ext>
            </a:extLst>
          </p:cNvPr>
          <p:cNvCxnSpPr/>
          <p:nvPr>
            <p:custDataLst>
              <p:tags r:id="rId31"/>
            </p:custDataLst>
          </p:nvPr>
        </p:nvCxnSpPr>
        <p:spPr bwMode="gray">
          <a:xfrm>
            <a:off x="6173210" y="1682320"/>
            <a:ext cx="0" cy="3648583"/>
          </a:xfrm>
          <a:prstGeom prst="line">
            <a:avLst/>
          </a:prstGeom>
          <a:ln w="6350"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OTLSHAPE_G_00000000000000000000000000000000_ShapeBelow6">
            <a:extLst>
              <a:ext uri="{FF2B5EF4-FFF2-40B4-BE49-F238E27FC236}">
                <a16:creationId xmlns:a16="http://schemas.microsoft.com/office/drawing/2014/main" id="{EB01D8C4-CB89-18DF-9DAC-C7E55F6F6791}"/>
              </a:ext>
            </a:extLst>
          </p:cNvPr>
          <p:cNvCxnSpPr/>
          <p:nvPr>
            <p:custDataLst>
              <p:tags r:id="rId32"/>
            </p:custDataLst>
          </p:nvPr>
        </p:nvCxnSpPr>
        <p:spPr bwMode="gray">
          <a:xfrm>
            <a:off x="7040310" y="1682320"/>
            <a:ext cx="0" cy="3648583"/>
          </a:xfrm>
          <a:prstGeom prst="line">
            <a:avLst/>
          </a:prstGeom>
          <a:ln w="6350"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OTLSHAPE_G_00000000000000000000000000000000_ShapeBelow7">
            <a:extLst>
              <a:ext uri="{FF2B5EF4-FFF2-40B4-BE49-F238E27FC236}">
                <a16:creationId xmlns:a16="http://schemas.microsoft.com/office/drawing/2014/main" id="{349497CC-6DED-1581-6BEF-1AE675983E60}"/>
              </a:ext>
            </a:extLst>
          </p:cNvPr>
          <p:cNvCxnSpPr/>
          <p:nvPr>
            <p:custDataLst>
              <p:tags r:id="rId33"/>
            </p:custDataLst>
          </p:nvPr>
        </p:nvCxnSpPr>
        <p:spPr bwMode="gray">
          <a:xfrm>
            <a:off x="7897985" y="1682320"/>
            <a:ext cx="0" cy="3648583"/>
          </a:xfrm>
          <a:prstGeom prst="line">
            <a:avLst/>
          </a:prstGeom>
          <a:ln w="6350"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OTLSHAPE_G_00000000000000000000000000000000_ShapeBelow8">
            <a:extLst>
              <a:ext uri="{FF2B5EF4-FFF2-40B4-BE49-F238E27FC236}">
                <a16:creationId xmlns:a16="http://schemas.microsoft.com/office/drawing/2014/main" id="{AF995244-7D08-A77D-7442-C08C02A9FE4A}"/>
              </a:ext>
            </a:extLst>
          </p:cNvPr>
          <p:cNvCxnSpPr/>
          <p:nvPr>
            <p:custDataLst>
              <p:tags r:id="rId34"/>
            </p:custDataLst>
          </p:nvPr>
        </p:nvCxnSpPr>
        <p:spPr bwMode="gray">
          <a:xfrm>
            <a:off x="5235270" y="950032"/>
            <a:ext cx="0" cy="3648583"/>
          </a:xfrm>
          <a:prstGeom prst="line">
            <a:avLst/>
          </a:prstGeom>
          <a:ln w="6350"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OTLSHAPE_G_00000000000000000000000000000000_ShapeBelow9">
            <a:extLst>
              <a:ext uri="{FF2B5EF4-FFF2-40B4-BE49-F238E27FC236}">
                <a16:creationId xmlns:a16="http://schemas.microsoft.com/office/drawing/2014/main" id="{FD243766-865F-1D20-EF1D-DD6A21E91D64}"/>
              </a:ext>
            </a:extLst>
          </p:cNvPr>
          <p:cNvCxnSpPr/>
          <p:nvPr>
            <p:custDataLst>
              <p:tags r:id="rId35"/>
            </p:custDataLst>
          </p:nvPr>
        </p:nvCxnSpPr>
        <p:spPr bwMode="gray">
          <a:xfrm>
            <a:off x="9622760" y="1682320"/>
            <a:ext cx="0" cy="3648583"/>
          </a:xfrm>
          <a:prstGeom prst="line">
            <a:avLst/>
          </a:prstGeom>
          <a:ln w="6350"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OTLSHAPE_G_00000000000000000000000000000000_ShapeBelow10">
            <a:extLst>
              <a:ext uri="{FF2B5EF4-FFF2-40B4-BE49-F238E27FC236}">
                <a16:creationId xmlns:a16="http://schemas.microsoft.com/office/drawing/2014/main" id="{8F2B80A6-FD89-52E5-95C0-4EB16B06929A}"/>
              </a:ext>
            </a:extLst>
          </p:cNvPr>
          <p:cNvCxnSpPr/>
          <p:nvPr>
            <p:custDataLst>
              <p:tags r:id="rId36"/>
            </p:custDataLst>
          </p:nvPr>
        </p:nvCxnSpPr>
        <p:spPr bwMode="gray">
          <a:xfrm>
            <a:off x="10489860" y="1682320"/>
            <a:ext cx="0" cy="3648583"/>
          </a:xfrm>
          <a:prstGeom prst="line">
            <a:avLst/>
          </a:prstGeom>
          <a:ln w="6350"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OTLSHAPE_TB_00000000000000000000000000000000_ElapsedTime">
            <a:extLst>
              <a:ext uri="{FF2B5EF4-FFF2-40B4-BE49-F238E27FC236}">
                <a16:creationId xmlns:a16="http://schemas.microsoft.com/office/drawing/2014/main" id="{5604F1BE-78FF-BFF7-AA35-1199EEF81EDB}"/>
              </a:ext>
            </a:extLst>
          </p:cNvPr>
          <p:cNvSpPr/>
          <p:nvPr>
            <p:custDataLst>
              <p:tags r:id="rId37"/>
            </p:custDataLst>
          </p:nvPr>
        </p:nvSpPr>
        <p:spPr>
          <a:xfrm>
            <a:off x="1017735" y="1631520"/>
            <a:ext cx="751585" cy="64642"/>
          </a:xfrm>
          <a:prstGeom prst="roundRect">
            <a:avLst/>
          </a:prstGeom>
          <a:solidFill>
            <a:srgbClr val="FF0000">
              <a:alpha val="74902"/>
            </a:srgbClr>
          </a:solidFill>
          <a:ln w="12700" cap="flat" cmpd="sng" algn="ctr">
            <a:noFill/>
            <a:prstDash val="solid"/>
            <a:miter lim="800000"/>
          </a:ln>
          <a:effectLst/>
          <a:scene3d>
            <a:camera prst="orthographicFront"/>
            <a:lightRig rig="threePt" dir="t"/>
          </a:scene3d>
          <a:sp3d>
            <a:bevelT w="12700" h="139700"/>
          </a:sp3d>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45" name="OTLSHAPE_SLM_7b3ea156395b40e796c3717956ba8d25_Shape">
            <a:extLst>
              <a:ext uri="{FF2B5EF4-FFF2-40B4-BE49-F238E27FC236}">
                <a16:creationId xmlns:a16="http://schemas.microsoft.com/office/drawing/2014/main" id="{4055CE8C-AAF6-D9D7-D2D9-8C4B7AF560EB}"/>
              </a:ext>
            </a:extLst>
          </p:cNvPr>
          <p:cNvSpPr/>
          <p:nvPr>
            <p:custDataLst>
              <p:tags r:id="rId38"/>
            </p:custDataLst>
          </p:nvPr>
        </p:nvSpPr>
        <p:spPr>
          <a:xfrm>
            <a:off x="4583450" y="2226390"/>
            <a:ext cx="165100" cy="165100"/>
          </a:xfrm>
          <a:prstGeom prst="triangle">
            <a:avLst/>
          </a:prstGeom>
          <a:solidFill>
            <a:schemeClr val="bg2">
              <a:lumMod val="50000"/>
              <a:lumOff val="50000"/>
            </a:schemeClr>
          </a:solidFill>
          <a:ln w="12700" cap="flat" cmpd="sng" algn="ctr">
            <a:noFill/>
            <a:prstDash val="solid"/>
            <a:miter lim="800000"/>
          </a:ln>
          <a:effectLst/>
          <a:scene3d>
            <a:camera prst="orthographicFront"/>
            <a:lightRig rig="threePt" dir="t"/>
          </a:scene3d>
          <a:sp3d>
            <a:bevelT h="12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6" name="OTLSHAPE_TB_00000000000000000000000000000000_TodayMarkerShape">
            <a:extLst>
              <a:ext uri="{FF2B5EF4-FFF2-40B4-BE49-F238E27FC236}">
                <a16:creationId xmlns:a16="http://schemas.microsoft.com/office/drawing/2014/main" id="{4A9F9AD3-6F93-7B26-F659-AB5EB287A762}"/>
              </a:ext>
            </a:extLst>
          </p:cNvPr>
          <p:cNvSpPr/>
          <p:nvPr>
            <p:custDataLst>
              <p:tags r:id="rId39"/>
            </p:custDataLst>
          </p:nvPr>
        </p:nvSpPr>
        <p:spPr>
          <a:xfrm>
            <a:off x="1730623" y="1682320"/>
            <a:ext cx="76200" cy="84667"/>
          </a:xfrm>
          <a:prstGeom prst="triangl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7" name="OTLSHAPE_TB_00000000000000000000000000000000_TodayMarkerText">
            <a:extLst>
              <a:ext uri="{FF2B5EF4-FFF2-40B4-BE49-F238E27FC236}">
                <a16:creationId xmlns:a16="http://schemas.microsoft.com/office/drawing/2014/main" id="{DDAEBC17-0977-D3F0-82E1-56F2D6E9DFD1}"/>
              </a:ext>
            </a:extLst>
          </p:cNvPr>
          <p:cNvSpPr txBox="1"/>
          <p:nvPr>
            <p:custDataLst>
              <p:tags r:id="rId40"/>
            </p:custDataLst>
          </p:nvPr>
        </p:nvSpPr>
        <p:spPr>
          <a:xfrm>
            <a:off x="1558786" y="1767681"/>
            <a:ext cx="433132" cy="184666"/>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12" normalizeH="0" baseline="0" noProof="0">
                <a:ln>
                  <a:noFill/>
                </a:ln>
                <a:solidFill>
                  <a:schemeClr val="dk1"/>
                </a:solidFill>
                <a:effectLst/>
                <a:uLnTx/>
                <a:uFillTx/>
                <a:ea typeface="等线" panose="02010600030101010101" pitchFamily="2" charset="-122"/>
                <a:cs typeface="+mn-cs"/>
              </a:rPr>
              <a:t>Today</a:t>
            </a:r>
            <a:endParaRPr kumimoji="0" lang="zh-CN" altLang="en-US" sz="1200" b="0" i="0" u="none" strike="noStrike" kern="1200" cap="none" spc="-12" normalizeH="0" baseline="0" noProof="0">
              <a:ln>
                <a:noFill/>
              </a:ln>
              <a:solidFill>
                <a:schemeClr val="dk1"/>
              </a:solidFill>
              <a:effectLst/>
              <a:uLnTx/>
              <a:uFillTx/>
              <a:ea typeface="等线" panose="02010600030101010101" pitchFamily="2" charset="-122"/>
              <a:cs typeface="+mn-cs"/>
            </a:endParaRPr>
          </a:p>
        </p:txBody>
      </p:sp>
      <p:sp>
        <p:nvSpPr>
          <p:cNvPr id="8" name="OTLSHAPE_TB_00000000000000000000000000000000_TimescaleInterval1">
            <a:extLst>
              <a:ext uri="{FF2B5EF4-FFF2-40B4-BE49-F238E27FC236}">
                <a16:creationId xmlns:a16="http://schemas.microsoft.com/office/drawing/2014/main" id="{7F211B25-2A3F-8A59-CE73-8E672AA14193}"/>
              </a:ext>
            </a:extLst>
          </p:cNvPr>
          <p:cNvSpPr txBox="1"/>
          <p:nvPr>
            <p:custDataLst>
              <p:tags r:id="rId41"/>
            </p:custDataLst>
          </p:nvPr>
        </p:nvSpPr>
        <p:spPr>
          <a:xfrm>
            <a:off x="1081236" y="1462293"/>
            <a:ext cx="237244"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spc="-22">
                <a:solidFill>
                  <a:schemeClr val="lt1"/>
                </a:solidFill>
                <a:ea typeface="等线" panose="02010600030101010101" pitchFamily="2" charset="-122"/>
              </a:rPr>
              <a:t>Jan</a:t>
            </a:r>
            <a:endParaRPr kumimoji="0" lang="zh-CN" altLang="en-US" sz="1200" b="0" i="0" u="none" strike="noStrike" kern="1200" cap="none" spc="-22" normalizeH="0" baseline="0" noProof="0">
              <a:ln>
                <a:noFill/>
              </a:ln>
              <a:solidFill>
                <a:schemeClr val="lt1"/>
              </a:solidFill>
              <a:effectLst/>
              <a:uLnTx/>
              <a:uFillTx/>
              <a:ea typeface="等线" panose="02010600030101010101" pitchFamily="2" charset="-122"/>
            </a:endParaRPr>
          </a:p>
        </p:txBody>
      </p:sp>
      <p:sp>
        <p:nvSpPr>
          <p:cNvPr id="12" name="OTLSHAPE_TB_00000000000000000000000000000000_TimescaleInterval2">
            <a:extLst>
              <a:ext uri="{FF2B5EF4-FFF2-40B4-BE49-F238E27FC236}">
                <a16:creationId xmlns:a16="http://schemas.microsoft.com/office/drawing/2014/main" id="{0E9CD42B-ECC6-8181-8DB2-12266520734F}"/>
              </a:ext>
            </a:extLst>
          </p:cNvPr>
          <p:cNvSpPr txBox="1"/>
          <p:nvPr>
            <p:custDataLst>
              <p:tags r:id="rId42"/>
            </p:custDataLst>
          </p:nvPr>
        </p:nvSpPr>
        <p:spPr>
          <a:xfrm>
            <a:off x="1929486" y="1462293"/>
            <a:ext cx="255776"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spc="-18">
                <a:solidFill>
                  <a:schemeClr val="lt1"/>
                </a:solidFill>
                <a:ea typeface="等线" panose="02010600030101010101" pitchFamily="2" charset="-122"/>
              </a:rPr>
              <a:t>Apr</a:t>
            </a:r>
            <a:endParaRPr kumimoji="0" lang="zh-CN" altLang="en-US" sz="1200" b="0" i="0" u="none" strike="noStrike" kern="1200" cap="none" spc="-18" normalizeH="0" baseline="0" noProof="0">
              <a:ln>
                <a:noFill/>
              </a:ln>
              <a:solidFill>
                <a:schemeClr val="lt1"/>
              </a:solidFill>
              <a:effectLst/>
              <a:uLnTx/>
              <a:uFillTx/>
              <a:ea typeface="等线" panose="02010600030101010101" pitchFamily="2" charset="-122"/>
            </a:endParaRPr>
          </a:p>
        </p:txBody>
      </p:sp>
      <p:sp>
        <p:nvSpPr>
          <p:cNvPr id="28" name="OTLSHAPE_TB_00000000000000000000000000000000_TimescaleInterval3">
            <a:extLst>
              <a:ext uri="{FF2B5EF4-FFF2-40B4-BE49-F238E27FC236}">
                <a16:creationId xmlns:a16="http://schemas.microsoft.com/office/drawing/2014/main" id="{1BEA2217-D7DA-3965-FD1B-94B288291371}"/>
              </a:ext>
            </a:extLst>
          </p:cNvPr>
          <p:cNvSpPr txBox="1"/>
          <p:nvPr>
            <p:custDataLst>
              <p:tags r:id="rId43"/>
            </p:custDataLst>
          </p:nvPr>
        </p:nvSpPr>
        <p:spPr>
          <a:xfrm>
            <a:off x="2796586" y="1462293"/>
            <a:ext cx="209994"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spc="-18">
                <a:solidFill>
                  <a:schemeClr val="lt1"/>
                </a:solidFill>
                <a:ea typeface="等线" panose="02010600030101010101" pitchFamily="2" charset="-122"/>
              </a:rPr>
              <a:t>Jul</a:t>
            </a:r>
            <a:endParaRPr kumimoji="0" lang="zh-CN" altLang="en-US" sz="1200" b="0" i="0" u="none" strike="noStrike" kern="1200" cap="none" spc="-18" normalizeH="0" baseline="0" noProof="0">
              <a:ln>
                <a:noFill/>
              </a:ln>
              <a:solidFill>
                <a:schemeClr val="lt1"/>
              </a:solidFill>
              <a:effectLst/>
              <a:uLnTx/>
              <a:uFillTx/>
              <a:ea typeface="等线" panose="02010600030101010101" pitchFamily="2" charset="-122"/>
            </a:endParaRPr>
          </a:p>
        </p:txBody>
      </p:sp>
      <p:sp>
        <p:nvSpPr>
          <p:cNvPr id="49" name="OTLSHAPE_TB_00000000000000000000000000000000_TimescaleInterval4">
            <a:extLst>
              <a:ext uri="{FF2B5EF4-FFF2-40B4-BE49-F238E27FC236}">
                <a16:creationId xmlns:a16="http://schemas.microsoft.com/office/drawing/2014/main" id="{C2FD6DDC-9943-914B-84FA-1A4B07E9425A}"/>
              </a:ext>
            </a:extLst>
          </p:cNvPr>
          <p:cNvSpPr txBox="1"/>
          <p:nvPr>
            <p:custDataLst>
              <p:tags r:id="rId44"/>
            </p:custDataLst>
          </p:nvPr>
        </p:nvSpPr>
        <p:spPr>
          <a:xfrm>
            <a:off x="3663685" y="1462293"/>
            <a:ext cx="228600"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spc="-18">
                <a:solidFill>
                  <a:schemeClr val="lt1"/>
                </a:solidFill>
                <a:ea typeface="等线" panose="02010600030101010101" pitchFamily="2" charset="-122"/>
              </a:rPr>
              <a:t>Oct</a:t>
            </a:r>
            <a:endParaRPr kumimoji="0" lang="zh-CN" altLang="en-US" sz="1200" b="0" i="0" u="none" strike="noStrike" kern="1200" cap="none" spc="-18" normalizeH="0" baseline="0" noProof="0">
              <a:ln>
                <a:noFill/>
              </a:ln>
              <a:solidFill>
                <a:schemeClr val="lt1"/>
              </a:solidFill>
              <a:effectLst/>
              <a:uLnTx/>
              <a:uFillTx/>
              <a:ea typeface="等线" panose="02010600030101010101" pitchFamily="2" charset="-122"/>
            </a:endParaRPr>
          </a:p>
        </p:txBody>
      </p:sp>
      <p:sp>
        <p:nvSpPr>
          <p:cNvPr id="10" name="OTLSHAPE_TB_00000000000000000000000000000000_TimescaleInterval5">
            <a:extLst>
              <a:ext uri="{FF2B5EF4-FFF2-40B4-BE49-F238E27FC236}">
                <a16:creationId xmlns:a16="http://schemas.microsoft.com/office/drawing/2014/main" id="{688BA995-7A05-3B1D-5C6E-496F8164A6C9}"/>
              </a:ext>
            </a:extLst>
          </p:cNvPr>
          <p:cNvSpPr txBox="1"/>
          <p:nvPr>
            <p:custDataLst>
              <p:tags r:id="rId45"/>
            </p:custDataLst>
          </p:nvPr>
        </p:nvSpPr>
        <p:spPr>
          <a:xfrm>
            <a:off x="4521360" y="1462293"/>
            <a:ext cx="237244"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spc="-22">
                <a:solidFill>
                  <a:schemeClr val="lt1"/>
                </a:solidFill>
              </a:rPr>
              <a:t>Jan</a:t>
            </a:r>
            <a:endParaRPr kumimoji="0" lang="zh-CN" altLang="en-US" sz="1200" b="0" i="0" u="none" strike="noStrike" kern="1200" cap="none" spc="-22" normalizeH="0" baseline="0" noProof="0">
              <a:ln>
                <a:noFill/>
              </a:ln>
              <a:solidFill>
                <a:schemeClr val="lt1"/>
              </a:solidFill>
              <a:effectLst/>
              <a:uLnTx/>
              <a:uFillTx/>
            </a:endParaRPr>
          </a:p>
        </p:txBody>
      </p:sp>
      <p:sp>
        <p:nvSpPr>
          <p:cNvPr id="35" name="OTLSHAPE_TB_00000000000000000000000000000000_TimescaleInterval6">
            <a:extLst>
              <a:ext uri="{FF2B5EF4-FFF2-40B4-BE49-F238E27FC236}">
                <a16:creationId xmlns:a16="http://schemas.microsoft.com/office/drawing/2014/main" id="{F76327F0-6FD8-D79F-A418-0BF7FF70CAD7}"/>
              </a:ext>
            </a:extLst>
          </p:cNvPr>
          <p:cNvSpPr txBox="1"/>
          <p:nvPr>
            <p:custDataLst>
              <p:tags r:id="rId46"/>
            </p:custDataLst>
          </p:nvPr>
        </p:nvSpPr>
        <p:spPr bwMode="gray">
          <a:xfrm>
            <a:off x="5369610" y="1462293"/>
            <a:ext cx="258084"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18" normalizeH="0" baseline="0" noProof="0">
                <a:ln>
                  <a:noFill/>
                </a:ln>
                <a:solidFill>
                  <a:schemeClr val="lt1"/>
                </a:solidFill>
                <a:effectLst/>
                <a:uLnTx/>
                <a:uFillTx/>
                <a:ea typeface="+mn-ea"/>
                <a:cs typeface="+mn-cs"/>
              </a:rPr>
              <a:t>Apr</a:t>
            </a:r>
            <a:endParaRPr kumimoji="0" lang="zh-CN" altLang="en-US" sz="1200" b="0" i="0" u="none" strike="noStrike" kern="1200" cap="none" spc="-18" normalizeH="0" baseline="0" noProof="0">
              <a:ln>
                <a:noFill/>
              </a:ln>
              <a:solidFill>
                <a:schemeClr val="lt1"/>
              </a:solidFill>
              <a:effectLst/>
              <a:uLnTx/>
              <a:uFillTx/>
              <a:ea typeface="+mn-ea"/>
              <a:cs typeface="+mn-cs"/>
            </a:endParaRPr>
          </a:p>
        </p:txBody>
      </p:sp>
      <p:sp>
        <p:nvSpPr>
          <p:cNvPr id="37" name="OTLSHAPE_TB_00000000000000000000000000000000_TimescaleInterval7">
            <a:extLst>
              <a:ext uri="{FF2B5EF4-FFF2-40B4-BE49-F238E27FC236}">
                <a16:creationId xmlns:a16="http://schemas.microsoft.com/office/drawing/2014/main" id="{CA4B253B-73C8-65C4-A3C2-D0A0480F2E8B}"/>
              </a:ext>
            </a:extLst>
          </p:cNvPr>
          <p:cNvSpPr txBox="1"/>
          <p:nvPr>
            <p:custDataLst>
              <p:tags r:id="rId47"/>
            </p:custDataLst>
          </p:nvPr>
        </p:nvSpPr>
        <p:spPr bwMode="gray">
          <a:xfrm>
            <a:off x="6236710" y="1462293"/>
            <a:ext cx="209994"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lang="en-US" altLang="zh-CN" sz="1200" spc="-18">
                <a:solidFill>
                  <a:schemeClr val="lt1"/>
                </a:solidFill>
              </a:rPr>
              <a:t>Jul</a:t>
            </a:r>
            <a:endParaRPr kumimoji="0" lang="zh-CN" altLang="en-US" sz="1200" b="0" i="0" u="none" strike="noStrike" kern="1200" cap="none" spc="-18" normalizeH="0" baseline="0" noProof="0">
              <a:ln>
                <a:noFill/>
              </a:ln>
              <a:solidFill>
                <a:schemeClr val="lt1"/>
              </a:solidFill>
              <a:effectLst/>
              <a:uLnTx/>
              <a:uFillTx/>
            </a:endParaRPr>
          </a:p>
        </p:txBody>
      </p:sp>
      <p:sp>
        <p:nvSpPr>
          <p:cNvPr id="50" name="OTLSHAPE_TB_00000000000000000000000000000000_TimescaleInterval8">
            <a:extLst>
              <a:ext uri="{FF2B5EF4-FFF2-40B4-BE49-F238E27FC236}">
                <a16:creationId xmlns:a16="http://schemas.microsoft.com/office/drawing/2014/main" id="{F9C62005-94C1-0273-DB77-6040834DAE3B}"/>
              </a:ext>
            </a:extLst>
          </p:cNvPr>
          <p:cNvSpPr txBox="1"/>
          <p:nvPr>
            <p:custDataLst>
              <p:tags r:id="rId48"/>
            </p:custDataLst>
          </p:nvPr>
        </p:nvSpPr>
        <p:spPr bwMode="gray">
          <a:xfrm>
            <a:off x="7103810" y="1462293"/>
            <a:ext cx="227626"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lang="en-US" altLang="zh-CN" sz="1200" spc="-18">
                <a:solidFill>
                  <a:schemeClr val="lt1"/>
                </a:solidFill>
              </a:rPr>
              <a:t>Oct</a:t>
            </a:r>
            <a:endParaRPr kumimoji="0" lang="zh-CN" altLang="en-US" sz="1200" b="0" i="0" u="none" strike="noStrike" kern="1200" cap="none" spc="-18" normalizeH="0" baseline="0" noProof="0">
              <a:ln>
                <a:noFill/>
              </a:ln>
              <a:solidFill>
                <a:schemeClr val="lt1"/>
              </a:solidFill>
              <a:effectLst/>
              <a:uLnTx/>
              <a:uFillTx/>
            </a:endParaRPr>
          </a:p>
        </p:txBody>
      </p:sp>
      <p:sp>
        <p:nvSpPr>
          <p:cNvPr id="52" name="OTLSHAPE_TB_00000000000000000000000000000000_TimescaleInterval9">
            <a:extLst>
              <a:ext uri="{FF2B5EF4-FFF2-40B4-BE49-F238E27FC236}">
                <a16:creationId xmlns:a16="http://schemas.microsoft.com/office/drawing/2014/main" id="{4E429001-637E-6B8A-E6F8-B945A542C2AD}"/>
              </a:ext>
            </a:extLst>
          </p:cNvPr>
          <p:cNvSpPr txBox="1"/>
          <p:nvPr>
            <p:custDataLst>
              <p:tags r:id="rId49"/>
            </p:custDataLst>
          </p:nvPr>
        </p:nvSpPr>
        <p:spPr bwMode="gray">
          <a:xfrm>
            <a:off x="7961485" y="1462293"/>
            <a:ext cx="237244"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lang="en-US" altLang="zh-CN" sz="1200" spc="-22">
                <a:solidFill>
                  <a:schemeClr val="lt1"/>
                </a:solidFill>
              </a:rPr>
              <a:t>Jan</a:t>
            </a:r>
            <a:endParaRPr kumimoji="0" lang="zh-CN" altLang="en-US" sz="1200" b="0" i="0" u="none" strike="noStrike" kern="1200" cap="none" spc="-22" normalizeH="0" baseline="0" noProof="0">
              <a:ln>
                <a:noFill/>
              </a:ln>
              <a:solidFill>
                <a:schemeClr val="lt1"/>
              </a:solidFill>
              <a:effectLst/>
              <a:uLnTx/>
              <a:uFillTx/>
            </a:endParaRPr>
          </a:p>
        </p:txBody>
      </p:sp>
      <p:sp>
        <p:nvSpPr>
          <p:cNvPr id="54" name="OTLSHAPE_TB_00000000000000000000000000000000_TimescaleInterval10">
            <a:extLst>
              <a:ext uri="{FF2B5EF4-FFF2-40B4-BE49-F238E27FC236}">
                <a16:creationId xmlns:a16="http://schemas.microsoft.com/office/drawing/2014/main" id="{EA1BAB57-16E7-EE7E-FA5F-10A82E0DE641}"/>
              </a:ext>
            </a:extLst>
          </p:cNvPr>
          <p:cNvSpPr txBox="1"/>
          <p:nvPr>
            <p:custDataLst>
              <p:tags r:id="rId50"/>
            </p:custDataLst>
          </p:nvPr>
        </p:nvSpPr>
        <p:spPr bwMode="gray">
          <a:xfrm>
            <a:off x="8819160" y="1462293"/>
            <a:ext cx="258084"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lang="en-US" altLang="zh-CN" sz="1200" spc="-18">
                <a:solidFill>
                  <a:schemeClr val="lt1"/>
                </a:solidFill>
              </a:rPr>
              <a:t>Apr</a:t>
            </a:r>
            <a:endParaRPr kumimoji="0" lang="zh-CN" altLang="en-US" sz="1200" b="0" i="0" u="none" strike="noStrike" kern="1200" cap="none" spc="-18" normalizeH="0" baseline="0" noProof="0">
              <a:ln>
                <a:noFill/>
              </a:ln>
              <a:solidFill>
                <a:schemeClr val="lt1"/>
              </a:solidFill>
              <a:effectLst/>
              <a:uLnTx/>
              <a:uFillTx/>
            </a:endParaRPr>
          </a:p>
        </p:txBody>
      </p:sp>
      <p:sp>
        <p:nvSpPr>
          <p:cNvPr id="56" name="OTLSHAPE_TB_00000000000000000000000000000000_TimescaleInterval11">
            <a:extLst>
              <a:ext uri="{FF2B5EF4-FFF2-40B4-BE49-F238E27FC236}">
                <a16:creationId xmlns:a16="http://schemas.microsoft.com/office/drawing/2014/main" id="{F7842977-F7D9-8645-BE3D-6A07D7FE02BA}"/>
              </a:ext>
            </a:extLst>
          </p:cNvPr>
          <p:cNvSpPr txBox="1"/>
          <p:nvPr>
            <p:custDataLst>
              <p:tags r:id="rId51"/>
            </p:custDataLst>
          </p:nvPr>
        </p:nvSpPr>
        <p:spPr bwMode="gray">
          <a:xfrm>
            <a:off x="9686260" y="1462293"/>
            <a:ext cx="209994"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lang="en-US" altLang="zh-CN" sz="1200" spc="-18">
                <a:solidFill>
                  <a:schemeClr val="lt1"/>
                </a:solidFill>
              </a:rPr>
              <a:t>Jul</a:t>
            </a:r>
            <a:endParaRPr kumimoji="0" lang="en-US" altLang="zh-CN" sz="1200" b="0" i="0" u="none" strike="noStrike" kern="1200" cap="none" spc="-18" normalizeH="0" baseline="0" noProof="0">
              <a:ln>
                <a:noFill/>
              </a:ln>
              <a:solidFill>
                <a:schemeClr val="lt1"/>
              </a:solidFill>
              <a:effectLst/>
              <a:uLnTx/>
              <a:uFillTx/>
            </a:endParaRPr>
          </a:p>
        </p:txBody>
      </p:sp>
      <p:sp>
        <p:nvSpPr>
          <p:cNvPr id="58" name="OTLSHAPE_TB_00000000000000000000000000000000_TimescaleInterval12">
            <a:extLst>
              <a:ext uri="{FF2B5EF4-FFF2-40B4-BE49-F238E27FC236}">
                <a16:creationId xmlns:a16="http://schemas.microsoft.com/office/drawing/2014/main" id="{B4214ADA-C7CB-A09A-4E88-94C92BA06F02}"/>
              </a:ext>
            </a:extLst>
          </p:cNvPr>
          <p:cNvSpPr txBox="1"/>
          <p:nvPr>
            <p:custDataLst>
              <p:tags r:id="rId52"/>
            </p:custDataLst>
          </p:nvPr>
        </p:nvSpPr>
        <p:spPr bwMode="gray">
          <a:xfrm>
            <a:off x="10553360" y="1462293"/>
            <a:ext cx="227626"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lang="en-US" altLang="zh-CN" sz="1200" spc="-18">
                <a:solidFill>
                  <a:schemeClr val="lt1"/>
                </a:solidFill>
              </a:rPr>
              <a:t>Oct</a:t>
            </a:r>
            <a:endParaRPr kumimoji="0" lang="zh-CN" altLang="en-US" sz="1200" strike="noStrike" kern="1200" cap="none" spc="-18" normalizeH="0" baseline="0" noProof="0">
              <a:ln>
                <a:noFill/>
              </a:ln>
              <a:solidFill>
                <a:schemeClr val="lt1"/>
              </a:solidFill>
              <a:effectLst/>
              <a:uLnTx/>
              <a:uFillTx/>
            </a:endParaRPr>
          </a:p>
        </p:txBody>
      </p:sp>
      <p:sp>
        <p:nvSpPr>
          <p:cNvPr id="61" name="OTLSHAPE_TB_00000000000000000000000000000000_ScaleMarking2">
            <a:extLst>
              <a:ext uri="{FF2B5EF4-FFF2-40B4-BE49-F238E27FC236}">
                <a16:creationId xmlns:a16="http://schemas.microsoft.com/office/drawing/2014/main" id="{61543AD1-0C01-A7A1-AA98-8FED941F1061}"/>
              </a:ext>
            </a:extLst>
          </p:cNvPr>
          <p:cNvSpPr txBox="1"/>
          <p:nvPr>
            <p:custDataLst>
              <p:tags r:id="rId53"/>
            </p:custDataLst>
          </p:nvPr>
        </p:nvSpPr>
        <p:spPr bwMode="gray">
          <a:xfrm>
            <a:off x="1034136" y="1242265"/>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rgbClr val="44546A"/>
                </a:solidFill>
                <a:effectLst/>
                <a:uLnTx/>
                <a:uFillTx/>
                <a:ea typeface="+mn-ea"/>
                <a:cs typeface="+mn-cs"/>
              </a:rPr>
              <a:t>2026</a:t>
            </a:r>
            <a:endParaRPr kumimoji="0" lang="zh-CN" altLang="en-US" sz="1200" b="0" i="0" u="none" strike="noStrike" kern="1200" cap="none" spc="-20" normalizeH="0" baseline="0" noProof="0">
              <a:ln>
                <a:noFill/>
              </a:ln>
              <a:solidFill>
                <a:srgbClr val="44546A"/>
              </a:solidFill>
              <a:effectLst/>
              <a:uLnTx/>
              <a:uFillTx/>
              <a:ea typeface="+mn-ea"/>
              <a:cs typeface="+mn-cs"/>
            </a:endParaRPr>
          </a:p>
        </p:txBody>
      </p:sp>
      <p:sp>
        <p:nvSpPr>
          <p:cNvPr id="62" name="OTLSHAPE_TB_00000000000000000000000000000000_ScaleMarking3">
            <a:extLst>
              <a:ext uri="{FF2B5EF4-FFF2-40B4-BE49-F238E27FC236}">
                <a16:creationId xmlns:a16="http://schemas.microsoft.com/office/drawing/2014/main" id="{518CFA19-DE11-DDE5-819F-AB064FCCDB97}"/>
              </a:ext>
            </a:extLst>
          </p:cNvPr>
          <p:cNvSpPr txBox="1"/>
          <p:nvPr>
            <p:custDataLst>
              <p:tags r:id="rId54"/>
            </p:custDataLst>
          </p:nvPr>
        </p:nvSpPr>
        <p:spPr bwMode="gray">
          <a:xfrm>
            <a:off x="4474260" y="1242265"/>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rgbClr val="44546A"/>
                </a:solidFill>
                <a:effectLst/>
                <a:uLnTx/>
                <a:uFillTx/>
                <a:ea typeface="+mn-ea"/>
                <a:cs typeface="+mn-cs"/>
              </a:rPr>
              <a:t>2027</a:t>
            </a:r>
            <a:endParaRPr kumimoji="0" lang="zh-CN" altLang="en-US" sz="1200" b="0" i="0" u="none" strike="noStrike" kern="1200" cap="none" spc="-20" normalizeH="0" baseline="0" noProof="0">
              <a:ln>
                <a:noFill/>
              </a:ln>
              <a:solidFill>
                <a:srgbClr val="44546A"/>
              </a:solidFill>
              <a:effectLst/>
              <a:uLnTx/>
              <a:uFillTx/>
              <a:ea typeface="+mn-ea"/>
              <a:cs typeface="+mn-cs"/>
            </a:endParaRPr>
          </a:p>
        </p:txBody>
      </p:sp>
      <p:sp>
        <p:nvSpPr>
          <p:cNvPr id="63" name="OTLSHAPE_TB_00000000000000000000000000000000_ScaleMarking4">
            <a:extLst>
              <a:ext uri="{FF2B5EF4-FFF2-40B4-BE49-F238E27FC236}">
                <a16:creationId xmlns:a16="http://schemas.microsoft.com/office/drawing/2014/main" id="{A03DF9D8-A3E2-42AD-9101-55C6E6D3C190}"/>
              </a:ext>
            </a:extLst>
          </p:cNvPr>
          <p:cNvSpPr txBox="1"/>
          <p:nvPr>
            <p:custDataLst>
              <p:tags r:id="rId55"/>
            </p:custDataLst>
          </p:nvPr>
        </p:nvSpPr>
        <p:spPr bwMode="gray">
          <a:xfrm>
            <a:off x="7923810" y="1242265"/>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rgbClr val="44546A"/>
                </a:solidFill>
                <a:effectLst/>
                <a:uLnTx/>
                <a:uFillTx/>
                <a:ea typeface="+mn-ea"/>
                <a:cs typeface="+mn-cs"/>
              </a:rPr>
              <a:t>2028</a:t>
            </a:r>
            <a:endParaRPr kumimoji="0" lang="zh-CN" altLang="en-US" sz="1200" b="0" i="0" u="none" strike="noStrike" kern="1200" cap="none" spc="-20" normalizeH="0" baseline="0" noProof="0">
              <a:ln>
                <a:noFill/>
              </a:ln>
              <a:solidFill>
                <a:srgbClr val="44546A"/>
              </a:solidFill>
              <a:effectLst/>
              <a:uLnTx/>
              <a:uFillTx/>
              <a:ea typeface="+mn-ea"/>
              <a:cs typeface="+mn-cs"/>
            </a:endParaRPr>
          </a:p>
        </p:txBody>
      </p:sp>
      <p:cxnSp>
        <p:nvCxnSpPr>
          <p:cNvPr id="9" name="OTLSHAPE_TB_00000000000000000000000000000000_Separator1">
            <a:extLst>
              <a:ext uri="{FF2B5EF4-FFF2-40B4-BE49-F238E27FC236}">
                <a16:creationId xmlns:a16="http://schemas.microsoft.com/office/drawing/2014/main" id="{41447217-45C2-2090-FBFC-19AB9193E6EA}"/>
              </a:ext>
            </a:extLst>
          </p:cNvPr>
          <p:cNvCxnSpPr/>
          <p:nvPr>
            <p:custDataLst>
              <p:tags r:id="rId56"/>
            </p:custDataLst>
          </p:nvPr>
        </p:nvCxnSpPr>
        <p:spPr>
          <a:xfrm>
            <a:off x="1865986" y="1466420"/>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OTLSHAPE_TB_00000000000000000000000000000000_Separator2">
            <a:extLst>
              <a:ext uri="{FF2B5EF4-FFF2-40B4-BE49-F238E27FC236}">
                <a16:creationId xmlns:a16="http://schemas.microsoft.com/office/drawing/2014/main" id="{60C182C7-83A0-2592-78F2-2246D861B8C5}"/>
              </a:ext>
            </a:extLst>
          </p:cNvPr>
          <p:cNvCxnSpPr/>
          <p:nvPr>
            <p:custDataLst>
              <p:tags r:id="rId57"/>
            </p:custDataLst>
          </p:nvPr>
        </p:nvCxnSpPr>
        <p:spPr>
          <a:xfrm>
            <a:off x="2733086" y="1466420"/>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OTLSHAPE_TB_00000000000000000000000000000000_Separator3">
            <a:extLst>
              <a:ext uri="{FF2B5EF4-FFF2-40B4-BE49-F238E27FC236}">
                <a16:creationId xmlns:a16="http://schemas.microsoft.com/office/drawing/2014/main" id="{AEF4BA37-538F-7377-E9C0-18D245349266}"/>
              </a:ext>
            </a:extLst>
          </p:cNvPr>
          <p:cNvCxnSpPr/>
          <p:nvPr>
            <p:custDataLst>
              <p:tags r:id="rId58"/>
            </p:custDataLst>
          </p:nvPr>
        </p:nvCxnSpPr>
        <p:spPr>
          <a:xfrm>
            <a:off x="3600185" y="1466420"/>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 name="OTLSHAPE_TB_00000000000000000000000000000000_Separator4">
            <a:extLst>
              <a:ext uri="{FF2B5EF4-FFF2-40B4-BE49-F238E27FC236}">
                <a16:creationId xmlns:a16="http://schemas.microsoft.com/office/drawing/2014/main" id="{6A4FA8B0-2E3D-699C-E3A6-B18ED5D43365}"/>
              </a:ext>
            </a:extLst>
          </p:cNvPr>
          <p:cNvCxnSpPr/>
          <p:nvPr>
            <p:custDataLst>
              <p:tags r:id="rId59"/>
            </p:custDataLst>
          </p:nvPr>
        </p:nvCxnSpPr>
        <p:spPr>
          <a:xfrm>
            <a:off x="4457860" y="1466420"/>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OTLSHAPE_TB_00000000000000000000000000000000_Separator5">
            <a:extLst>
              <a:ext uri="{FF2B5EF4-FFF2-40B4-BE49-F238E27FC236}">
                <a16:creationId xmlns:a16="http://schemas.microsoft.com/office/drawing/2014/main" id="{7B9F5977-0AF6-D9EC-BB38-8A8F05095AAC}"/>
              </a:ext>
            </a:extLst>
          </p:cNvPr>
          <p:cNvCxnSpPr/>
          <p:nvPr>
            <p:custDataLst>
              <p:tags r:id="rId60"/>
            </p:custDataLst>
          </p:nvPr>
        </p:nvCxnSpPr>
        <p:spPr bwMode="gray">
          <a:xfrm>
            <a:off x="5306110" y="1466420"/>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OTLSHAPE_TB_00000000000000000000000000000000_Separator6">
            <a:extLst>
              <a:ext uri="{FF2B5EF4-FFF2-40B4-BE49-F238E27FC236}">
                <a16:creationId xmlns:a16="http://schemas.microsoft.com/office/drawing/2014/main" id="{6E02CCDB-2C17-F5C0-6207-928DB4DF9230}"/>
              </a:ext>
            </a:extLst>
          </p:cNvPr>
          <p:cNvCxnSpPr/>
          <p:nvPr>
            <p:custDataLst>
              <p:tags r:id="rId61"/>
            </p:custDataLst>
          </p:nvPr>
        </p:nvCxnSpPr>
        <p:spPr bwMode="gray">
          <a:xfrm>
            <a:off x="6173210" y="1466420"/>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OTLSHAPE_TB_00000000000000000000000000000000_Separator7">
            <a:extLst>
              <a:ext uri="{FF2B5EF4-FFF2-40B4-BE49-F238E27FC236}">
                <a16:creationId xmlns:a16="http://schemas.microsoft.com/office/drawing/2014/main" id="{45C5985C-5737-2B72-CAD1-4AEC324DAA5C}"/>
              </a:ext>
            </a:extLst>
          </p:cNvPr>
          <p:cNvCxnSpPr/>
          <p:nvPr>
            <p:custDataLst>
              <p:tags r:id="rId62"/>
            </p:custDataLst>
          </p:nvPr>
        </p:nvCxnSpPr>
        <p:spPr bwMode="gray">
          <a:xfrm>
            <a:off x="7040310" y="1466420"/>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OTLSHAPE_TB_00000000000000000000000000000000_Separator8">
            <a:extLst>
              <a:ext uri="{FF2B5EF4-FFF2-40B4-BE49-F238E27FC236}">
                <a16:creationId xmlns:a16="http://schemas.microsoft.com/office/drawing/2014/main" id="{7E973F61-9140-D679-7DED-D4294F75F4C9}"/>
              </a:ext>
            </a:extLst>
          </p:cNvPr>
          <p:cNvCxnSpPr/>
          <p:nvPr>
            <p:custDataLst>
              <p:tags r:id="rId63"/>
            </p:custDataLst>
          </p:nvPr>
        </p:nvCxnSpPr>
        <p:spPr bwMode="gray">
          <a:xfrm>
            <a:off x="7897985" y="1466420"/>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OTLSHAPE_TB_00000000000000000000000000000000_Separator9">
            <a:extLst>
              <a:ext uri="{FF2B5EF4-FFF2-40B4-BE49-F238E27FC236}">
                <a16:creationId xmlns:a16="http://schemas.microsoft.com/office/drawing/2014/main" id="{099E2F2A-25EC-1286-241A-43F74D160C0F}"/>
              </a:ext>
            </a:extLst>
          </p:cNvPr>
          <p:cNvCxnSpPr/>
          <p:nvPr>
            <p:custDataLst>
              <p:tags r:id="rId64"/>
            </p:custDataLst>
          </p:nvPr>
        </p:nvCxnSpPr>
        <p:spPr bwMode="gray">
          <a:xfrm>
            <a:off x="8755660" y="1466420"/>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OTLSHAPE_TB_00000000000000000000000000000000_Separator10">
            <a:extLst>
              <a:ext uri="{FF2B5EF4-FFF2-40B4-BE49-F238E27FC236}">
                <a16:creationId xmlns:a16="http://schemas.microsoft.com/office/drawing/2014/main" id="{E4E74D59-2A08-1B92-8D03-E340149004E6}"/>
              </a:ext>
            </a:extLst>
          </p:cNvPr>
          <p:cNvCxnSpPr/>
          <p:nvPr>
            <p:custDataLst>
              <p:tags r:id="rId65"/>
            </p:custDataLst>
          </p:nvPr>
        </p:nvCxnSpPr>
        <p:spPr bwMode="gray">
          <a:xfrm>
            <a:off x="9622760" y="1466420"/>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OTLSHAPE_TB_00000000000000000000000000000000_Separator11">
            <a:extLst>
              <a:ext uri="{FF2B5EF4-FFF2-40B4-BE49-F238E27FC236}">
                <a16:creationId xmlns:a16="http://schemas.microsoft.com/office/drawing/2014/main" id="{7FB75A10-182A-416B-1A76-66EF68CB9D85}"/>
              </a:ext>
            </a:extLst>
          </p:cNvPr>
          <p:cNvCxnSpPr>
            <a:cxnSpLocks/>
          </p:cNvCxnSpPr>
          <p:nvPr>
            <p:custDataLst>
              <p:tags r:id="rId66"/>
            </p:custDataLst>
          </p:nvPr>
        </p:nvCxnSpPr>
        <p:spPr bwMode="gray">
          <a:xfrm>
            <a:off x="10489860" y="1466420"/>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OTLSHAPE_SLM_7b3ea156395b40e796c3717956ba8d25_Title">
            <a:extLst>
              <a:ext uri="{FF2B5EF4-FFF2-40B4-BE49-F238E27FC236}">
                <a16:creationId xmlns:a16="http://schemas.microsoft.com/office/drawing/2014/main" id="{95EADF8D-D0B2-F4FA-5258-0C4FB1A9A00A}"/>
              </a:ext>
            </a:extLst>
          </p:cNvPr>
          <p:cNvSpPr txBox="1"/>
          <p:nvPr>
            <p:custDataLst>
              <p:tags r:id="rId67"/>
            </p:custDataLst>
          </p:nvPr>
        </p:nvSpPr>
        <p:spPr bwMode="gray">
          <a:xfrm>
            <a:off x="736372" y="2149979"/>
            <a:ext cx="3797104" cy="324060"/>
          </a:xfrm>
          <a:prstGeom prst="rect">
            <a:avLst/>
          </a:prstGeom>
          <a:noFill/>
        </p:spPr>
        <p:txBody>
          <a:bodyPr vert="horz" wrap="square" lIns="0" tIns="0" rIns="0" bIns="0" rtlCol="0" anchor="ctr" anchorCtr="0">
            <a:noAutofit/>
          </a:bodyPr>
          <a:lstStyle/>
          <a:p>
            <a:pPr algn="r">
              <a:lnSpc>
                <a:spcPct val="140000"/>
              </a:lnSpc>
            </a:pPr>
            <a:r>
              <a:rPr lang="en-US" altLang="zh-CN" sz="1100" b="1" spc="-6">
                <a:solidFill>
                  <a:schemeClr val="bg1">
                    <a:lumMod val="50000"/>
                  </a:schemeClr>
                </a:solidFill>
              </a:rPr>
              <a:t>ADHD &amp; BPD – gPh1b </a:t>
            </a:r>
            <a:r>
              <a:rPr lang="en-US" altLang="zh-CN" sz="1100" b="1" spc="-6" err="1">
                <a:solidFill>
                  <a:schemeClr val="bg1">
                    <a:lumMod val="50000"/>
                  </a:schemeClr>
                </a:solidFill>
              </a:rPr>
              <a:t>PoM</a:t>
            </a:r>
            <a:r>
              <a:rPr lang="en-US" altLang="zh-CN" sz="1100" b="1" spc="-6">
                <a:solidFill>
                  <a:schemeClr val="bg1">
                    <a:lumMod val="50000"/>
                  </a:schemeClr>
                </a:solidFill>
              </a:rPr>
              <a:t> (1516-0003)</a:t>
            </a:r>
            <a:endParaRPr lang="zh-CN" altLang="en-US" sz="1100" b="1" spc="-6">
              <a:solidFill>
                <a:schemeClr val="bg1">
                  <a:lumMod val="50000"/>
                </a:schemeClr>
              </a:solidFill>
            </a:endParaRPr>
          </a:p>
        </p:txBody>
      </p:sp>
      <p:sp>
        <p:nvSpPr>
          <p:cNvPr id="19" name="OTLSHAPE_SLM_91fde2a6986340318c4c12deb9d782e6_Date">
            <a:extLst>
              <a:ext uri="{FF2B5EF4-FFF2-40B4-BE49-F238E27FC236}">
                <a16:creationId xmlns:a16="http://schemas.microsoft.com/office/drawing/2014/main" id="{218BF9BD-8F45-948C-0A35-80413AFADA01}"/>
              </a:ext>
            </a:extLst>
          </p:cNvPr>
          <p:cNvSpPr txBox="1"/>
          <p:nvPr>
            <p:custDataLst>
              <p:tags r:id="rId68"/>
            </p:custDataLst>
          </p:nvPr>
        </p:nvSpPr>
        <p:spPr>
          <a:xfrm>
            <a:off x="4810000" y="2258133"/>
            <a:ext cx="1190781"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6" normalizeH="0" baseline="0" noProof="0" err="1">
                <a:ln>
                  <a:noFill/>
                </a:ln>
                <a:solidFill>
                  <a:schemeClr val="dk2"/>
                </a:solidFill>
                <a:effectLst/>
                <a:uLnTx/>
                <a:uFillTx/>
                <a:ea typeface="+mn-ea"/>
                <a:cs typeface="+mn-cs"/>
              </a:rPr>
              <a:t>PoM</a:t>
            </a:r>
            <a:r>
              <a:rPr kumimoji="0" lang="en-US" altLang="zh-CN" sz="1000" b="0" i="0" u="none" strike="noStrike" kern="1200" cap="none" spc="-6" normalizeH="0" baseline="0" noProof="0">
                <a:ln>
                  <a:noFill/>
                </a:ln>
                <a:solidFill>
                  <a:schemeClr val="dk2"/>
                </a:solidFill>
                <a:effectLst/>
                <a:uLnTx/>
                <a:uFillTx/>
                <a:ea typeface="+mn-ea"/>
                <a:cs typeface="+mn-cs"/>
              </a:rPr>
              <a:t>, Jan 2027</a:t>
            </a:r>
            <a:endParaRPr kumimoji="0" lang="zh-CN" altLang="en-US" sz="1000" b="0" i="0" u="none" strike="noStrike" kern="1200" cap="none" spc="-6" normalizeH="0" baseline="0" noProof="0">
              <a:ln>
                <a:noFill/>
              </a:ln>
              <a:solidFill>
                <a:schemeClr val="dk2"/>
              </a:solidFill>
              <a:effectLst/>
              <a:uLnTx/>
              <a:uFillTx/>
              <a:ea typeface="+mn-ea"/>
              <a:cs typeface="+mn-cs"/>
            </a:endParaRPr>
          </a:p>
        </p:txBody>
      </p:sp>
      <p:sp>
        <p:nvSpPr>
          <p:cNvPr id="23" name="OTLSHAPE_SLM_7b3ea156395b40e796c3717956ba8d25_Title">
            <a:extLst>
              <a:ext uri="{FF2B5EF4-FFF2-40B4-BE49-F238E27FC236}">
                <a16:creationId xmlns:a16="http://schemas.microsoft.com/office/drawing/2014/main" id="{4DE71D58-A0FC-0B65-49BA-C39C5DC6C093}"/>
              </a:ext>
            </a:extLst>
          </p:cNvPr>
          <p:cNvSpPr txBox="1"/>
          <p:nvPr>
            <p:custDataLst>
              <p:tags r:id="rId69"/>
            </p:custDataLst>
          </p:nvPr>
        </p:nvSpPr>
        <p:spPr bwMode="gray">
          <a:xfrm>
            <a:off x="6825595" y="2529348"/>
            <a:ext cx="2119175" cy="329422"/>
          </a:xfrm>
          <a:prstGeom prst="rect">
            <a:avLst/>
          </a:prstGeom>
          <a:noFill/>
          <a:ln>
            <a:solidFill>
              <a:schemeClr val="tx1"/>
            </a:solidFill>
            <a:prstDash val="dash"/>
          </a:ln>
        </p:spPr>
        <p:txBody>
          <a:bodyPr vert="horz" wrap="square" lIns="0" tIns="0" rIns="0" bIns="0" rtlCol="0" anchor="ctr" anchorCtr="0">
            <a:noAutofit/>
          </a:bodyPr>
          <a:lstStyle/>
          <a:p>
            <a:pPr algn="r">
              <a:lnSpc>
                <a:spcPct val="140000"/>
              </a:lnSpc>
            </a:pPr>
            <a:r>
              <a:rPr lang="en-US" altLang="zh-CN" sz="1100" b="1" spc="-6">
                <a:solidFill>
                  <a:schemeClr val="dk1"/>
                </a:solidFill>
              </a:rPr>
              <a:t>BPD – gPh2a PoC (1516-0032)</a:t>
            </a:r>
            <a:endParaRPr lang="zh-CN" altLang="en-US" sz="1100" b="1" spc="-6">
              <a:solidFill>
                <a:schemeClr val="dk1"/>
              </a:solidFill>
            </a:endParaRPr>
          </a:p>
        </p:txBody>
      </p:sp>
      <p:sp>
        <p:nvSpPr>
          <p:cNvPr id="24" name="OTLSHAPE_SLM_91fde2a6986340318c4c12deb9d782e6_Date">
            <a:extLst>
              <a:ext uri="{FF2B5EF4-FFF2-40B4-BE49-F238E27FC236}">
                <a16:creationId xmlns:a16="http://schemas.microsoft.com/office/drawing/2014/main" id="{0631602F-5922-485D-AA9E-72D75C220244}"/>
              </a:ext>
            </a:extLst>
          </p:cNvPr>
          <p:cNvSpPr txBox="1"/>
          <p:nvPr>
            <p:custDataLst>
              <p:tags r:id="rId70"/>
            </p:custDataLst>
          </p:nvPr>
        </p:nvSpPr>
        <p:spPr>
          <a:xfrm>
            <a:off x="6176062" y="2641452"/>
            <a:ext cx="822373"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chemeClr val="dk2"/>
                </a:solidFill>
                <a:effectLst/>
                <a:uLnTx/>
                <a:uFillTx/>
                <a:ea typeface="+mn-ea"/>
                <a:cs typeface="+mn-cs"/>
              </a:rPr>
              <a:t>Sep 2027</a:t>
            </a:r>
            <a:endParaRPr kumimoji="0" lang="zh-CN" altLang="en-US" sz="1000" b="0" i="0" u="none" strike="noStrike" kern="1200" cap="none" spc="-6" normalizeH="0" baseline="0" noProof="0">
              <a:ln>
                <a:noFill/>
              </a:ln>
              <a:solidFill>
                <a:schemeClr val="dk2"/>
              </a:solidFill>
              <a:effectLst/>
              <a:uLnTx/>
              <a:uFillTx/>
              <a:ea typeface="+mn-ea"/>
              <a:cs typeface="+mn-cs"/>
            </a:endParaRPr>
          </a:p>
        </p:txBody>
      </p:sp>
      <p:sp>
        <p:nvSpPr>
          <p:cNvPr id="40" name="OTLSHAPE_SL_6624d784f480469eb9e8333edc49234a_HeaderRectangle">
            <a:extLst>
              <a:ext uri="{FF2B5EF4-FFF2-40B4-BE49-F238E27FC236}">
                <a16:creationId xmlns:a16="http://schemas.microsoft.com/office/drawing/2014/main" id="{A477156B-AADC-3484-57FF-2183FCEB5869}"/>
              </a:ext>
            </a:extLst>
          </p:cNvPr>
          <p:cNvSpPr/>
          <p:nvPr>
            <p:custDataLst>
              <p:tags r:id="rId71"/>
            </p:custDataLst>
          </p:nvPr>
        </p:nvSpPr>
        <p:spPr>
          <a:xfrm>
            <a:off x="63500" y="2156242"/>
            <a:ext cx="838200" cy="702528"/>
          </a:xfrm>
          <a:prstGeom prst="rect">
            <a:avLst/>
          </a:prstGeom>
          <a:solidFill>
            <a:schemeClr val="bg2">
              <a:lumMod val="90000"/>
              <a:lumOff val="1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prstClr val="white"/>
                </a:solidFill>
                <a:effectLst/>
                <a:uLnTx/>
                <a:uFillTx/>
                <a:ea typeface="等线" panose="02010600030101010101" pitchFamily="2" charset="-122"/>
                <a:cs typeface="+mn-cs"/>
              </a:rPr>
              <a:t>mGluR4 NAM</a:t>
            </a:r>
            <a:endParaRPr kumimoji="0" lang="zh-CN" altLang="en-US" sz="1200" b="1"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139" name="OTLSHAPE_SL_6624d784f480469eb9e8333edc49234a_HeaderRectangle">
            <a:extLst>
              <a:ext uri="{FF2B5EF4-FFF2-40B4-BE49-F238E27FC236}">
                <a16:creationId xmlns:a16="http://schemas.microsoft.com/office/drawing/2014/main" id="{D80F9A4B-F8EE-7707-7E21-1AB5DCE4DD67}"/>
              </a:ext>
            </a:extLst>
          </p:cNvPr>
          <p:cNvSpPr/>
          <p:nvPr>
            <p:custDataLst>
              <p:tags r:id="rId72"/>
            </p:custDataLst>
          </p:nvPr>
        </p:nvSpPr>
        <p:spPr>
          <a:xfrm>
            <a:off x="60325" y="3696837"/>
            <a:ext cx="838200" cy="306921"/>
          </a:xfrm>
          <a:prstGeom prst="rect">
            <a:avLst/>
          </a:prstGeom>
          <a:solidFill>
            <a:schemeClr val="accent1">
              <a:lumMod val="50000"/>
              <a:lumOff val="5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a:ln>
                  <a:noFill/>
                </a:ln>
                <a:solidFill>
                  <a:prstClr val="white"/>
                </a:solidFill>
                <a:effectLst/>
                <a:uLnTx/>
                <a:uFillTx/>
                <a:ea typeface="等线" panose="02010600030101010101" pitchFamily="2" charset="-122"/>
                <a:cs typeface="+mn-cs"/>
              </a:rPr>
              <a:t>SSTR4</a:t>
            </a:r>
            <a:endParaRPr kumimoji="0" lang="zh-CN" altLang="en-US" sz="1100" b="1"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22" name="OTLSHAPE_SL_93c414d3451d41b4a3dcbdd4eee6b30b_BackgroundRectangle">
            <a:extLst>
              <a:ext uri="{FF2B5EF4-FFF2-40B4-BE49-F238E27FC236}">
                <a16:creationId xmlns:a16="http://schemas.microsoft.com/office/drawing/2014/main" id="{56E5BE68-74D7-3431-1A75-E59B7F9A0A66}"/>
              </a:ext>
            </a:extLst>
          </p:cNvPr>
          <p:cNvSpPr/>
          <p:nvPr>
            <p:custDataLst>
              <p:tags r:id="rId73"/>
            </p:custDataLst>
          </p:nvPr>
        </p:nvSpPr>
        <p:spPr>
          <a:xfrm>
            <a:off x="87601" y="3330576"/>
            <a:ext cx="11290300" cy="279400"/>
          </a:xfrm>
          <a:prstGeom prst="rect">
            <a:avLst/>
          </a:prstGeom>
          <a:solidFill>
            <a:schemeClr val="bg1">
              <a:lumMod val="95000"/>
              <a:alpha val="2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a typeface="等线" panose="02010600030101010101" pitchFamily="2" charset="-122"/>
            </a:endParaRPr>
          </a:p>
        </p:txBody>
      </p:sp>
      <p:sp>
        <p:nvSpPr>
          <p:cNvPr id="46" name="OTLSHAPE_SL_93c414d3451d41b4a3dcbdd4eee6b30b_BackgroundRectangle">
            <a:extLst>
              <a:ext uri="{FF2B5EF4-FFF2-40B4-BE49-F238E27FC236}">
                <a16:creationId xmlns:a16="http://schemas.microsoft.com/office/drawing/2014/main" id="{06738CA0-BFE8-151D-06DA-BD0D68C60B7A}"/>
              </a:ext>
            </a:extLst>
          </p:cNvPr>
          <p:cNvSpPr/>
          <p:nvPr>
            <p:custDataLst>
              <p:tags r:id="rId74"/>
            </p:custDataLst>
          </p:nvPr>
        </p:nvSpPr>
        <p:spPr>
          <a:xfrm>
            <a:off x="60325" y="3310446"/>
            <a:ext cx="11317573" cy="320040"/>
          </a:xfrm>
          <a:prstGeom prst="rect">
            <a:avLst/>
          </a:prstGeom>
          <a:solidFill>
            <a:schemeClr val="bg1">
              <a:lumMod val="85000"/>
              <a:alpha val="2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71" name="OTLSHAPE_SL_6624d784f480469eb9e8333edc49234a_BackgroundRectangle">
            <a:extLst>
              <a:ext uri="{FF2B5EF4-FFF2-40B4-BE49-F238E27FC236}">
                <a16:creationId xmlns:a16="http://schemas.microsoft.com/office/drawing/2014/main" id="{5FC271BD-4893-2ADD-5545-521BE93490BE}"/>
              </a:ext>
            </a:extLst>
          </p:cNvPr>
          <p:cNvSpPr/>
          <p:nvPr>
            <p:custDataLst>
              <p:tags r:id="rId75"/>
            </p:custDataLst>
          </p:nvPr>
        </p:nvSpPr>
        <p:spPr>
          <a:xfrm>
            <a:off x="87601" y="2923499"/>
            <a:ext cx="11290299" cy="317796"/>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91" name="OTLSHAPE_SLM_7b3ea156395b40e796c3717956ba8d25_Shape">
            <a:extLst>
              <a:ext uri="{FF2B5EF4-FFF2-40B4-BE49-F238E27FC236}">
                <a16:creationId xmlns:a16="http://schemas.microsoft.com/office/drawing/2014/main" id="{6AD8C487-8292-DA5C-8418-BB60487A541D}"/>
              </a:ext>
            </a:extLst>
          </p:cNvPr>
          <p:cNvSpPr/>
          <p:nvPr>
            <p:custDataLst>
              <p:tags r:id="rId76"/>
            </p:custDataLst>
          </p:nvPr>
        </p:nvSpPr>
        <p:spPr>
          <a:xfrm>
            <a:off x="5293352" y="2993646"/>
            <a:ext cx="165100" cy="165100"/>
          </a:xfrm>
          <a:prstGeom prst="triangle">
            <a:avLst/>
          </a:prstGeom>
          <a:solidFill>
            <a:schemeClr val="bg2">
              <a:lumMod val="50000"/>
              <a:lumOff val="50000"/>
            </a:schemeClr>
          </a:solidFill>
          <a:ln w="12700" cap="flat" cmpd="sng" algn="ctr">
            <a:noFill/>
            <a:prstDash val="solid"/>
            <a:miter lim="800000"/>
          </a:ln>
          <a:effectLst/>
          <a:scene3d>
            <a:camera prst="orthographicFront"/>
            <a:lightRig rig="threePt" dir="t"/>
          </a:scene3d>
          <a:sp3d>
            <a:bevelT h="12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92" name="OTLSHAPE_SLM_7b3ea156395b40e796c3717956ba8d25_Title">
            <a:extLst>
              <a:ext uri="{FF2B5EF4-FFF2-40B4-BE49-F238E27FC236}">
                <a16:creationId xmlns:a16="http://schemas.microsoft.com/office/drawing/2014/main" id="{33281F35-AE83-D5DA-A680-44F965D68543}"/>
              </a:ext>
            </a:extLst>
          </p:cNvPr>
          <p:cNvSpPr txBox="1"/>
          <p:nvPr>
            <p:custDataLst>
              <p:tags r:id="rId77"/>
            </p:custDataLst>
          </p:nvPr>
        </p:nvSpPr>
        <p:spPr bwMode="gray">
          <a:xfrm>
            <a:off x="1446274" y="2917235"/>
            <a:ext cx="3797104" cy="324060"/>
          </a:xfrm>
          <a:prstGeom prst="rect">
            <a:avLst/>
          </a:prstGeom>
          <a:noFill/>
        </p:spPr>
        <p:txBody>
          <a:bodyPr vert="horz" wrap="square" lIns="0" tIns="0" rIns="0" bIns="0" rtlCol="0" anchor="ctr" anchorCtr="0">
            <a:noAutofit/>
          </a:bodyPr>
          <a:lstStyle/>
          <a:p>
            <a:pPr algn="r">
              <a:lnSpc>
                <a:spcPct val="140000"/>
              </a:lnSpc>
            </a:pPr>
            <a:r>
              <a:rPr lang="en-US" altLang="zh-CN" sz="1100" b="1" spc="-6">
                <a:solidFill>
                  <a:schemeClr val="bg1">
                    <a:lumMod val="50000"/>
                  </a:schemeClr>
                </a:solidFill>
              </a:rPr>
              <a:t>gPh1b </a:t>
            </a:r>
            <a:r>
              <a:rPr lang="en-US" altLang="zh-CN" sz="1100" b="1" spc="-6" err="1">
                <a:solidFill>
                  <a:schemeClr val="bg1">
                    <a:lumMod val="50000"/>
                  </a:schemeClr>
                </a:solidFill>
              </a:rPr>
              <a:t>PoM</a:t>
            </a:r>
            <a:r>
              <a:rPr lang="en-US" altLang="zh-CN" sz="1100" b="1" spc="-6">
                <a:solidFill>
                  <a:schemeClr val="bg1">
                    <a:lumMod val="50000"/>
                  </a:schemeClr>
                </a:solidFill>
              </a:rPr>
              <a:t> (1427-0015)</a:t>
            </a:r>
            <a:endParaRPr lang="zh-CN" altLang="en-US" sz="1100" b="1" spc="-6">
              <a:solidFill>
                <a:schemeClr val="bg1">
                  <a:lumMod val="50000"/>
                </a:schemeClr>
              </a:solidFill>
            </a:endParaRPr>
          </a:p>
        </p:txBody>
      </p:sp>
      <p:sp>
        <p:nvSpPr>
          <p:cNvPr id="93" name="OTLSHAPE_SLM_91fde2a6986340318c4c12deb9d782e6_Date">
            <a:extLst>
              <a:ext uri="{FF2B5EF4-FFF2-40B4-BE49-F238E27FC236}">
                <a16:creationId xmlns:a16="http://schemas.microsoft.com/office/drawing/2014/main" id="{7B6B9A18-C382-B47D-69C1-6296248FB35E}"/>
              </a:ext>
            </a:extLst>
          </p:cNvPr>
          <p:cNvSpPr txBox="1"/>
          <p:nvPr>
            <p:custDataLst>
              <p:tags r:id="rId78"/>
            </p:custDataLst>
          </p:nvPr>
        </p:nvSpPr>
        <p:spPr>
          <a:xfrm>
            <a:off x="5519902" y="3025389"/>
            <a:ext cx="1190781"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6" normalizeH="0" baseline="0" noProof="0" err="1">
                <a:ln>
                  <a:noFill/>
                </a:ln>
                <a:solidFill>
                  <a:schemeClr val="dk2"/>
                </a:solidFill>
                <a:effectLst/>
                <a:uLnTx/>
                <a:uFillTx/>
                <a:ea typeface="+mn-ea"/>
                <a:cs typeface="+mn-cs"/>
              </a:rPr>
              <a:t>PoM</a:t>
            </a:r>
            <a:r>
              <a:rPr kumimoji="0" lang="en-US" altLang="zh-CN" sz="1000" b="0" i="0" u="none" strike="noStrike" kern="1200" cap="none" spc="-6" normalizeH="0" baseline="0" noProof="0">
                <a:ln>
                  <a:noFill/>
                </a:ln>
                <a:solidFill>
                  <a:schemeClr val="dk2"/>
                </a:solidFill>
                <a:effectLst/>
                <a:uLnTx/>
                <a:uFillTx/>
                <a:ea typeface="+mn-ea"/>
                <a:cs typeface="+mn-cs"/>
              </a:rPr>
              <a:t>, Apr 2027</a:t>
            </a:r>
            <a:endParaRPr kumimoji="0" lang="zh-CN" altLang="en-US" sz="1000" b="0" i="0" u="none" strike="noStrike" kern="1200" cap="none" spc="-6" normalizeH="0" baseline="0" noProof="0">
              <a:ln>
                <a:noFill/>
              </a:ln>
              <a:solidFill>
                <a:schemeClr val="dk2"/>
              </a:solidFill>
              <a:effectLst/>
              <a:uLnTx/>
              <a:uFillTx/>
              <a:ea typeface="+mn-ea"/>
              <a:cs typeface="+mn-cs"/>
            </a:endParaRPr>
          </a:p>
        </p:txBody>
      </p:sp>
      <p:sp>
        <p:nvSpPr>
          <p:cNvPr id="94" name="OTLSHAPE_SLM_7b3ea156395b40e796c3717956ba8d25_Title">
            <a:extLst>
              <a:ext uri="{FF2B5EF4-FFF2-40B4-BE49-F238E27FC236}">
                <a16:creationId xmlns:a16="http://schemas.microsoft.com/office/drawing/2014/main" id="{54407264-BE36-60E8-36F5-0BE1A5E67B35}"/>
              </a:ext>
            </a:extLst>
          </p:cNvPr>
          <p:cNvSpPr txBox="1"/>
          <p:nvPr>
            <p:custDataLst>
              <p:tags r:id="rId79"/>
            </p:custDataLst>
          </p:nvPr>
        </p:nvSpPr>
        <p:spPr bwMode="gray">
          <a:xfrm>
            <a:off x="10491386" y="3227983"/>
            <a:ext cx="1216139" cy="465133"/>
          </a:xfrm>
          <a:prstGeom prst="rect">
            <a:avLst/>
          </a:prstGeom>
          <a:noFill/>
          <a:ln>
            <a:solidFill>
              <a:schemeClr val="tx1"/>
            </a:solidFill>
            <a:prstDash val="dash"/>
          </a:ln>
        </p:spPr>
        <p:txBody>
          <a:bodyPr vert="horz" wrap="square" lIns="0" tIns="0" rIns="0" bIns="0" rtlCol="0" anchor="ctr" anchorCtr="0">
            <a:noAutofit/>
          </a:bodyPr>
          <a:lstStyle/>
          <a:p>
            <a:pPr algn="ctr">
              <a:lnSpc>
                <a:spcPct val="140000"/>
              </a:lnSpc>
            </a:pPr>
            <a:r>
              <a:rPr lang="en-US" altLang="zh-CN" sz="1100" b="1" spc="-6">
                <a:solidFill>
                  <a:schemeClr val="dk1"/>
                </a:solidFill>
              </a:rPr>
              <a:t>OUD – gPh2 PoC </a:t>
            </a:r>
          </a:p>
          <a:p>
            <a:pPr algn="ctr">
              <a:lnSpc>
                <a:spcPct val="140000"/>
              </a:lnSpc>
            </a:pPr>
            <a:r>
              <a:rPr lang="en-US" altLang="zh-CN" sz="1100" b="1" spc="-6">
                <a:solidFill>
                  <a:schemeClr val="dk1"/>
                </a:solidFill>
              </a:rPr>
              <a:t>(1427-0016)</a:t>
            </a:r>
            <a:endParaRPr lang="zh-CN" altLang="en-US" sz="1100" b="1" spc="-6">
              <a:solidFill>
                <a:schemeClr val="dk1"/>
              </a:solidFill>
            </a:endParaRPr>
          </a:p>
        </p:txBody>
      </p:sp>
      <p:sp>
        <p:nvSpPr>
          <p:cNvPr id="95" name="OTLSHAPE_SLM_91fde2a6986340318c4c12deb9d782e6_Date">
            <a:extLst>
              <a:ext uri="{FF2B5EF4-FFF2-40B4-BE49-F238E27FC236}">
                <a16:creationId xmlns:a16="http://schemas.microsoft.com/office/drawing/2014/main" id="{DB98BCFF-A99B-4EC8-D004-C1D196A3337C}"/>
              </a:ext>
            </a:extLst>
          </p:cNvPr>
          <p:cNvSpPr txBox="1"/>
          <p:nvPr>
            <p:custDataLst>
              <p:tags r:id="rId80"/>
            </p:custDataLst>
          </p:nvPr>
        </p:nvSpPr>
        <p:spPr>
          <a:xfrm>
            <a:off x="9846917" y="3408708"/>
            <a:ext cx="822373"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chemeClr val="dk2"/>
                </a:solidFill>
                <a:effectLst/>
                <a:uLnTx/>
                <a:uFillTx/>
                <a:ea typeface="+mn-ea"/>
                <a:cs typeface="+mn-cs"/>
              </a:rPr>
              <a:t>Oct 2028</a:t>
            </a:r>
            <a:endParaRPr kumimoji="0" lang="zh-CN" altLang="en-US" sz="1000" b="0" i="0" u="none" strike="noStrike" kern="1200" cap="none" spc="-6" normalizeH="0" baseline="0" noProof="0">
              <a:ln>
                <a:noFill/>
              </a:ln>
              <a:solidFill>
                <a:schemeClr val="dk2"/>
              </a:solidFill>
              <a:effectLst/>
              <a:uLnTx/>
              <a:uFillTx/>
              <a:ea typeface="+mn-ea"/>
              <a:cs typeface="+mn-cs"/>
            </a:endParaRPr>
          </a:p>
        </p:txBody>
      </p:sp>
      <p:sp>
        <p:nvSpPr>
          <p:cNvPr id="25" name="OTLSHAPE_SL_6624d784f480469eb9e8333edc49234a_HeaderRectangle">
            <a:extLst>
              <a:ext uri="{FF2B5EF4-FFF2-40B4-BE49-F238E27FC236}">
                <a16:creationId xmlns:a16="http://schemas.microsoft.com/office/drawing/2014/main" id="{C1BE0F21-329D-FCE2-13FE-AF4D0F6EECFC}"/>
              </a:ext>
            </a:extLst>
          </p:cNvPr>
          <p:cNvSpPr/>
          <p:nvPr>
            <p:custDataLst>
              <p:tags r:id="rId81"/>
            </p:custDataLst>
          </p:nvPr>
        </p:nvSpPr>
        <p:spPr>
          <a:xfrm>
            <a:off x="60844" y="2919858"/>
            <a:ext cx="838200" cy="710628"/>
          </a:xfrm>
          <a:prstGeom prst="rect">
            <a:avLst/>
          </a:prstGeom>
          <a:solidFill>
            <a:schemeClr val="tx2">
              <a:lumMod val="7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err="1">
                <a:ln>
                  <a:noFill/>
                </a:ln>
                <a:solidFill>
                  <a:prstClr val="white"/>
                </a:solidFill>
                <a:effectLst/>
                <a:uLnTx/>
                <a:uFillTx/>
                <a:ea typeface="等线" panose="02010600030101010101" pitchFamily="2" charset="-122"/>
                <a:cs typeface="+mn-cs"/>
              </a:rPr>
              <a:t>GOATi</a:t>
            </a:r>
            <a:endParaRPr kumimoji="0" lang="zh-CN" altLang="en-US" sz="1400" b="1"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96" name="OTLSHAPE_SL_6624d784f480469eb9e8333edc49234a_BackgroundRectangle">
            <a:extLst>
              <a:ext uri="{FF2B5EF4-FFF2-40B4-BE49-F238E27FC236}">
                <a16:creationId xmlns:a16="http://schemas.microsoft.com/office/drawing/2014/main" id="{345767B8-490E-76B2-C671-B0D7A4F745B5}"/>
              </a:ext>
            </a:extLst>
          </p:cNvPr>
          <p:cNvSpPr/>
          <p:nvPr>
            <p:custDataLst>
              <p:tags r:id="rId82"/>
            </p:custDataLst>
          </p:nvPr>
        </p:nvSpPr>
        <p:spPr>
          <a:xfrm>
            <a:off x="63498" y="3692647"/>
            <a:ext cx="11290299" cy="317796"/>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100" name="OTLSHAPE_SLM_7b3ea156395b40e796c3717956ba8d25_Shape">
            <a:extLst>
              <a:ext uri="{FF2B5EF4-FFF2-40B4-BE49-F238E27FC236}">
                <a16:creationId xmlns:a16="http://schemas.microsoft.com/office/drawing/2014/main" id="{BFB4774A-BD9D-93E4-237F-97F2AA11210D}"/>
              </a:ext>
            </a:extLst>
          </p:cNvPr>
          <p:cNvSpPr/>
          <p:nvPr>
            <p:custDataLst>
              <p:tags r:id="rId83"/>
            </p:custDataLst>
          </p:nvPr>
        </p:nvSpPr>
        <p:spPr>
          <a:xfrm>
            <a:off x="9570041" y="3762794"/>
            <a:ext cx="165100" cy="165100"/>
          </a:xfrm>
          <a:prstGeom prst="triangle">
            <a:avLst/>
          </a:prstGeom>
          <a:solidFill>
            <a:schemeClr val="bg2">
              <a:lumMod val="50000"/>
              <a:lumOff val="50000"/>
            </a:schemeClr>
          </a:solidFill>
          <a:ln w="12700" cap="flat" cmpd="sng" algn="ctr">
            <a:noFill/>
            <a:prstDash val="solid"/>
            <a:miter lim="800000"/>
          </a:ln>
          <a:effectLst/>
          <a:scene3d>
            <a:camera prst="orthographicFront"/>
            <a:lightRig rig="threePt" dir="t"/>
          </a:scene3d>
          <a:sp3d>
            <a:bevelT h="12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等线" panose="02010600030101010101" pitchFamily="2" charset="-122"/>
              <a:cs typeface="+mn-cs"/>
            </a:endParaRPr>
          </a:p>
        </p:txBody>
      </p:sp>
      <p:sp>
        <p:nvSpPr>
          <p:cNvPr id="101" name="OTLSHAPE_SLM_7b3ea156395b40e796c3717956ba8d25_Title">
            <a:extLst>
              <a:ext uri="{FF2B5EF4-FFF2-40B4-BE49-F238E27FC236}">
                <a16:creationId xmlns:a16="http://schemas.microsoft.com/office/drawing/2014/main" id="{6A872D90-074F-A28E-23AE-43A806133B95}"/>
              </a:ext>
            </a:extLst>
          </p:cNvPr>
          <p:cNvSpPr txBox="1"/>
          <p:nvPr>
            <p:custDataLst>
              <p:tags r:id="rId84"/>
            </p:custDataLst>
          </p:nvPr>
        </p:nvSpPr>
        <p:spPr bwMode="gray">
          <a:xfrm>
            <a:off x="5722963" y="3686383"/>
            <a:ext cx="3797104" cy="324060"/>
          </a:xfrm>
          <a:prstGeom prst="rect">
            <a:avLst/>
          </a:prstGeom>
          <a:noFill/>
        </p:spPr>
        <p:txBody>
          <a:bodyPr vert="horz" wrap="square" lIns="0" tIns="0" rIns="0" bIns="0" rtlCol="0" anchor="ctr" anchorCtr="0">
            <a:noAutofit/>
          </a:bodyPr>
          <a:lstStyle/>
          <a:p>
            <a:pPr algn="r">
              <a:lnSpc>
                <a:spcPct val="140000"/>
              </a:lnSpc>
            </a:pPr>
            <a:r>
              <a:rPr lang="en-US" altLang="zh-CN" sz="1100" b="1" spc="-6">
                <a:solidFill>
                  <a:schemeClr val="bg1">
                    <a:lumMod val="50000"/>
                  </a:schemeClr>
                </a:solidFill>
              </a:rPr>
              <a:t>gPh1b </a:t>
            </a:r>
            <a:r>
              <a:rPr lang="en-US" altLang="zh-CN" sz="1100" b="1" spc="-6" err="1">
                <a:solidFill>
                  <a:schemeClr val="bg1">
                    <a:lumMod val="50000"/>
                  </a:schemeClr>
                </a:solidFill>
              </a:rPr>
              <a:t>PoM</a:t>
            </a:r>
            <a:r>
              <a:rPr lang="en-US" altLang="zh-CN" sz="1100" b="1" spc="-6">
                <a:solidFill>
                  <a:schemeClr val="bg1">
                    <a:lumMod val="50000"/>
                  </a:schemeClr>
                </a:solidFill>
              </a:rPr>
              <a:t> (1526-0006)</a:t>
            </a:r>
            <a:endParaRPr lang="zh-CN" altLang="en-US" sz="1100" b="1" spc="-6">
              <a:solidFill>
                <a:schemeClr val="bg1">
                  <a:lumMod val="50000"/>
                </a:schemeClr>
              </a:solidFill>
            </a:endParaRPr>
          </a:p>
        </p:txBody>
      </p:sp>
      <p:sp>
        <p:nvSpPr>
          <p:cNvPr id="102" name="OTLSHAPE_SLM_91fde2a6986340318c4c12deb9d782e6_Date">
            <a:extLst>
              <a:ext uri="{FF2B5EF4-FFF2-40B4-BE49-F238E27FC236}">
                <a16:creationId xmlns:a16="http://schemas.microsoft.com/office/drawing/2014/main" id="{A30743BB-824B-4011-5AE6-C9DBB19199DA}"/>
              </a:ext>
            </a:extLst>
          </p:cNvPr>
          <p:cNvSpPr txBox="1"/>
          <p:nvPr>
            <p:custDataLst>
              <p:tags r:id="rId85"/>
            </p:custDataLst>
          </p:nvPr>
        </p:nvSpPr>
        <p:spPr>
          <a:xfrm>
            <a:off x="9796591" y="3794537"/>
            <a:ext cx="1190781"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6" normalizeH="0" baseline="0" noProof="0" err="1">
                <a:ln>
                  <a:noFill/>
                </a:ln>
                <a:solidFill>
                  <a:schemeClr val="dk2"/>
                </a:solidFill>
                <a:effectLst/>
                <a:uLnTx/>
                <a:uFillTx/>
                <a:ea typeface="+mn-ea"/>
                <a:cs typeface="+mn-cs"/>
              </a:rPr>
              <a:t>PoM</a:t>
            </a:r>
            <a:r>
              <a:rPr kumimoji="0" lang="en-US" altLang="zh-CN" sz="1000" b="0" i="0" u="none" strike="noStrike" kern="1200" cap="none" spc="-6" normalizeH="0" baseline="0" noProof="0">
                <a:ln>
                  <a:noFill/>
                </a:ln>
                <a:solidFill>
                  <a:schemeClr val="dk2"/>
                </a:solidFill>
                <a:effectLst/>
                <a:uLnTx/>
                <a:uFillTx/>
                <a:ea typeface="+mn-ea"/>
                <a:cs typeface="+mn-cs"/>
              </a:rPr>
              <a:t>, Aug 2028</a:t>
            </a:r>
            <a:endParaRPr kumimoji="0" lang="zh-CN" altLang="en-US" sz="1000" b="0" i="0" u="none" strike="noStrike" kern="1200" cap="none" spc="-6" normalizeH="0" baseline="0" noProof="0">
              <a:ln>
                <a:noFill/>
              </a:ln>
              <a:solidFill>
                <a:schemeClr val="dk2"/>
              </a:solidFill>
              <a:effectLst/>
              <a:uLnTx/>
              <a:uFillTx/>
              <a:ea typeface="+mn-ea"/>
              <a:cs typeface="+mn-cs"/>
            </a:endParaRPr>
          </a:p>
        </p:txBody>
      </p:sp>
      <p:sp>
        <p:nvSpPr>
          <p:cNvPr id="11" name="OTLSHAPE_SLM_7b3ea156395b40e796c3717956ba8d25_Title">
            <a:extLst>
              <a:ext uri="{FF2B5EF4-FFF2-40B4-BE49-F238E27FC236}">
                <a16:creationId xmlns:a16="http://schemas.microsoft.com/office/drawing/2014/main" id="{C75A54B7-6D15-4365-8629-D7BB6B6F78F7}"/>
              </a:ext>
            </a:extLst>
          </p:cNvPr>
          <p:cNvSpPr txBox="1"/>
          <p:nvPr>
            <p:custDataLst>
              <p:tags r:id="rId86"/>
            </p:custDataLst>
          </p:nvPr>
        </p:nvSpPr>
        <p:spPr bwMode="gray">
          <a:xfrm>
            <a:off x="4017038" y="3661602"/>
            <a:ext cx="1318600" cy="465133"/>
          </a:xfrm>
          <a:prstGeom prst="rect">
            <a:avLst/>
          </a:prstGeom>
          <a:noFill/>
          <a:ln>
            <a:noFill/>
            <a:prstDash val="dash"/>
          </a:ln>
        </p:spPr>
        <p:txBody>
          <a:bodyPr vert="horz" wrap="square" lIns="0" tIns="0" rIns="0" bIns="0" rtlCol="0" anchor="ctr" anchorCtr="0">
            <a:noAutofit/>
          </a:bodyPr>
          <a:lstStyle/>
          <a:p>
            <a:pPr algn="ctr">
              <a:lnSpc>
                <a:spcPct val="140000"/>
              </a:lnSpc>
            </a:pPr>
            <a:r>
              <a:rPr lang="en-US" altLang="zh-CN" sz="1100" b="1" spc="-6">
                <a:solidFill>
                  <a:schemeClr val="tx2"/>
                </a:solidFill>
              </a:rPr>
              <a:t>FSS</a:t>
            </a:r>
            <a:r>
              <a:rPr lang="en-US" altLang="zh-CN" sz="1100" b="1" spc="-6">
                <a:solidFill>
                  <a:schemeClr val="bg1">
                    <a:lumMod val="65000"/>
                  </a:schemeClr>
                </a:solidFill>
              </a:rPr>
              <a:t> for gPh1b </a:t>
            </a:r>
            <a:r>
              <a:rPr lang="en-US" altLang="zh-CN" sz="1100" b="1" spc="-6" err="1">
                <a:solidFill>
                  <a:schemeClr val="bg1">
                    <a:lumMod val="65000"/>
                  </a:schemeClr>
                </a:solidFill>
              </a:rPr>
              <a:t>PoM</a:t>
            </a:r>
            <a:r>
              <a:rPr lang="en-US" altLang="zh-CN" sz="1100" b="1" spc="-6">
                <a:solidFill>
                  <a:schemeClr val="bg1">
                    <a:lumMod val="65000"/>
                  </a:schemeClr>
                </a:solidFill>
              </a:rPr>
              <a:t>(1526-0006)</a:t>
            </a:r>
            <a:endParaRPr lang="zh-CN" altLang="en-US" sz="1100" b="1" spc="-6">
              <a:solidFill>
                <a:schemeClr val="bg1">
                  <a:lumMod val="65000"/>
                </a:schemeClr>
              </a:solidFill>
            </a:endParaRPr>
          </a:p>
        </p:txBody>
      </p:sp>
      <p:sp>
        <p:nvSpPr>
          <p:cNvPr id="14" name="Star: 5 Points 13">
            <a:extLst>
              <a:ext uri="{FF2B5EF4-FFF2-40B4-BE49-F238E27FC236}">
                <a16:creationId xmlns:a16="http://schemas.microsoft.com/office/drawing/2014/main" id="{6EDEAD55-9C71-700C-6474-5172C9F312A6}"/>
              </a:ext>
            </a:extLst>
          </p:cNvPr>
          <p:cNvSpPr/>
          <p:nvPr/>
        </p:nvSpPr>
        <p:spPr bwMode="gray">
          <a:xfrm>
            <a:off x="3663685" y="3794537"/>
            <a:ext cx="256702" cy="209221"/>
          </a:xfrm>
          <a:prstGeom prst="star5">
            <a:avLst/>
          </a:prstGeom>
          <a:solidFill>
            <a:schemeClr val="bg2">
              <a:lumMod val="50000"/>
              <a:lumOff val="50000"/>
            </a:schemeClr>
          </a:solidFill>
          <a:ln w="12700" cap="flat" cmpd="sng" algn="ctr">
            <a:noFill/>
            <a:prstDash val="solid"/>
            <a:miter lim="800000"/>
          </a:ln>
          <a:effectLst/>
          <a:scene3d>
            <a:camera prst="orthographicFront"/>
            <a:lightRig rig="threePt" dir="t"/>
          </a:scene3d>
          <a:sp3d>
            <a:bevelT h="12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a typeface="等线" panose="02010600030101010101" pitchFamily="2" charset="-122"/>
            </a:endParaRPr>
          </a:p>
        </p:txBody>
      </p:sp>
      <p:sp>
        <p:nvSpPr>
          <p:cNvPr id="15" name="文本框 160">
            <a:extLst>
              <a:ext uri="{FF2B5EF4-FFF2-40B4-BE49-F238E27FC236}">
                <a16:creationId xmlns:a16="http://schemas.microsoft.com/office/drawing/2014/main" id="{F65A20FC-A009-B05E-2FE5-FE3F3912E1B5}"/>
              </a:ext>
            </a:extLst>
          </p:cNvPr>
          <p:cNvSpPr txBox="1"/>
          <p:nvPr/>
        </p:nvSpPr>
        <p:spPr>
          <a:xfrm>
            <a:off x="2844429" y="4415010"/>
            <a:ext cx="6154567" cy="1634490"/>
          </a:xfrm>
          <a:prstGeom prst="roundRect">
            <a:avLst/>
          </a:prstGeom>
          <a:solidFill>
            <a:schemeClr val="bg1"/>
          </a:solidFill>
          <a:ln>
            <a:solidFill>
              <a:srgbClr val="076D7E"/>
            </a:solidFill>
            <a:prstDash val="lgDash"/>
          </a:ln>
        </p:spPr>
        <p:txBody>
          <a:bodyPr wrap="square" lIns="91440" tIns="45720" rIns="91440" bIns="45720" rtlCol="0" anchor="ctr">
            <a:spAutoFit/>
          </a:bodyPr>
          <a:lstStyle/>
          <a:p>
            <a:pPr defTabSz="1219170">
              <a:lnSpc>
                <a:spcPts val="1200"/>
              </a:lnSpc>
              <a:spcAft>
                <a:spcPts val="267"/>
              </a:spcAft>
              <a:defRPr/>
            </a:pPr>
            <a:r>
              <a:rPr lang="en-US" altLang="zh-CN" sz="1000" b="1" i="1">
                <a:solidFill>
                  <a:srgbClr val="002060"/>
                </a:solidFill>
                <a:cs typeface="Calibri" panose="020F0502020204030204" pitchFamily="34" charset="0"/>
              </a:rPr>
              <a:t>Global Update:</a:t>
            </a:r>
          </a:p>
          <a:p>
            <a:pPr marL="171450" indent="-171450">
              <a:buFont typeface="Arial" panose="020B0604020202020204" pitchFamily="34" charset="0"/>
              <a:buChar char="•"/>
            </a:pPr>
            <a:r>
              <a:rPr lang="en-US" altLang="zh-CN" sz="1000" i="1" err="1">
                <a:solidFill>
                  <a:srgbClr val="002060"/>
                </a:solidFill>
              </a:rPr>
              <a:t>PoM</a:t>
            </a:r>
            <a:r>
              <a:rPr lang="en-US" altLang="zh-CN" sz="1000" i="1">
                <a:solidFill>
                  <a:srgbClr val="002060"/>
                </a:solidFill>
              </a:rPr>
              <a:t> studies for mGluR4 and </a:t>
            </a:r>
            <a:r>
              <a:rPr lang="en-US" altLang="zh-CN" sz="1000" i="1" err="1">
                <a:solidFill>
                  <a:srgbClr val="002060"/>
                </a:solidFill>
              </a:rPr>
              <a:t>GOATi</a:t>
            </a:r>
            <a:r>
              <a:rPr lang="en-US" altLang="zh-CN" sz="1000" i="1">
                <a:solidFill>
                  <a:srgbClr val="002060"/>
                </a:solidFill>
              </a:rPr>
              <a:t> are ongoing with recruitment challenges. </a:t>
            </a:r>
          </a:p>
          <a:p>
            <a:pPr marL="171450" indent="-171450">
              <a:buFont typeface="Arial" panose="020B0604020202020204" pitchFamily="34" charset="0"/>
              <a:buChar char="•"/>
            </a:pPr>
            <a:r>
              <a:rPr lang="en-US" altLang="zh-CN" sz="1000" i="1" err="1">
                <a:solidFill>
                  <a:srgbClr val="002060"/>
                </a:solidFill>
              </a:rPr>
              <a:t>PoM</a:t>
            </a:r>
            <a:r>
              <a:rPr lang="en-US" altLang="zh-CN" sz="1000" i="1">
                <a:solidFill>
                  <a:srgbClr val="002060"/>
                </a:solidFill>
              </a:rPr>
              <a:t> study for SSTR4 is under preparation.</a:t>
            </a:r>
          </a:p>
          <a:p>
            <a:pPr defTabSz="1219170">
              <a:lnSpc>
                <a:spcPts val="1200"/>
              </a:lnSpc>
              <a:spcAft>
                <a:spcPts val="267"/>
              </a:spcAft>
              <a:defRPr/>
            </a:pPr>
            <a:endParaRPr lang="en-US" altLang="zh-CN" sz="1000" i="1">
              <a:solidFill>
                <a:srgbClr val="002060"/>
              </a:solidFill>
              <a:cs typeface="Calibri" panose="020F0502020204030204" pitchFamily="34" charset="0"/>
            </a:endParaRPr>
          </a:p>
          <a:p>
            <a:pPr defTabSz="1219170">
              <a:lnSpc>
                <a:spcPts val="1200"/>
              </a:lnSpc>
              <a:spcAft>
                <a:spcPts val="267"/>
              </a:spcAft>
              <a:defRPr/>
            </a:pPr>
            <a:r>
              <a:rPr lang="en-US" altLang="zh-CN" sz="1000" b="1" i="1">
                <a:solidFill>
                  <a:srgbClr val="002060"/>
                </a:solidFill>
                <a:cs typeface="Calibri" panose="020F0502020204030204" pitchFamily="34" charset="0"/>
              </a:rPr>
              <a:t>China Update:</a:t>
            </a:r>
            <a:endParaRPr lang="en-US" altLang="zh-CN" sz="1000" i="1">
              <a:solidFill>
                <a:srgbClr val="002060"/>
              </a:solidFill>
              <a:cs typeface="Calibri"/>
            </a:endParaRPr>
          </a:p>
          <a:p>
            <a:pPr marL="171450" indent="-171450" defTabSz="1219170">
              <a:spcAft>
                <a:spcPts val="267"/>
              </a:spcAft>
              <a:buFont typeface="Arial" panose="020B0604020202020204" pitchFamily="34" charset="0"/>
              <a:buChar char="•"/>
              <a:defRPr/>
            </a:pPr>
            <a:r>
              <a:rPr lang="en-US" altLang="zh-CN" sz="1000" i="1">
                <a:solidFill>
                  <a:srgbClr val="002060"/>
                </a:solidFill>
                <a:cs typeface="Calibri"/>
              </a:rPr>
              <a:t>For mGluR4 and </a:t>
            </a:r>
            <a:r>
              <a:rPr lang="en-US" altLang="zh-CN" sz="1000" i="1" err="1">
                <a:solidFill>
                  <a:srgbClr val="002060"/>
                </a:solidFill>
                <a:cs typeface="Calibri"/>
              </a:rPr>
              <a:t>GOATi</a:t>
            </a:r>
            <a:r>
              <a:rPr lang="en-US" altLang="zh-CN" sz="1000" i="1">
                <a:solidFill>
                  <a:srgbClr val="002060"/>
                </a:solidFill>
                <a:cs typeface="Calibri"/>
              </a:rPr>
              <a:t>, China integration into PoC strategy under preparation</a:t>
            </a:r>
          </a:p>
          <a:p>
            <a:pPr marL="171450" indent="-171450" defTabSz="1219170">
              <a:spcAft>
                <a:spcPts val="267"/>
              </a:spcAft>
              <a:buFont typeface="Arial" panose="020B0604020202020204" pitchFamily="34" charset="0"/>
              <a:buChar char="•"/>
              <a:defRPr/>
            </a:pPr>
            <a:r>
              <a:rPr lang="en-US" altLang="zh-CN" sz="1000" i="1">
                <a:solidFill>
                  <a:srgbClr val="002060"/>
                </a:solidFill>
                <a:cs typeface="Calibri"/>
              </a:rPr>
              <a:t>For SSTR4, possibilities of China integration into </a:t>
            </a:r>
            <a:r>
              <a:rPr lang="en-US" altLang="zh-CN" sz="1000" i="1" err="1">
                <a:solidFill>
                  <a:srgbClr val="002060"/>
                </a:solidFill>
                <a:cs typeface="Calibri"/>
              </a:rPr>
              <a:t>PoM</a:t>
            </a:r>
            <a:r>
              <a:rPr lang="en-US" altLang="zh-CN" sz="1000" i="1">
                <a:solidFill>
                  <a:srgbClr val="002060"/>
                </a:solidFill>
                <a:cs typeface="Calibri"/>
              </a:rPr>
              <a:t> discussed with global innovation team. Waiting for global team feedback. Preliminary site feasibility evaluation ongoing.</a:t>
            </a:r>
          </a:p>
        </p:txBody>
      </p:sp>
    </p:spTree>
    <p:custDataLst>
      <p:tags r:id="rId1"/>
    </p:custDataLst>
    <p:extLst>
      <p:ext uri="{BB962C8B-B14F-4D97-AF65-F5344CB8AC3E}">
        <p14:creationId xmlns:p14="http://schemas.microsoft.com/office/powerpoint/2010/main" val="9129550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BF3599F-EC13-145A-64A5-18491CA7E3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EBCDB5-DC07-3205-EE3A-2E14D6DA14EF}"/>
              </a:ext>
            </a:extLst>
          </p:cNvPr>
          <p:cNvSpPr>
            <a:spLocks noGrp="1"/>
          </p:cNvSpPr>
          <p:nvPr>
            <p:ph type="title"/>
          </p:nvPr>
        </p:nvSpPr>
        <p:spPr/>
        <p:txBody>
          <a:bodyPr/>
          <a:lstStyle/>
          <a:p>
            <a:r>
              <a:rPr lang="en-US" altLang="zh-CN">
                <a:latin typeface="+mn-lt"/>
              </a:rPr>
              <a:t>BI 3031185 / mGluR4 NAM, Impulsivity, Development Plan </a:t>
            </a:r>
            <a:endParaRPr lang="zh-CN" altLang="en-US">
              <a:latin typeface="+mn-lt"/>
            </a:endParaRPr>
          </a:p>
        </p:txBody>
      </p:sp>
      <p:sp>
        <p:nvSpPr>
          <p:cNvPr id="4" name="Text Placeholder 3">
            <a:extLst>
              <a:ext uri="{FF2B5EF4-FFF2-40B4-BE49-F238E27FC236}">
                <a16:creationId xmlns:a16="http://schemas.microsoft.com/office/drawing/2014/main" id="{2D38620A-A1A7-F113-761D-3020F1063F56}"/>
              </a:ext>
            </a:extLst>
          </p:cNvPr>
          <p:cNvSpPr>
            <a:spLocks noGrp="1"/>
          </p:cNvSpPr>
          <p:nvPr>
            <p:ph type="body" sz="quarter" idx="13"/>
          </p:nvPr>
        </p:nvSpPr>
        <p:spPr>
          <a:xfrm>
            <a:off x="480575" y="6656039"/>
            <a:ext cx="11232000" cy="144000"/>
          </a:xfrm>
        </p:spPr>
        <p:txBody>
          <a:bodyPr/>
          <a:lstStyle/>
          <a:p>
            <a:r>
              <a:rPr lang="en-US" altLang="zh-CN"/>
              <a:t>ADHD: Attention-Deficit/Hyperactivity Disorder; BPD: Borderline Personality Disorder; COA: Clinical Outcome Assessment </a:t>
            </a:r>
            <a:endParaRPr lang="zh-CN" altLang="en-US"/>
          </a:p>
        </p:txBody>
      </p:sp>
      <p:sp>
        <p:nvSpPr>
          <p:cNvPr id="6" name="Slide Number Placeholder 5">
            <a:extLst>
              <a:ext uri="{FF2B5EF4-FFF2-40B4-BE49-F238E27FC236}">
                <a16:creationId xmlns:a16="http://schemas.microsoft.com/office/drawing/2014/main" id="{410B83B8-7E3A-FD63-C34B-EDE53BDE1FA1}"/>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A211C0B9-3CE3-F60B-F713-D6E4C9C3C57D}"/>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31</a:t>
            </a:fld>
            <a:endParaRPr lang="en-US" kern="0">
              <a:solidFill>
                <a:srgbClr val="08312A"/>
              </a:solidFill>
              <a:cs typeface="Arial"/>
              <a:sym typeface="Arial"/>
            </a:endParaRPr>
          </a:p>
        </p:txBody>
      </p:sp>
      <p:graphicFrame>
        <p:nvGraphicFramePr>
          <p:cNvPr id="241" name="Table 3">
            <a:extLst>
              <a:ext uri="{FF2B5EF4-FFF2-40B4-BE49-F238E27FC236}">
                <a16:creationId xmlns:a16="http://schemas.microsoft.com/office/drawing/2014/main" id="{1843B2F5-47D9-BAAF-28D0-BC0F555D9C52}"/>
              </a:ext>
            </a:extLst>
          </p:cNvPr>
          <p:cNvGraphicFramePr>
            <a:graphicFrameLocks noGrp="1"/>
          </p:cNvGraphicFramePr>
          <p:nvPr/>
        </p:nvGraphicFramePr>
        <p:xfrm>
          <a:off x="1285344" y="1027483"/>
          <a:ext cx="10658940"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E51FFE77-403A-5259-E140-5BDE8E02D941}"/>
              </a:ext>
            </a:extLst>
          </p:cNvPr>
          <p:cNvCxnSpPr>
            <a:cxnSpLocks/>
          </p:cNvCxnSpPr>
          <p:nvPr/>
        </p:nvCxnSpPr>
        <p:spPr bwMode="auto">
          <a:xfrm flipH="1">
            <a:off x="0" y="3750619"/>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D53E9A4F-34A8-F9B0-BEEE-365F47475603}"/>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D8408ABC-3480-5F90-DF26-BBF1C7A05736}"/>
              </a:ext>
            </a:extLst>
          </p:cNvPr>
          <p:cNvSpPr/>
          <p:nvPr/>
        </p:nvSpPr>
        <p:spPr>
          <a:xfrm rot="5400000">
            <a:off x="11736946" y="1254539"/>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5E66D533-DBB8-12C1-2A84-40AB7B04F98B}"/>
              </a:ext>
            </a:extLst>
          </p:cNvPr>
          <p:cNvSpPr txBox="1"/>
          <p:nvPr/>
        </p:nvSpPr>
        <p:spPr>
          <a:xfrm>
            <a:off x="60338" y="1938790"/>
            <a:ext cx="773486" cy="328423"/>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Ph1b -</a:t>
            </a:r>
            <a:r>
              <a:rPr lang="en-US" altLang="zh-CN" sz="1067" b="1">
                <a:solidFill>
                  <a:srgbClr val="08312A"/>
                </a:solidFill>
                <a:cs typeface="Calibri" panose="020F0502020204030204" pitchFamily="34" charset="0"/>
              </a:rPr>
              <a:t>1516-0003</a:t>
            </a:r>
            <a:endParaRPr lang="en-US" sz="1067" b="1">
              <a:solidFill>
                <a:srgbClr val="08312A"/>
              </a:solidFill>
              <a:cs typeface="Calibri" panose="020F0502020204030204" pitchFamily="34" charset="0"/>
            </a:endParaRPr>
          </a:p>
        </p:txBody>
      </p:sp>
      <p:pic>
        <p:nvPicPr>
          <p:cNvPr id="246" name="Picture 4">
            <a:extLst>
              <a:ext uri="{FF2B5EF4-FFF2-40B4-BE49-F238E27FC236}">
                <a16:creationId xmlns:a16="http://schemas.microsoft.com/office/drawing/2014/main" id="{E84DFEE4-603F-F93E-16CC-09631095793B}"/>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00D53696-4A05-EAA9-298F-B5132C6B3CFB}"/>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7783" y="3778630"/>
            <a:ext cx="1138019" cy="560880"/>
          </a:xfrm>
          <a:prstGeom prst="rect">
            <a:avLst/>
          </a:prstGeom>
        </p:spPr>
      </p:pic>
      <p:sp>
        <p:nvSpPr>
          <p:cNvPr id="249" name="Rectangle 52">
            <a:extLst>
              <a:ext uri="{FF2B5EF4-FFF2-40B4-BE49-F238E27FC236}">
                <a16:creationId xmlns:a16="http://schemas.microsoft.com/office/drawing/2014/main" id="{433ABD22-DB80-1E04-12AE-2AA100ED6ECA}"/>
              </a:ext>
            </a:extLst>
          </p:cNvPr>
          <p:cNvSpPr/>
          <p:nvPr/>
        </p:nvSpPr>
        <p:spPr>
          <a:xfrm>
            <a:off x="1234655" y="2281956"/>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F9D90383-525A-5BBB-4F46-059D495FC3F7}"/>
              </a:ext>
            </a:extLst>
          </p:cNvPr>
          <p:cNvSpPr txBox="1"/>
          <p:nvPr>
            <p:custDataLst>
              <p:tags r:id="rId1"/>
            </p:custDataLst>
          </p:nvPr>
        </p:nvSpPr>
        <p:spPr>
          <a:xfrm>
            <a:off x="911108" y="1817814"/>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Jan 2025</a:t>
            </a:r>
            <a:endParaRPr lang="zh-CN" altLang="en-US" sz="1067" b="1" i="1">
              <a:solidFill>
                <a:schemeClr val="bg1">
                  <a:lumMod val="65000"/>
                </a:schemeClr>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BADDECF2-7F73-F558-6798-6B9D434A5703}"/>
              </a:ext>
            </a:extLst>
          </p:cNvPr>
          <p:cNvSpPr/>
          <p:nvPr>
            <p:custDataLst>
              <p:tags r:id="rId2"/>
            </p:custDataLst>
          </p:nvPr>
        </p:nvSpPr>
        <p:spPr bwMode="auto">
          <a:xfrm>
            <a:off x="1434166" y="1991298"/>
            <a:ext cx="4207664"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Ph1b </a:t>
            </a:r>
            <a:r>
              <a:rPr lang="en-US" altLang="zh-CN" sz="1067" b="1" err="1">
                <a:solidFill>
                  <a:prstClr val="black"/>
                </a:solidFill>
                <a:ea typeface="等线" panose="02010600030101010101" pitchFamily="2" charset="-122"/>
                <a:cs typeface="Calibri" panose="020F0502020204030204" pitchFamily="34" charset="0"/>
              </a:rPr>
              <a:t>PoM</a:t>
            </a:r>
            <a:r>
              <a:rPr lang="en-US" altLang="zh-CN" sz="1067" b="1">
                <a:solidFill>
                  <a:prstClr val="black"/>
                </a:solidFill>
                <a:ea typeface="等线" panose="02010600030101010101" pitchFamily="2" charset="-122"/>
                <a:cs typeface="Calibri" panose="020F0502020204030204" pitchFamily="34" charset="0"/>
              </a:rPr>
              <a:t> in ADHD &amp; BPD,</a:t>
            </a:r>
            <a:r>
              <a:rPr lang="zh-CN" altLang="en-US" sz="1067" b="1">
                <a:solidFill>
                  <a:prstClr val="black"/>
                </a:solidFill>
                <a:ea typeface="等线" panose="02010600030101010101" pitchFamily="2" charset="-122"/>
                <a:cs typeface="Calibri" panose="020F0502020204030204" pitchFamily="34" charset="0"/>
              </a:rPr>
              <a:t> </a:t>
            </a:r>
            <a:r>
              <a:rPr lang="en-US" altLang="zh-CN" sz="1067" b="1">
                <a:solidFill>
                  <a:prstClr val="black"/>
                </a:solidFill>
                <a:ea typeface="等线" panose="02010600030101010101" pitchFamily="2" charset="-122"/>
                <a:cs typeface="Calibri" panose="020F0502020204030204" pitchFamily="34" charset="0"/>
              </a:rPr>
              <a:t>N=80 (GR)</a:t>
            </a:r>
            <a:endParaRPr lang="en-US" altLang="zh-CN" sz="1067" b="1">
              <a:solidFill>
                <a:srgbClr val="000000"/>
              </a:solidFill>
              <a:ea typeface="等线" panose="02010600030101010101" pitchFamily="2" charset="-122"/>
              <a:cs typeface="Calibri" panose="020F0502020204030204" pitchFamily="34" charset="0"/>
            </a:endParaRPr>
          </a:p>
        </p:txBody>
      </p:sp>
      <p:sp>
        <p:nvSpPr>
          <p:cNvPr id="273" name="Star: 4 Points 143">
            <a:extLst>
              <a:ext uri="{FF2B5EF4-FFF2-40B4-BE49-F238E27FC236}">
                <a16:creationId xmlns:a16="http://schemas.microsoft.com/office/drawing/2014/main" id="{DB26956A-5FE4-DA89-50F6-8CE8F7609B85}"/>
              </a:ext>
            </a:extLst>
          </p:cNvPr>
          <p:cNvSpPr/>
          <p:nvPr/>
        </p:nvSpPr>
        <p:spPr bwMode="auto">
          <a:xfrm>
            <a:off x="1341256" y="218398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5" name="Rectangle 55">
            <a:extLst>
              <a:ext uri="{FF2B5EF4-FFF2-40B4-BE49-F238E27FC236}">
                <a16:creationId xmlns:a16="http://schemas.microsoft.com/office/drawing/2014/main" id="{4ED46B23-1D2B-4033-3BE3-67880292E142}"/>
              </a:ext>
            </a:extLst>
          </p:cNvPr>
          <p:cNvSpPr/>
          <p:nvPr/>
        </p:nvSpPr>
        <p:spPr>
          <a:xfrm>
            <a:off x="5175481" y="2283281"/>
            <a:ext cx="92685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7" name="OTLSHAPE_T_e17f3958430f4cff8650518c93c7635e_StartDate">
            <a:extLst>
              <a:ext uri="{FF2B5EF4-FFF2-40B4-BE49-F238E27FC236}">
                <a16:creationId xmlns:a16="http://schemas.microsoft.com/office/drawing/2014/main" id="{50BF2557-B7C3-8B9A-719E-932C56D84E5D}"/>
              </a:ext>
            </a:extLst>
          </p:cNvPr>
          <p:cNvSpPr txBox="1"/>
          <p:nvPr>
            <p:custDataLst>
              <p:tags r:id="rId3"/>
            </p:custDataLst>
          </p:nvPr>
        </p:nvSpPr>
        <p:spPr>
          <a:xfrm>
            <a:off x="5134564" y="1819140"/>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Jan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8" name="Star: 4 Points 143">
            <a:extLst>
              <a:ext uri="{FF2B5EF4-FFF2-40B4-BE49-F238E27FC236}">
                <a16:creationId xmlns:a16="http://schemas.microsoft.com/office/drawing/2014/main" id="{BC604D53-1832-8449-11E6-FCCF2BF6E390}"/>
              </a:ext>
            </a:extLst>
          </p:cNvPr>
          <p:cNvSpPr/>
          <p:nvPr/>
        </p:nvSpPr>
        <p:spPr bwMode="auto">
          <a:xfrm>
            <a:off x="5539664" y="218530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2" name="TextBox 64">
            <a:extLst>
              <a:ext uri="{FF2B5EF4-FFF2-40B4-BE49-F238E27FC236}">
                <a16:creationId xmlns:a16="http://schemas.microsoft.com/office/drawing/2014/main" id="{5ECA5404-F405-9938-DDC3-F66A6F5438EF}"/>
              </a:ext>
            </a:extLst>
          </p:cNvPr>
          <p:cNvSpPr txBox="1"/>
          <p:nvPr/>
        </p:nvSpPr>
        <p:spPr>
          <a:xfrm>
            <a:off x="-44697" y="2526671"/>
            <a:ext cx="1048244"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Observational study - </a:t>
            </a:r>
          </a:p>
          <a:p>
            <a:pPr algn="ctr" defTabSz="914377">
              <a:defRPr/>
            </a:pPr>
            <a:r>
              <a:rPr lang="en-US" altLang="zh-CN" sz="1067" b="1">
                <a:solidFill>
                  <a:srgbClr val="08312A"/>
                </a:solidFill>
                <a:cs typeface="Calibri" panose="020F0502020204030204" pitchFamily="34" charset="0"/>
              </a:rPr>
              <a:t>1516-0030</a:t>
            </a:r>
          </a:p>
        </p:txBody>
      </p:sp>
      <p:grpSp>
        <p:nvGrpSpPr>
          <p:cNvPr id="248" name="Group 247">
            <a:extLst>
              <a:ext uri="{FF2B5EF4-FFF2-40B4-BE49-F238E27FC236}">
                <a16:creationId xmlns:a16="http://schemas.microsoft.com/office/drawing/2014/main" id="{2FEA1C50-1E2B-1ECE-A41D-F63D8F4686E4}"/>
              </a:ext>
            </a:extLst>
          </p:cNvPr>
          <p:cNvGrpSpPr/>
          <p:nvPr/>
        </p:nvGrpSpPr>
        <p:grpSpPr>
          <a:xfrm>
            <a:off x="3609370" y="1676832"/>
            <a:ext cx="598242" cy="3532545"/>
            <a:chOff x="2444277" y="1675830"/>
            <a:chExt cx="598242" cy="3532545"/>
          </a:xfrm>
        </p:grpSpPr>
        <p:cxnSp>
          <p:nvCxnSpPr>
            <p:cNvPr id="257" name="Straight Connector 147">
              <a:extLst>
                <a:ext uri="{FF2B5EF4-FFF2-40B4-BE49-F238E27FC236}">
                  <a16:creationId xmlns:a16="http://schemas.microsoft.com/office/drawing/2014/main" id="{00868A0C-A1E4-987E-C383-4368230A3A43}"/>
                </a:ext>
              </a:extLst>
            </p:cNvPr>
            <p:cNvCxnSpPr>
              <a:cxnSpLocks/>
              <a:endCxn id="260" idx="2"/>
            </p:cNvCxnSpPr>
            <p:nvPr/>
          </p:nvCxnSpPr>
          <p:spPr bwMode="auto">
            <a:xfrm flipV="1">
              <a:off x="2743398" y="1932375"/>
              <a:ext cx="0" cy="3276000"/>
            </a:xfrm>
            <a:prstGeom prst="line">
              <a:avLst/>
            </a:prstGeom>
            <a:solidFill>
              <a:schemeClr val="accent1"/>
            </a:solidFill>
            <a:ln w="15875" cap="flat" cmpd="sng" algn="ctr">
              <a:solidFill>
                <a:srgbClr val="FF0000"/>
              </a:solidFill>
              <a:prstDash val="sysDash"/>
              <a:round/>
              <a:headEnd type="none" w="med" len="med"/>
              <a:tailEnd type="none" w="med" len="med"/>
            </a:ln>
            <a:effectLst/>
          </p:spPr>
        </p:cxnSp>
        <p:sp>
          <p:nvSpPr>
            <p:cNvPr id="260" name="Rectangle 52">
              <a:extLst>
                <a:ext uri="{FF2B5EF4-FFF2-40B4-BE49-F238E27FC236}">
                  <a16:creationId xmlns:a16="http://schemas.microsoft.com/office/drawing/2014/main" id="{5A29062D-01A7-C328-8196-F487B4853F74}"/>
                </a:ext>
              </a:extLst>
            </p:cNvPr>
            <p:cNvSpPr/>
            <p:nvPr/>
          </p:nvSpPr>
          <p:spPr>
            <a:xfrm>
              <a:off x="2444277" y="1675830"/>
              <a:ext cx="598242" cy="256545"/>
            </a:xfrm>
            <a:prstGeom prst="rect">
              <a:avLst/>
            </a:prstGeom>
          </p:spPr>
          <p:txBody>
            <a:bodyPr wrap="none">
              <a:spAutoFit/>
            </a:bodyPr>
            <a:lstStyle/>
            <a:p>
              <a:pPr algn="ctr" defTabSz="1219108">
                <a:defRPr/>
              </a:pPr>
              <a:r>
                <a:rPr lang="en-US" altLang="zh-CN" sz="1067" b="1">
                  <a:solidFill>
                    <a:srgbClr val="FF0000"/>
                  </a:solidFill>
                  <a:ea typeface="等线" panose="02010600030101010101" pitchFamily="2" charset="-122"/>
                </a:rPr>
                <a:t>Today</a:t>
              </a:r>
              <a:endParaRPr lang="zh-CN" altLang="en-US" sz="1067" b="1">
                <a:solidFill>
                  <a:srgbClr val="FF0000"/>
                </a:solidFill>
                <a:ea typeface="等线" panose="02010600030101010101" pitchFamily="2" charset="-122"/>
              </a:endParaRPr>
            </a:p>
          </p:txBody>
        </p:sp>
      </p:grpSp>
      <p:sp>
        <p:nvSpPr>
          <p:cNvPr id="312" name="文本框 160">
            <a:extLst>
              <a:ext uri="{FF2B5EF4-FFF2-40B4-BE49-F238E27FC236}">
                <a16:creationId xmlns:a16="http://schemas.microsoft.com/office/drawing/2014/main" id="{F681F3D6-A271-DB4E-E8ED-E1E0BD2AC357}"/>
              </a:ext>
            </a:extLst>
          </p:cNvPr>
          <p:cNvSpPr txBox="1"/>
          <p:nvPr/>
        </p:nvSpPr>
        <p:spPr>
          <a:xfrm>
            <a:off x="2064172" y="4862009"/>
            <a:ext cx="6678134" cy="1762185"/>
          </a:xfrm>
          <a:prstGeom prst="roundRect">
            <a:avLst/>
          </a:prstGeom>
          <a:solidFill>
            <a:schemeClr val="bg1"/>
          </a:solidFill>
          <a:ln>
            <a:solidFill>
              <a:srgbClr val="076D7E"/>
            </a:solidFill>
            <a:prstDash val="lgDash"/>
          </a:ln>
        </p:spPr>
        <p:txBody>
          <a:bodyPr wrap="square" lIns="91440" tIns="45720" rIns="91440" bIns="45720" rtlCol="0" anchor="ctr">
            <a:spAutoFit/>
          </a:bodyPr>
          <a:lstStyle/>
          <a:p>
            <a:pPr defTabSz="1219170">
              <a:spcAft>
                <a:spcPts val="267"/>
              </a:spcAft>
              <a:defRPr/>
            </a:pPr>
            <a:r>
              <a:rPr lang="en-US" altLang="zh-CN" sz="1000" b="1" i="1">
                <a:solidFill>
                  <a:srgbClr val="002060"/>
                </a:solidFill>
                <a:cs typeface="Calibri"/>
              </a:rPr>
              <a:t>Global Update:</a:t>
            </a:r>
          </a:p>
          <a:p>
            <a:pPr marL="171450" indent="-171450" defTabSz="1219170">
              <a:spcAft>
                <a:spcPts val="267"/>
              </a:spcAft>
              <a:buFont typeface="Arial" panose="020B0604020202020204" pitchFamily="34" charset="0"/>
              <a:buChar char="•"/>
              <a:defRPr/>
            </a:pPr>
            <a:r>
              <a:rPr lang="en-US" altLang="zh-CN" sz="1000" i="1">
                <a:solidFill>
                  <a:srgbClr val="002060"/>
                </a:solidFill>
                <a:cs typeface="Calibri"/>
              </a:rPr>
              <a:t>MRD ongoing. Ames test negative.</a:t>
            </a:r>
          </a:p>
          <a:p>
            <a:pPr marL="171450" indent="-171450" defTabSz="1219170">
              <a:spcAft>
                <a:spcPts val="267"/>
              </a:spcAft>
              <a:buFont typeface="Arial" panose="020B0604020202020204" pitchFamily="34" charset="0"/>
              <a:buChar char="•"/>
              <a:defRPr/>
            </a:pPr>
            <a:r>
              <a:rPr lang="en-US" altLang="zh-CN" sz="1000" i="1" err="1">
                <a:solidFill>
                  <a:srgbClr val="002060"/>
                </a:solidFill>
                <a:cs typeface="Calibri"/>
              </a:rPr>
              <a:t>PoM</a:t>
            </a:r>
            <a:r>
              <a:rPr lang="en-US" altLang="zh-CN" sz="1000" i="1">
                <a:solidFill>
                  <a:srgbClr val="002060"/>
                </a:solidFill>
                <a:cs typeface="Calibri"/>
              </a:rPr>
              <a:t> protocol has been amended to include only ADHD to accelerate the timeline.</a:t>
            </a:r>
          </a:p>
          <a:p>
            <a:pPr marL="171450" indent="-171450" defTabSz="1219170">
              <a:spcAft>
                <a:spcPts val="267"/>
              </a:spcAft>
              <a:buFont typeface="Arial" panose="020B0604020202020204" pitchFamily="34" charset="0"/>
              <a:buChar char="•"/>
              <a:defRPr/>
            </a:pPr>
            <a:r>
              <a:rPr lang="en-US" altLang="zh-CN" sz="1000" i="1">
                <a:solidFill>
                  <a:srgbClr val="002060"/>
                </a:solidFill>
                <a:cs typeface="Calibri"/>
              </a:rPr>
              <a:t>Novel COA is ready for observational study 1516-0030,</a:t>
            </a:r>
            <a:r>
              <a:rPr lang="zh-CN" altLang="en-US" sz="1000" i="1">
                <a:solidFill>
                  <a:srgbClr val="002060"/>
                </a:solidFill>
                <a:cs typeface="Calibri"/>
              </a:rPr>
              <a:t> </a:t>
            </a:r>
            <a:r>
              <a:rPr lang="en-US" altLang="zh-CN" sz="1000" i="1">
                <a:solidFill>
                  <a:srgbClr val="002060"/>
                </a:solidFill>
                <a:cs typeface="Calibri"/>
              </a:rPr>
              <a:t>with</a:t>
            </a:r>
            <a:r>
              <a:rPr lang="zh-CN" altLang="en-US" sz="1000" i="1">
                <a:solidFill>
                  <a:srgbClr val="002060"/>
                </a:solidFill>
                <a:cs typeface="Calibri"/>
              </a:rPr>
              <a:t> </a:t>
            </a:r>
            <a:r>
              <a:rPr lang="en-US" altLang="zh-CN" sz="1000" i="1">
                <a:solidFill>
                  <a:srgbClr val="002060"/>
                </a:solidFill>
                <a:cs typeface="Calibri"/>
              </a:rPr>
              <a:t>FPI</a:t>
            </a:r>
            <a:r>
              <a:rPr lang="zh-CN" altLang="en-US" sz="1000" i="1">
                <a:solidFill>
                  <a:srgbClr val="002060"/>
                </a:solidFill>
                <a:cs typeface="Calibri"/>
              </a:rPr>
              <a:t> </a:t>
            </a:r>
            <a:r>
              <a:rPr lang="en-US" altLang="zh-CN" sz="1000" i="1">
                <a:solidFill>
                  <a:srgbClr val="002060"/>
                </a:solidFill>
                <a:cs typeface="Calibri"/>
              </a:rPr>
              <a:t>aimed</a:t>
            </a:r>
            <a:r>
              <a:rPr lang="zh-CN" altLang="en-US" sz="1000" i="1">
                <a:solidFill>
                  <a:srgbClr val="002060"/>
                </a:solidFill>
                <a:cs typeface="Calibri"/>
              </a:rPr>
              <a:t> </a:t>
            </a:r>
            <a:r>
              <a:rPr lang="en-US" altLang="zh-CN" sz="1000" i="1">
                <a:solidFill>
                  <a:srgbClr val="002060"/>
                </a:solidFill>
                <a:cs typeface="Calibri"/>
              </a:rPr>
              <a:t>in June.</a:t>
            </a:r>
            <a:endParaRPr lang="en-US"/>
          </a:p>
          <a:p>
            <a:pPr marL="171450" indent="-171450" defTabSz="1219170">
              <a:spcAft>
                <a:spcPts val="267"/>
              </a:spcAft>
              <a:buFont typeface="Arial" panose="020B0604020202020204" pitchFamily="34" charset="0"/>
              <a:buChar char="•"/>
              <a:defRPr/>
            </a:pPr>
            <a:endParaRPr lang="en-US" sz="1000" i="1">
              <a:solidFill>
                <a:srgbClr val="002060"/>
              </a:solidFill>
              <a:cs typeface="Calibri"/>
            </a:endParaRPr>
          </a:p>
          <a:p>
            <a:pPr defTabSz="1219170">
              <a:spcAft>
                <a:spcPts val="267"/>
              </a:spcAft>
              <a:defRPr/>
            </a:pPr>
            <a:r>
              <a:rPr lang="en-US" altLang="zh-CN" sz="1000" b="1" i="1">
                <a:solidFill>
                  <a:srgbClr val="002060"/>
                </a:solidFill>
                <a:cs typeface="Calibri"/>
              </a:rPr>
              <a:t>China Update:</a:t>
            </a:r>
            <a:endParaRPr lang="en-US" altLang="zh-CN" sz="1000" i="1">
              <a:solidFill>
                <a:srgbClr val="002060"/>
              </a:solidFill>
              <a:cs typeface="Calibri"/>
            </a:endParaRPr>
          </a:p>
          <a:p>
            <a:pPr marL="171450" indent="-171450" defTabSz="1219170">
              <a:spcAft>
                <a:spcPts val="267"/>
              </a:spcAft>
              <a:buFont typeface="Arial" panose="020B0604020202020204" pitchFamily="34" charset="0"/>
              <a:buChar char="•"/>
              <a:defRPr/>
            </a:pPr>
            <a:r>
              <a:rPr lang="en-US" altLang="zh-CN" sz="1000" i="1">
                <a:solidFill>
                  <a:srgbClr val="002060"/>
                </a:solidFill>
                <a:cs typeface="Calibri"/>
              </a:rPr>
              <a:t>The database from Wuhan Mental Health Center was introduced to Global RWE on March 27. </a:t>
            </a:r>
          </a:p>
          <a:p>
            <a:pPr marL="171450" indent="-171450" defTabSz="1219170">
              <a:spcAft>
                <a:spcPts val="267"/>
              </a:spcAft>
              <a:buFont typeface="Arial" panose="020B0604020202020204" pitchFamily="34" charset="0"/>
              <a:buChar char="•"/>
              <a:defRPr/>
            </a:pPr>
            <a:r>
              <a:rPr lang="en-US" altLang="zh-CN" sz="1000" i="1">
                <a:solidFill>
                  <a:srgbClr val="002060"/>
                </a:solidFill>
                <a:cs typeface="Calibri"/>
              </a:rPr>
              <a:t>China team will follow up with Global on COA adaptation.  </a:t>
            </a:r>
          </a:p>
        </p:txBody>
      </p:sp>
      <p:sp>
        <p:nvSpPr>
          <p:cNvPr id="18" name="OTLSHAPE_T_e17f3958430f4cff8650518c93c7635e_Shape">
            <a:extLst>
              <a:ext uri="{FF2B5EF4-FFF2-40B4-BE49-F238E27FC236}">
                <a16:creationId xmlns:a16="http://schemas.microsoft.com/office/drawing/2014/main" id="{FB05F816-9EDA-6F54-4B27-841DE14154F5}"/>
              </a:ext>
            </a:extLst>
          </p:cNvPr>
          <p:cNvSpPr/>
          <p:nvPr>
            <p:custDataLst>
              <p:tags r:id="rId4"/>
            </p:custDataLst>
          </p:nvPr>
        </p:nvSpPr>
        <p:spPr bwMode="auto">
          <a:xfrm>
            <a:off x="6749145" y="3167651"/>
            <a:ext cx="3335379"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Ph2a PoC in BPD</a:t>
            </a:r>
          </a:p>
        </p:txBody>
      </p:sp>
      <p:sp>
        <p:nvSpPr>
          <p:cNvPr id="261" name="OTLSHAPE_T_e17f3958430f4cff8650518c93c7635e_Shape">
            <a:extLst>
              <a:ext uri="{FF2B5EF4-FFF2-40B4-BE49-F238E27FC236}">
                <a16:creationId xmlns:a16="http://schemas.microsoft.com/office/drawing/2014/main" id="{0194268C-123F-A63B-DC6B-9C9541D078CE}"/>
              </a:ext>
            </a:extLst>
          </p:cNvPr>
          <p:cNvSpPr/>
          <p:nvPr>
            <p:custDataLst>
              <p:tags r:id="rId5"/>
            </p:custDataLst>
          </p:nvPr>
        </p:nvSpPr>
        <p:spPr bwMode="auto">
          <a:xfrm>
            <a:off x="6187129" y="4349744"/>
            <a:ext cx="796030"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+ 1</a:t>
            </a:r>
            <a:r>
              <a:rPr lang="en-US" altLang="zh-CN" sz="800" b="1" baseline="30000">
                <a:solidFill>
                  <a:srgbClr val="000000"/>
                </a:solidFill>
                <a:ea typeface="等线" panose="02010600030101010101" pitchFamily="2" charset="-122"/>
                <a:cs typeface="Calibri" panose="020F0502020204030204" pitchFamily="34" charset="0"/>
              </a:rPr>
              <a:t>st</a:t>
            </a:r>
            <a:r>
              <a:rPr lang="en-US" altLang="zh-CN" sz="800" b="1">
                <a:solidFill>
                  <a:srgbClr val="000000"/>
                </a:solidFill>
                <a:ea typeface="等线" panose="02010600030101010101" pitchFamily="2" charset="-122"/>
                <a:cs typeface="Calibri" panose="020F0502020204030204" pitchFamily="34" charset="0"/>
              </a:rPr>
              <a:t> SIV</a:t>
            </a:r>
            <a:endParaRPr lang="zh-CN" altLang="en-US" sz="800" b="1">
              <a:solidFill>
                <a:srgbClr val="000000"/>
              </a:solidFill>
              <a:ea typeface="等线" panose="02010600030101010101" pitchFamily="2" charset="-122"/>
              <a:cs typeface="Calibri" panose="020F0502020204030204" pitchFamily="34" charset="0"/>
            </a:endParaRPr>
          </a:p>
        </p:txBody>
      </p:sp>
      <p:sp>
        <p:nvSpPr>
          <p:cNvPr id="262" name="Rectangle 77">
            <a:extLst>
              <a:ext uri="{FF2B5EF4-FFF2-40B4-BE49-F238E27FC236}">
                <a16:creationId xmlns:a16="http://schemas.microsoft.com/office/drawing/2014/main" id="{97D04A57-7E5B-8013-67AD-6FEDDCD380B6}"/>
              </a:ext>
            </a:extLst>
          </p:cNvPr>
          <p:cNvSpPr/>
          <p:nvPr/>
        </p:nvSpPr>
        <p:spPr>
          <a:xfrm>
            <a:off x="6758162" y="4638035"/>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3" name="OTLSHAPE_M_39ea6ebc19a94c9fab6ef5006c31df58_Shape">
            <a:extLst>
              <a:ext uri="{FF2B5EF4-FFF2-40B4-BE49-F238E27FC236}">
                <a16:creationId xmlns:a16="http://schemas.microsoft.com/office/drawing/2014/main" id="{36AF57E8-D16B-AA9E-6855-DB6806C37120}"/>
              </a:ext>
            </a:extLst>
          </p:cNvPr>
          <p:cNvSpPr/>
          <p:nvPr>
            <p:custDataLst>
              <p:tags r:id="rId6"/>
            </p:custDataLst>
          </p:nvPr>
        </p:nvSpPr>
        <p:spPr bwMode="auto">
          <a:xfrm rot="16200000">
            <a:off x="6176352" y="4582687"/>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66" name="OTLSHAPE_M_39ea6ebc19a94c9fab6ef5006c31df58_Title">
            <a:extLst>
              <a:ext uri="{FF2B5EF4-FFF2-40B4-BE49-F238E27FC236}">
                <a16:creationId xmlns:a16="http://schemas.microsoft.com/office/drawing/2014/main" id="{2B03386F-2F01-2B68-CF32-A1ED54479EA0}"/>
              </a:ext>
            </a:extLst>
          </p:cNvPr>
          <p:cNvSpPr txBox="1"/>
          <p:nvPr>
            <p:custDataLst>
              <p:tags r:id="rId7"/>
            </p:custDataLst>
          </p:nvPr>
        </p:nvSpPr>
        <p:spPr>
          <a:xfrm>
            <a:off x="5957674" y="4684201"/>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7" name="Star: 4 Points 143">
            <a:extLst>
              <a:ext uri="{FF2B5EF4-FFF2-40B4-BE49-F238E27FC236}">
                <a16:creationId xmlns:a16="http://schemas.microsoft.com/office/drawing/2014/main" id="{A6C32C61-7905-6C94-3ABA-53B7F28C28AF}"/>
              </a:ext>
            </a:extLst>
          </p:cNvPr>
          <p:cNvSpPr/>
          <p:nvPr/>
        </p:nvSpPr>
        <p:spPr bwMode="auto">
          <a:xfrm>
            <a:off x="6888071" y="455185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3" name="TextBox 64">
            <a:extLst>
              <a:ext uri="{FF2B5EF4-FFF2-40B4-BE49-F238E27FC236}">
                <a16:creationId xmlns:a16="http://schemas.microsoft.com/office/drawing/2014/main" id="{C1BFDBDC-2778-C778-373C-33C9E5442E47}"/>
              </a:ext>
            </a:extLst>
          </p:cNvPr>
          <p:cNvSpPr txBox="1"/>
          <p:nvPr/>
        </p:nvSpPr>
        <p:spPr>
          <a:xfrm>
            <a:off x="31593" y="4344743"/>
            <a:ext cx="825189" cy="328423"/>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Ph2 -</a:t>
            </a:r>
          </a:p>
          <a:p>
            <a:pPr algn="ctr" defTabSz="914377">
              <a:defRPr/>
            </a:pPr>
            <a:r>
              <a:rPr lang="en-US" altLang="zh-CN" sz="1067" b="1">
                <a:solidFill>
                  <a:srgbClr val="08312A"/>
                </a:solidFill>
                <a:cs typeface="Calibri" panose="020F0502020204030204" pitchFamily="34" charset="0"/>
              </a:rPr>
              <a:t>1516-0006</a:t>
            </a:r>
          </a:p>
        </p:txBody>
      </p:sp>
      <p:sp>
        <p:nvSpPr>
          <p:cNvPr id="12" name="OTLSHAPE_T_e17f3958430f4cff8650518c93c7635e_Shape">
            <a:extLst>
              <a:ext uri="{FF2B5EF4-FFF2-40B4-BE49-F238E27FC236}">
                <a16:creationId xmlns:a16="http://schemas.microsoft.com/office/drawing/2014/main" id="{BA649E0B-3B53-31CF-606C-6D791713C8B5}"/>
              </a:ext>
            </a:extLst>
          </p:cNvPr>
          <p:cNvSpPr/>
          <p:nvPr>
            <p:custDataLst>
              <p:tags r:id="rId8"/>
            </p:custDataLst>
          </p:nvPr>
        </p:nvSpPr>
        <p:spPr bwMode="auto">
          <a:xfrm>
            <a:off x="3961298" y="2605692"/>
            <a:ext cx="1763662"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Observational COA</a:t>
            </a:r>
            <a:endParaRPr lang="en-US" altLang="zh-CN" sz="1067" b="1">
              <a:solidFill>
                <a:srgbClr val="000000"/>
              </a:solidFill>
              <a:ea typeface="等线" panose="02010600030101010101" pitchFamily="2" charset="-122"/>
              <a:cs typeface="Calibri" panose="020F0502020204030204" pitchFamily="34" charset="0"/>
            </a:endParaRPr>
          </a:p>
        </p:txBody>
      </p:sp>
      <p:sp>
        <p:nvSpPr>
          <p:cNvPr id="13" name="TextBox 64">
            <a:extLst>
              <a:ext uri="{FF2B5EF4-FFF2-40B4-BE49-F238E27FC236}">
                <a16:creationId xmlns:a16="http://schemas.microsoft.com/office/drawing/2014/main" id="{2332A135-3995-4521-71EA-970BEFD5698C}"/>
              </a:ext>
            </a:extLst>
          </p:cNvPr>
          <p:cNvSpPr txBox="1"/>
          <p:nvPr/>
        </p:nvSpPr>
        <p:spPr>
          <a:xfrm>
            <a:off x="57046" y="3133412"/>
            <a:ext cx="825189" cy="328423"/>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Ph2 -</a:t>
            </a:r>
          </a:p>
          <a:p>
            <a:pPr algn="ctr" defTabSz="914377">
              <a:defRPr/>
            </a:pPr>
            <a:r>
              <a:rPr lang="en-US" altLang="zh-CN" sz="1067" b="1">
                <a:solidFill>
                  <a:srgbClr val="08312A"/>
                </a:solidFill>
                <a:cs typeface="Calibri" panose="020F0502020204030204" pitchFamily="34" charset="0"/>
              </a:rPr>
              <a:t>1516-0006</a:t>
            </a:r>
          </a:p>
        </p:txBody>
      </p:sp>
      <p:cxnSp>
        <p:nvCxnSpPr>
          <p:cNvPr id="16" name="Connector: Elbow 15">
            <a:extLst>
              <a:ext uri="{FF2B5EF4-FFF2-40B4-BE49-F238E27FC236}">
                <a16:creationId xmlns:a16="http://schemas.microsoft.com/office/drawing/2014/main" id="{DB4948A0-36D4-0073-B325-C1DD506A8EBC}"/>
              </a:ext>
            </a:extLst>
          </p:cNvPr>
          <p:cNvCxnSpPr>
            <a:stCxn id="12" idx="3"/>
            <a:endCxn id="18" idx="1"/>
          </p:cNvCxnSpPr>
          <p:nvPr/>
        </p:nvCxnSpPr>
        <p:spPr bwMode="gray">
          <a:xfrm>
            <a:off x="5724960" y="2749692"/>
            <a:ext cx="1024185" cy="561959"/>
          </a:xfrm>
          <a:prstGeom prst="bentConnector3">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OTLSHAPE_T_e17f3958430f4cff8650518c93c7635e_Shape">
            <a:extLst>
              <a:ext uri="{FF2B5EF4-FFF2-40B4-BE49-F238E27FC236}">
                <a16:creationId xmlns:a16="http://schemas.microsoft.com/office/drawing/2014/main" id="{4DAC73F2-D932-C51F-8C51-29D81B2BB3CF}"/>
              </a:ext>
            </a:extLst>
          </p:cNvPr>
          <p:cNvSpPr/>
          <p:nvPr>
            <p:custDataLst>
              <p:tags r:id="rId9"/>
            </p:custDataLst>
          </p:nvPr>
        </p:nvSpPr>
        <p:spPr bwMode="auto">
          <a:xfrm>
            <a:off x="6975393" y="4357344"/>
            <a:ext cx="3109132"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Ph2a PoC in BPD</a:t>
            </a:r>
          </a:p>
        </p:txBody>
      </p:sp>
      <p:sp>
        <p:nvSpPr>
          <p:cNvPr id="9" name="OTLSHAPE_T_e17f3958430f4cff8650518c93c7635e_StartDate">
            <a:extLst>
              <a:ext uri="{FF2B5EF4-FFF2-40B4-BE49-F238E27FC236}">
                <a16:creationId xmlns:a16="http://schemas.microsoft.com/office/drawing/2014/main" id="{B62C9A62-68A5-7496-4BD2-8396776EF934}"/>
              </a:ext>
            </a:extLst>
          </p:cNvPr>
          <p:cNvSpPr txBox="1"/>
          <p:nvPr>
            <p:custDataLst>
              <p:tags r:id="rId10"/>
            </p:custDataLst>
          </p:nvPr>
        </p:nvSpPr>
        <p:spPr>
          <a:xfrm>
            <a:off x="6291214" y="2957191"/>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Sep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0" name="OTLSHAPE_T_e17f3958430f4cff8650518c93c7635e_StartDate">
            <a:extLst>
              <a:ext uri="{FF2B5EF4-FFF2-40B4-BE49-F238E27FC236}">
                <a16:creationId xmlns:a16="http://schemas.microsoft.com/office/drawing/2014/main" id="{23A82975-FA64-E112-F69C-FFCD1CFBBF6D}"/>
              </a:ext>
            </a:extLst>
          </p:cNvPr>
          <p:cNvSpPr txBox="1"/>
          <p:nvPr>
            <p:custDataLst>
              <p:tags r:id="rId11"/>
            </p:custDataLst>
          </p:nvPr>
        </p:nvSpPr>
        <p:spPr>
          <a:xfrm>
            <a:off x="9626593" y="2971622"/>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Jan 2029</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Tree>
    <p:extLst>
      <p:ext uri="{BB962C8B-B14F-4D97-AF65-F5344CB8AC3E}">
        <p14:creationId xmlns:p14="http://schemas.microsoft.com/office/powerpoint/2010/main" val="40943545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CFB58DD-9679-95A4-DFFD-A3DAF3185D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FD8069-966B-5C1D-2DCA-40EBA6AE0C8B}"/>
              </a:ext>
            </a:extLst>
          </p:cNvPr>
          <p:cNvSpPr>
            <a:spLocks noGrp="1"/>
          </p:cNvSpPr>
          <p:nvPr>
            <p:ph type="title"/>
          </p:nvPr>
        </p:nvSpPr>
        <p:spPr/>
        <p:txBody>
          <a:bodyPr/>
          <a:lstStyle/>
          <a:p>
            <a:r>
              <a:rPr lang="en-US" altLang="zh-CN">
                <a:latin typeface="+mn-lt"/>
              </a:rPr>
              <a:t>BI 1356225 / </a:t>
            </a:r>
            <a:r>
              <a:rPr lang="en-US" altLang="zh-CN" err="1">
                <a:latin typeface="+mn-lt"/>
              </a:rPr>
              <a:t>GOATi</a:t>
            </a:r>
            <a:r>
              <a:rPr lang="en-US" altLang="zh-CN">
                <a:latin typeface="+mn-lt"/>
              </a:rPr>
              <a:t>, Impulsivity SUD, Development Plan </a:t>
            </a:r>
            <a:endParaRPr lang="zh-CN" altLang="en-US">
              <a:latin typeface="+mn-lt"/>
            </a:endParaRPr>
          </a:p>
        </p:txBody>
      </p:sp>
      <p:sp>
        <p:nvSpPr>
          <p:cNvPr id="4" name="Text Placeholder 3">
            <a:extLst>
              <a:ext uri="{FF2B5EF4-FFF2-40B4-BE49-F238E27FC236}">
                <a16:creationId xmlns:a16="http://schemas.microsoft.com/office/drawing/2014/main" id="{79F1E847-3E8C-1DDB-3BEE-AA80048B300D}"/>
              </a:ext>
            </a:extLst>
          </p:cNvPr>
          <p:cNvSpPr>
            <a:spLocks noGrp="1"/>
          </p:cNvSpPr>
          <p:nvPr>
            <p:ph type="body" sz="quarter" idx="13"/>
          </p:nvPr>
        </p:nvSpPr>
        <p:spPr>
          <a:xfrm>
            <a:off x="479424" y="6656145"/>
            <a:ext cx="11232000" cy="144000"/>
          </a:xfrm>
        </p:spPr>
        <p:txBody>
          <a:bodyPr/>
          <a:lstStyle/>
          <a:p>
            <a:r>
              <a:rPr lang="en-US" altLang="zh-CN"/>
              <a:t>Impulsivity </a:t>
            </a:r>
            <a:r>
              <a:rPr lang="en-US" altLang="zh-CN" err="1"/>
              <a:t>SuD</a:t>
            </a:r>
            <a:r>
              <a:rPr lang="en-US" altLang="zh-CN"/>
              <a:t>: Impulsivity Substance Use Disorders; OUD: Opioid Use Disorder; CUD: Cocaine Use Disorder; CSP: Chinese Society of Psychiatry</a:t>
            </a:r>
            <a:endParaRPr lang="zh-CN" altLang="en-US"/>
          </a:p>
        </p:txBody>
      </p:sp>
      <p:sp>
        <p:nvSpPr>
          <p:cNvPr id="6" name="Slide Number Placeholder 5">
            <a:extLst>
              <a:ext uri="{FF2B5EF4-FFF2-40B4-BE49-F238E27FC236}">
                <a16:creationId xmlns:a16="http://schemas.microsoft.com/office/drawing/2014/main" id="{A6C0AF08-8D48-F01C-0AFC-2F9BBA06E8CB}"/>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D90A3AB9-B846-13ED-24A9-993E374E9EF7}"/>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32</a:t>
            </a:fld>
            <a:endParaRPr lang="en-US" kern="0">
              <a:solidFill>
                <a:srgbClr val="08312A"/>
              </a:solidFill>
              <a:cs typeface="Arial"/>
              <a:sym typeface="Arial"/>
            </a:endParaRPr>
          </a:p>
        </p:txBody>
      </p:sp>
      <p:graphicFrame>
        <p:nvGraphicFramePr>
          <p:cNvPr id="241" name="Table 3">
            <a:extLst>
              <a:ext uri="{FF2B5EF4-FFF2-40B4-BE49-F238E27FC236}">
                <a16:creationId xmlns:a16="http://schemas.microsoft.com/office/drawing/2014/main" id="{DFD6AA33-99B1-832C-AEE9-978CF8558F65}"/>
              </a:ext>
            </a:extLst>
          </p:cNvPr>
          <p:cNvGraphicFramePr>
            <a:graphicFrameLocks noGrp="1"/>
          </p:cNvGraphicFramePr>
          <p:nvPr/>
        </p:nvGraphicFramePr>
        <p:xfrm>
          <a:off x="1285344" y="1027483"/>
          <a:ext cx="10658940"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CB9631F1-2172-3EF8-BF34-DD38CAC02F6A}"/>
              </a:ext>
            </a:extLst>
          </p:cNvPr>
          <p:cNvCxnSpPr>
            <a:cxnSpLocks/>
          </p:cNvCxnSpPr>
          <p:nvPr/>
        </p:nvCxnSpPr>
        <p:spPr bwMode="auto">
          <a:xfrm flipH="1">
            <a:off x="0" y="4246277"/>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87777895-4B85-CD31-C079-CC7A7E35B3F6}"/>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4EA91A4B-E916-8CF9-467E-D8023638F13C}"/>
              </a:ext>
            </a:extLst>
          </p:cNvPr>
          <p:cNvSpPr/>
          <p:nvPr/>
        </p:nvSpPr>
        <p:spPr>
          <a:xfrm rot="5400000">
            <a:off x="11736946" y="1254539"/>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E5050BC1-8E4C-E929-1542-3AC6C4D47C3F}"/>
              </a:ext>
            </a:extLst>
          </p:cNvPr>
          <p:cNvSpPr txBox="1"/>
          <p:nvPr/>
        </p:nvSpPr>
        <p:spPr>
          <a:xfrm>
            <a:off x="57370" y="1938114"/>
            <a:ext cx="776454" cy="328423"/>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Ph1b -</a:t>
            </a:r>
          </a:p>
          <a:p>
            <a:pPr algn="ctr" defTabSz="914377">
              <a:defRPr/>
            </a:pPr>
            <a:r>
              <a:rPr lang="en-US" altLang="zh-CN" sz="1067" b="1">
                <a:solidFill>
                  <a:srgbClr val="08312A"/>
                </a:solidFill>
                <a:cs typeface="Calibri" panose="020F0502020204030204" pitchFamily="34" charset="0"/>
              </a:rPr>
              <a:t>1427-0015</a:t>
            </a:r>
            <a:endParaRPr lang="en-US" sz="1067" b="1">
              <a:solidFill>
                <a:srgbClr val="08312A"/>
              </a:solidFill>
              <a:cs typeface="Calibri" panose="020F0502020204030204" pitchFamily="34" charset="0"/>
            </a:endParaRPr>
          </a:p>
        </p:txBody>
      </p:sp>
      <p:pic>
        <p:nvPicPr>
          <p:cNvPr id="246" name="Picture 4">
            <a:extLst>
              <a:ext uri="{FF2B5EF4-FFF2-40B4-BE49-F238E27FC236}">
                <a16:creationId xmlns:a16="http://schemas.microsoft.com/office/drawing/2014/main" id="{B2A0C3C4-3170-E376-F90F-80960D132EEC}"/>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43A1924A-F89F-F801-88CF-F92B46E0D4D2}"/>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7783" y="4322678"/>
            <a:ext cx="1138019" cy="560880"/>
          </a:xfrm>
          <a:prstGeom prst="rect">
            <a:avLst/>
          </a:prstGeom>
        </p:spPr>
      </p:pic>
      <p:sp>
        <p:nvSpPr>
          <p:cNvPr id="249" name="Rectangle 52">
            <a:extLst>
              <a:ext uri="{FF2B5EF4-FFF2-40B4-BE49-F238E27FC236}">
                <a16:creationId xmlns:a16="http://schemas.microsoft.com/office/drawing/2014/main" id="{1A68FEA3-B77B-7D61-4E8B-E953DE4BA6A4}"/>
              </a:ext>
            </a:extLst>
          </p:cNvPr>
          <p:cNvSpPr/>
          <p:nvPr/>
        </p:nvSpPr>
        <p:spPr>
          <a:xfrm>
            <a:off x="1234655" y="2281956"/>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250A5EB6-38EA-721F-E687-75425DAFD6DB}"/>
              </a:ext>
            </a:extLst>
          </p:cNvPr>
          <p:cNvSpPr txBox="1"/>
          <p:nvPr>
            <p:custDataLst>
              <p:tags r:id="rId1"/>
            </p:custDataLst>
          </p:nvPr>
        </p:nvSpPr>
        <p:spPr>
          <a:xfrm>
            <a:off x="911108" y="1817814"/>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Jan 2025</a:t>
            </a:r>
            <a:endParaRPr lang="zh-CN" altLang="en-US" sz="1067" b="1" i="1">
              <a:solidFill>
                <a:schemeClr val="bg1">
                  <a:lumMod val="65000"/>
                </a:schemeClr>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2E1F911C-1A84-F0F0-4D7A-B3A7795B885B}"/>
              </a:ext>
            </a:extLst>
          </p:cNvPr>
          <p:cNvSpPr/>
          <p:nvPr>
            <p:custDataLst>
              <p:tags r:id="rId2"/>
            </p:custDataLst>
          </p:nvPr>
        </p:nvSpPr>
        <p:spPr bwMode="auto">
          <a:xfrm>
            <a:off x="1434166" y="1991298"/>
            <a:ext cx="4925854"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Ph1b </a:t>
            </a:r>
            <a:r>
              <a:rPr lang="en-US" altLang="zh-CN" sz="1067" b="1" err="1">
                <a:solidFill>
                  <a:prstClr val="black"/>
                </a:solidFill>
                <a:ea typeface="等线" panose="02010600030101010101" pitchFamily="2" charset="-122"/>
                <a:cs typeface="Calibri" panose="020F0502020204030204" pitchFamily="34" charset="0"/>
              </a:rPr>
              <a:t>PoM</a:t>
            </a:r>
            <a:r>
              <a:rPr lang="en-US" altLang="zh-CN" sz="1067" b="1">
                <a:solidFill>
                  <a:prstClr val="black"/>
                </a:solidFill>
                <a:ea typeface="等线" panose="02010600030101010101" pitchFamily="2" charset="-122"/>
                <a:cs typeface="Calibri" panose="020F0502020204030204" pitchFamily="34" charset="0"/>
              </a:rPr>
              <a:t>,</a:t>
            </a:r>
            <a:r>
              <a:rPr lang="zh-CN" altLang="en-US" sz="1067" b="1">
                <a:solidFill>
                  <a:prstClr val="black"/>
                </a:solidFill>
                <a:ea typeface="等线" panose="02010600030101010101" pitchFamily="2" charset="-122"/>
                <a:cs typeface="Calibri" panose="020F0502020204030204" pitchFamily="34" charset="0"/>
              </a:rPr>
              <a:t> </a:t>
            </a:r>
            <a:r>
              <a:rPr lang="en-US" altLang="zh-CN" sz="1067" b="1">
                <a:solidFill>
                  <a:prstClr val="black"/>
                </a:solidFill>
                <a:ea typeface="等线" panose="02010600030101010101" pitchFamily="2" charset="-122"/>
                <a:cs typeface="Calibri" panose="020F0502020204030204" pitchFamily="34" charset="0"/>
              </a:rPr>
              <a:t>N=60 (US)</a:t>
            </a:r>
            <a:endParaRPr lang="en-US" altLang="zh-CN" sz="1067" b="1">
              <a:solidFill>
                <a:srgbClr val="000000"/>
              </a:solidFill>
              <a:ea typeface="等线" panose="02010600030101010101" pitchFamily="2" charset="-122"/>
              <a:cs typeface="Calibri" panose="020F0502020204030204" pitchFamily="34" charset="0"/>
            </a:endParaRPr>
          </a:p>
        </p:txBody>
      </p:sp>
      <p:sp>
        <p:nvSpPr>
          <p:cNvPr id="273" name="Star: 4 Points 143">
            <a:extLst>
              <a:ext uri="{FF2B5EF4-FFF2-40B4-BE49-F238E27FC236}">
                <a16:creationId xmlns:a16="http://schemas.microsoft.com/office/drawing/2014/main" id="{EC43D49C-C5A7-26B7-4F0E-F7A8B34C4009}"/>
              </a:ext>
            </a:extLst>
          </p:cNvPr>
          <p:cNvSpPr/>
          <p:nvPr/>
        </p:nvSpPr>
        <p:spPr bwMode="auto">
          <a:xfrm>
            <a:off x="1341256" y="218398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5" name="Rectangle 55">
            <a:extLst>
              <a:ext uri="{FF2B5EF4-FFF2-40B4-BE49-F238E27FC236}">
                <a16:creationId xmlns:a16="http://schemas.microsoft.com/office/drawing/2014/main" id="{1FF46C0E-F9AF-4579-4CEB-8EC6DEAA6485}"/>
              </a:ext>
            </a:extLst>
          </p:cNvPr>
          <p:cNvSpPr/>
          <p:nvPr/>
        </p:nvSpPr>
        <p:spPr>
          <a:xfrm>
            <a:off x="5902844" y="2283281"/>
            <a:ext cx="92685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7" name="OTLSHAPE_T_e17f3958430f4cff8650518c93c7635e_StartDate">
            <a:extLst>
              <a:ext uri="{FF2B5EF4-FFF2-40B4-BE49-F238E27FC236}">
                <a16:creationId xmlns:a16="http://schemas.microsoft.com/office/drawing/2014/main" id="{24B33351-EF97-718F-B100-FC4CE10C901C}"/>
              </a:ext>
            </a:extLst>
          </p:cNvPr>
          <p:cNvSpPr txBox="1"/>
          <p:nvPr>
            <p:custDataLst>
              <p:tags r:id="rId3"/>
            </p:custDataLst>
          </p:nvPr>
        </p:nvSpPr>
        <p:spPr>
          <a:xfrm>
            <a:off x="5861927" y="1819140"/>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Apr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8" name="Star: 4 Points 143">
            <a:extLst>
              <a:ext uri="{FF2B5EF4-FFF2-40B4-BE49-F238E27FC236}">
                <a16:creationId xmlns:a16="http://schemas.microsoft.com/office/drawing/2014/main" id="{FB759045-37F9-8B33-B97B-ED507A925840}"/>
              </a:ext>
            </a:extLst>
          </p:cNvPr>
          <p:cNvSpPr/>
          <p:nvPr/>
        </p:nvSpPr>
        <p:spPr bwMode="auto">
          <a:xfrm>
            <a:off x="6267027" y="218530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2" name="TextBox 64">
            <a:extLst>
              <a:ext uri="{FF2B5EF4-FFF2-40B4-BE49-F238E27FC236}">
                <a16:creationId xmlns:a16="http://schemas.microsoft.com/office/drawing/2014/main" id="{3871EAE6-4197-5DFE-2FAD-86BC959262DD}"/>
              </a:ext>
            </a:extLst>
          </p:cNvPr>
          <p:cNvSpPr txBox="1"/>
          <p:nvPr/>
        </p:nvSpPr>
        <p:spPr>
          <a:xfrm>
            <a:off x="31594" y="2708134"/>
            <a:ext cx="825189"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Ph2 -</a:t>
            </a:r>
          </a:p>
          <a:p>
            <a:pPr algn="ctr" defTabSz="914377">
              <a:defRPr/>
            </a:pPr>
            <a:r>
              <a:rPr lang="en-US" altLang="zh-CN" sz="1067" b="1">
                <a:solidFill>
                  <a:srgbClr val="08312A"/>
                </a:solidFill>
                <a:cs typeface="Calibri" panose="020F0502020204030204" pitchFamily="34" charset="0"/>
              </a:rPr>
              <a:t>1427-0016/</a:t>
            </a:r>
          </a:p>
          <a:p>
            <a:pPr algn="ctr" defTabSz="914377">
              <a:defRPr/>
            </a:pPr>
            <a:r>
              <a:rPr lang="en-US" altLang="zh-CN" sz="1067" b="1">
                <a:solidFill>
                  <a:srgbClr val="08312A"/>
                </a:solidFill>
                <a:cs typeface="Calibri" panose="020F0502020204030204" pitchFamily="34" charset="0"/>
              </a:rPr>
              <a:t>1427-0017</a:t>
            </a:r>
          </a:p>
        </p:txBody>
      </p:sp>
      <p:grpSp>
        <p:nvGrpSpPr>
          <p:cNvPr id="248" name="Group 247">
            <a:extLst>
              <a:ext uri="{FF2B5EF4-FFF2-40B4-BE49-F238E27FC236}">
                <a16:creationId xmlns:a16="http://schemas.microsoft.com/office/drawing/2014/main" id="{83338F01-ABEF-3CD7-3528-53743E582163}"/>
              </a:ext>
            </a:extLst>
          </p:cNvPr>
          <p:cNvGrpSpPr/>
          <p:nvPr/>
        </p:nvGrpSpPr>
        <p:grpSpPr>
          <a:xfrm>
            <a:off x="3732528" y="1665043"/>
            <a:ext cx="598242" cy="3347406"/>
            <a:chOff x="2444277" y="1675830"/>
            <a:chExt cx="598242" cy="4062432"/>
          </a:xfrm>
        </p:grpSpPr>
        <p:cxnSp>
          <p:nvCxnSpPr>
            <p:cNvPr id="257" name="Straight Connector 147">
              <a:extLst>
                <a:ext uri="{FF2B5EF4-FFF2-40B4-BE49-F238E27FC236}">
                  <a16:creationId xmlns:a16="http://schemas.microsoft.com/office/drawing/2014/main" id="{E5C07F0B-3EDA-3513-EB46-D74E9414BBA7}"/>
                </a:ext>
              </a:extLst>
            </p:cNvPr>
            <p:cNvCxnSpPr>
              <a:cxnSpLocks/>
              <a:endCxn id="260" idx="2"/>
            </p:cNvCxnSpPr>
            <p:nvPr/>
          </p:nvCxnSpPr>
          <p:spPr bwMode="auto">
            <a:xfrm flipV="1">
              <a:off x="2743398" y="1932375"/>
              <a:ext cx="0" cy="3805887"/>
            </a:xfrm>
            <a:prstGeom prst="line">
              <a:avLst/>
            </a:prstGeom>
            <a:solidFill>
              <a:schemeClr val="accent1"/>
            </a:solidFill>
            <a:ln w="15875" cap="flat" cmpd="sng" algn="ctr">
              <a:solidFill>
                <a:srgbClr val="FF0000"/>
              </a:solidFill>
              <a:prstDash val="sysDash"/>
              <a:round/>
              <a:headEnd type="none" w="med" len="med"/>
              <a:tailEnd type="none" w="med" len="med"/>
            </a:ln>
            <a:effectLst/>
          </p:spPr>
        </p:cxnSp>
        <p:sp>
          <p:nvSpPr>
            <p:cNvPr id="260" name="Rectangle 52">
              <a:extLst>
                <a:ext uri="{FF2B5EF4-FFF2-40B4-BE49-F238E27FC236}">
                  <a16:creationId xmlns:a16="http://schemas.microsoft.com/office/drawing/2014/main" id="{E9A602D0-FE25-FB39-958B-7E24F787750D}"/>
                </a:ext>
              </a:extLst>
            </p:cNvPr>
            <p:cNvSpPr/>
            <p:nvPr/>
          </p:nvSpPr>
          <p:spPr>
            <a:xfrm>
              <a:off x="2444277" y="1675830"/>
              <a:ext cx="598242" cy="256545"/>
            </a:xfrm>
            <a:prstGeom prst="rect">
              <a:avLst/>
            </a:prstGeom>
          </p:spPr>
          <p:txBody>
            <a:bodyPr wrap="none">
              <a:spAutoFit/>
            </a:bodyPr>
            <a:lstStyle/>
            <a:p>
              <a:pPr algn="ctr" defTabSz="1219108">
                <a:defRPr/>
              </a:pPr>
              <a:r>
                <a:rPr lang="en-US" altLang="zh-CN" sz="1067" b="1">
                  <a:solidFill>
                    <a:srgbClr val="FF0000"/>
                  </a:solidFill>
                  <a:ea typeface="等线" panose="02010600030101010101" pitchFamily="2" charset="-122"/>
                </a:rPr>
                <a:t>Today</a:t>
              </a:r>
              <a:endParaRPr lang="zh-CN" altLang="en-US" sz="1067" b="1">
                <a:solidFill>
                  <a:srgbClr val="FF0000"/>
                </a:solidFill>
                <a:ea typeface="等线" panose="02010600030101010101" pitchFamily="2" charset="-122"/>
              </a:endParaRPr>
            </a:p>
          </p:txBody>
        </p:sp>
      </p:grpSp>
      <p:sp>
        <p:nvSpPr>
          <p:cNvPr id="15" name="Rectangle 52">
            <a:extLst>
              <a:ext uri="{FF2B5EF4-FFF2-40B4-BE49-F238E27FC236}">
                <a16:creationId xmlns:a16="http://schemas.microsoft.com/office/drawing/2014/main" id="{C99A91CD-E263-C21F-E547-E7C11F46599D}"/>
              </a:ext>
            </a:extLst>
          </p:cNvPr>
          <p:cNvSpPr/>
          <p:nvPr/>
        </p:nvSpPr>
        <p:spPr>
          <a:xfrm>
            <a:off x="9167355" y="3133219"/>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18" name="OTLSHAPE_T_e17f3958430f4cff8650518c93c7635e_Shape">
            <a:extLst>
              <a:ext uri="{FF2B5EF4-FFF2-40B4-BE49-F238E27FC236}">
                <a16:creationId xmlns:a16="http://schemas.microsoft.com/office/drawing/2014/main" id="{38CAEA0E-1BD3-0E3E-8103-0F47806BCB98}"/>
              </a:ext>
            </a:extLst>
          </p:cNvPr>
          <p:cNvSpPr/>
          <p:nvPr>
            <p:custDataLst>
              <p:tags r:id="rId4"/>
            </p:custDataLst>
          </p:nvPr>
        </p:nvSpPr>
        <p:spPr bwMode="auto">
          <a:xfrm>
            <a:off x="9357040" y="2831862"/>
            <a:ext cx="2376917"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800" b="1">
                <a:solidFill>
                  <a:prstClr val="black"/>
                </a:solidFill>
                <a:ea typeface="等线" panose="02010600030101010101" pitchFamily="2" charset="-122"/>
                <a:cs typeface="Calibri" panose="020F0502020204030204" pitchFamily="34" charset="0"/>
              </a:rPr>
              <a:t>Ph2 PoC in Opioid Use Disorder (OUD) </a:t>
            </a:r>
          </a:p>
        </p:txBody>
      </p:sp>
      <p:sp>
        <p:nvSpPr>
          <p:cNvPr id="27" name="Star: 4 Points 143">
            <a:extLst>
              <a:ext uri="{FF2B5EF4-FFF2-40B4-BE49-F238E27FC236}">
                <a16:creationId xmlns:a16="http://schemas.microsoft.com/office/drawing/2014/main" id="{CE75A348-14F5-513E-A10F-CCAE2B3AFAAD}"/>
              </a:ext>
            </a:extLst>
          </p:cNvPr>
          <p:cNvSpPr/>
          <p:nvPr/>
        </p:nvSpPr>
        <p:spPr bwMode="auto">
          <a:xfrm>
            <a:off x="9269358" y="302947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8" name="OTLSHAPE_T_e17f3958430f4cff8650518c93c7635e_StartDate">
            <a:extLst>
              <a:ext uri="{FF2B5EF4-FFF2-40B4-BE49-F238E27FC236}">
                <a16:creationId xmlns:a16="http://schemas.microsoft.com/office/drawing/2014/main" id="{1E0233AF-EED9-899C-687D-DC7D8E0098FC}"/>
              </a:ext>
            </a:extLst>
          </p:cNvPr>
          <p:cNvSpPr txBox="1"/>
          <p:nvPr>
            <p:custDataLst>
              <p:tags r:id="rId5"/>
            </p:custDataLst>
          </p:nvPr>
        </p:nvSpPr>
        <p:spPr>
          <a:xfrm>
            <a:off x="8905905" y="2678664"/>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Oct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24" name="Rectangle 55">
            <a:extLst>
              <a:ext uri="{FF2B5EF4-FFF2-40B4-BE49-F238E27FC236}">
                <a16:creationId xmlns:a16="http://schemas.microsoft.com/office/drawing/2014/main" id="{4AE41EFE-42A0-4C1E-93E9-194924CCACEA}"/>
              </a:ext>
            </a:extLst>
          </p:cNvPr>
          <p:cNvSpPr/>
          <p:nvPr/>
        </p:nvSpPr>
        <p:spPr>
          <a:xfrm>
            <a:off x="11285605" y="3138534"/>
            <a:ext cx="92685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26" name="OTLSHAPE_T_e17f3958430f4cff8650518c93c7635e_StartDate">
            <a:extLst>
              <a:ext uri="{FF2B5EF4-FFF2-40B4-BE49-F238E27FC236}">
                <a16:creationId xmlns:a16="http://schemas.microsoft.com/office/drawing/2014/main" id="{9B1B0B0C-B76D-39E2-7EBA-1D4C338457D7}"/>
              </a:ext>
            </a:extLst>
          </p:cNvPr>
          <p:cNvSpPr txBox="1"/>
          <p:nvPr>
            <p:custDataLst>
              <p:tags r:id="rId6"/>
            </p:custDataLst>
          </p:nvPr>
        </p:nvSpPr>
        <p:spPr>
          <a:xfrm>
            <a:off x="11244688" y="2674393"/>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Oct 2030</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27" name="Star: 4 Points 143">
            <a:extLst>
              <a:ext uri="{FF2B5EF4-FFF2-40B4-BE49-F238E27FC236}">
                <a16:creationId xmlns:a16="http://schemas.microsoft.com/office/drawing/2014/main" id="{C1206A61-2288-278D-4DF1-A43C774D20F6}"/>
              </a:ext>
            </a:extLst>
          </p:cNvPr>
          <p:cNvSpPr/>
          <p:nvPr/>
        </p:nvSpPr>
        <p:spPr bwMode="auto">
          <a:xfrm>
            <a:off x="11649788" y="304056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cxnSp>
        <p:nvCxnSpPr>
          <p:cNvPr id="231" name="Connector: Elbow 232">
            <a:extLst>
              <a:ext uri="{FF2B5EF4-FFF2-40B4-BE49-F238E27FC236}">
                <a16:creationId xmlns:a16="http://schemas.microsoft.com/office/drawing/2014/main" id="{F7DFB529-252C-4FB3-ED0E-414955709FC4}"/>
              </a:ext>
            </a:extLst>
          </p:cNvPr>
          <p:cNvCxnSpPr>
            <a:cxnSpLocks/>
            <a:stCxn id="224" idx="2"/>
            <a:endCxn id="234" idx="0"/>
          </p:cNvCxnSpPr>
          <p:nvPr/>
        </p:nvCxnSpPr>
        <p:spPr bwMode="gray">
          <a:xfrm>
            <a:off x="11749034" y="3395079"/>
            <a:ext cx="4529" cy="130636"/>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4" name="Star: 4 Points 143">
            <a:extLst>
              <a:ext uri="{FF2B5EF4-FFF2-40B4-BE49-F238E27FC236}">
                <a16:creationId xmlns:a16="http://schemas.microsoft.com/office/drawing/2014/main" id="{DC79EF12-10B1-1FE3-6546-5F248EE8079B}"/>
              </a:ext>
            </a:extLst>
          </p:cNvPr>
          <p:cNvSpPr/>
          <p:nvPr/>
        </p:nvSpPr>
        <p:spPr bwMode="auto">
          <a:xfrm>
            <a:off x="11661441" y="352571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36" name="Rectangle 55">
            <a:extLst>
              <a:ext uri="{FF2B5EF4-FFF2-40B4-BE49-F238E27FC236}">
                <a16:creationId xmlns:a16="http://schemas.microsoft.com/office/drawing/2014/main" id="{82BBCAA4-BDA8-1936-1DD1-4893469E6754}"/>
              </a:ext>
            </a:extLst>
          </p:cNvPr>
          <p:cNvSpPr/>
          <p:nvPr/>
        </p:nvSpPr>
        <p:spPr>
          <a:xfrm>
            <a:off x="11448217" y="3726264"/>
            <a:ext cx="601632" cy="461665"/>
          </a:xfrm>
          <a:prstGeom prst="rect">
            <a:avLst/>
          </a:prstGeom>
          <a:solidFill>
            <a:schemeClr val="tx2"/>
          </a:solidFill>
          <a:ln>
            <a:solidFill>
              <a:schemeClr val="accent2"/>
            </a:solidFill>
          </a:ln>
        </p:spPr>
        <p:txBody>
          <a:bodyPr wrap="square">
            <a:spAutoFit/>
          </a:bodyPr>
          <a:lstStyle/>
          <a:p>
            <a:pPr algn="ctr" defTabSz="1219108">
              <a:defRPr/>
            </a:pPr>
            <a:r>
              <a:rPr lang="en-US" altLang="zh-CN" sz="1200" b="1" i="1">
                <a:solidFill>
                  <a:srgbClr val="44546A"/>
                </a:solidFill>
                <a:ea typeface="等线" panose="02010600030101010101" pitchFamily="2" charset="-122"/>
                <a:cs typeface="Calibri" panose="020F0502020204030204" pitchFamily="34" charset="0"/>
              </a:rPr>
              <a:t>PoC/</a:t>
            </a:r>
            <a:r>
              <a:rPr lang="en-US" altLang="zh-CN" sz="1200" b="1" i="1" err="1">
                <a:solidFill>
                  <a:srgbClr val="44546A"/>
                </a:solidFill>
                <a:ea typeface="等线" panose="02010600030101010101" pitchFamily="2" charset="-122"/>
                <a:cs typeface="Calibri" panose="020F0502020204030204" pitchFamily="34" charset="0"/>
              </a:rPr>
              <a:t>RoFD</a:t>
            </a:r>
            <a:endParaRPr lang="zh-CN" altLang="en-US" sz="1200" b="1" i="1">
              <a:solidFill>
                <a:srgbClr val="44546A"/>
              </a:solidFill>
              <a:ea typeface="等线" panose="02010600030101010101" pitchFamily="2" charset="-122"/>
              <a:cs typeface="Calibri" panose="020F0502020204030204" pitchFamily="34" charset="0"/>
            </a:endParaRPr>
          </a:p>
        </p:txBody>
      </p:sp>
      <p:sp>
        <p:nvSpPr>
          <p:cNvPr id="255" name="TextBox 64">
            <a:extLst>
              <a:ext uri="{FF2B5EF4-FFF2-40B4-BE49-F238E27FC236}">
                <a16:creationId xmlns:a16="http://schemas.microsoft.com/office/drawing/2014/main" id="{90E6301F-0399-7C3E-E9B5-93D1041C7FCF}"/>
              </a:ext>
            </a:extLst>
          </p:cNvPr>
          <p:cNvSpPr txBox="1"/>
          <p:nvPr/>
        </p:nvSpPr>
        <p:spPr>
          <a:xfrm>
            <a:off x="31594" y="4861147"/>
            <a:ext cx="825189"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Ph2 -</a:t>
            </a:r>
          </a:p>
          <a:p>
            <a:pPr algn="ctr" defTabSz="914377">
              <a:defRPr/>
            </a:pPr>
            <a:r>
              <a:rPr lang="en-US" altLang="zh-CN" sz="1067" b="1">
                <a:solidFill>
                  <a:srgbClr val="08312A"/>
                </a:solidFill>
                <a:cs typeface="Calibri" panose="020F0502020204030204" pitchFamily="34" charset="0"/>
              </a:rPr>
              <a:t>1427-0016/</a:t>
            </a:r>
          </a:p>
          <a:p>
            <a:pPr algn="ctr" defTabSz="914377">
              <a:defRPr/>
            </a:pPr>
            <a:r>
              <a:rPr lang="en-US" altLang="zh-CN" sz="1067" b="1">
                <a:solidFill>
                  <a:srgbClr val="08312A"/>
                </a:solidFill>
                <a:cs typeface="Calibri" panose="020F0502020204030204" pitchFamily="34" charset="0"/>
              </a:rPr>
              <a:t>1427-0017</a:t>
            </a:r>
          </a:p>
        </p:txBody>
      </p:sp>
      <p:sp>
        <p:nvSpPr>
          <p:cNvPr id="261" name="OTLSHAPE_T_e17f3958430f4cff8650518c93c7635e_Shape">
            <a:extLst>
              <a:ext uri="{FF2B5EF4-FFF2-40B4-BE49-F238E27FC236}">
                <a16:creationId xmlns:a16="http://schemas.microsoft.com/office/drawing/2014/main" id="{075E193A-E32C-4702-AA42-E1F801AC8AA1}"/>
              </a:ext>
            </a:extLst>
          </p:cNvPr>
          <p:cNvSpPr/>
          <p:nvPr>
            <p:custDataLst>
              <p:tags r:id="rId7"/>
            </p:custDataLst>
          </p:nvPr>
        </p:nvSpPr>
        <p:spPr bwMode="auto">
          <a:xfrm>
            <a:off x="8167751" y="4869464"/>
            <a:ext cx="1179956"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+ 1</a:t>
            </a:r>
            <a:r>
              <a:rPr lang="en-US" altLang="zh-CN" sz="800" b="1" baseline="30000">
                <a:solidFill>
                  <a:srgbClr val="000000"/>
                </a:solidFill>
                <a:ea typeface="等线" panose="02010600030101010101" pitchFamily="2" charset="-122"/>
                <a:cs typeface="Calibri" panose="020F0502020204030204" pitchFamily="34" charset="0"/>
              </a:rPr>
              <a:t>st</a:t>
            </a:r>
            <a:r>
              <a:rPr lang="en-US" altLang="zh-CN" sz="800" b="1">
                <a:solidFill>
                  <a:srgbClr val="000000"/>
                </a:solidFill>
                <a:ea typeface="等线" panose="02010600030101010101" pitchFamily="2" charset="-122"/>
                <a:cs typeface="Calibri" panose="020F0502020204030204" pitchFamily="34" charset="0"/>
              </a:rPr>
              <a:t> SIV</a:t>
            </a:r>
            <a:endParaRPr lang="zh-CN" altLang="en-US" sz="800" b="1">
              <a:solidFill>
                <a:srgbClr val="000000"/>
              </a:solidFill>
              <a:ea typeface="等线" panose="02010600030101010101" pitchFamily="2" charset="-122"/>
              <a:cs typeface="Calibri" panose="020F0502020204030204" pitchFamily="34" charset="0"/>
            </a:endParaRPr>
          </a:p>
        </p:txBody>
      </p:sp>
      <p:sp>
        <p:nvSpPr>
          <p:cNvPr id="262" name="Rectangle 77">
            <a:extLst>
              <a:ext uri="{FF2B5EF4-FFF2-40B4-BE49-F238E27FC236}">
                <a16:creationId xmlns:a16="http://schemas.microsoft.com/office/drawing/2014/main" id="{ADB3811B-6BBC-26E2-2FC1-80A5E6C155D4}"/>
              </a:ext>
            </a:extLst>
          </p:cNvPr>
          <p:cNvSpPr/>
          <p:nvPr/>
        </p:nvSpPr>
        <p:spPr>
          <a:xfrm>
            <a:off x="9123251" y="5157755"/>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3" name="OTLSHAPE_M_39ea6ebc19a94c9fab6ef5006c31df58_Shape">
            <a:extLst>
              <a:ext uri="{FF2B5EF4-FFF2-40B4-BE49-F238E27FC236}">
                <a16:creationId xmlns:a16="http://schemas.microsoft.com/office/drawing/2014/main" id="{9188171D-841A-D692-C1E3-D9CD0C26ED94}"/>
              </a:ext>
            </a:extLst>
          </p:cNvPr>
          <p:cNvSpPr/>
          <p:nvPr>
            <p:custDataLst>
              <p:tags r:id="rId8"/>
            </p:custDataLst>
          </p:nvPr>
        </p:nvSpPr>
        <p:spPr bwMode="auto">
          <a:xfrm rot="16200000">
            <a:off x="8156974" y="5102407"/>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66" name="OTLSHAPE_M_39ea6ebc19a94c9fab6ef5006c31df58_Title">
            <a:extLst>
              <a:ext uri="{FF2B5EF4-FFF2-40B4-BE49-F238E27FC236}">
                <a16:creationId xmlns:a16="http://schemas.microsoft.com/office/drawing/2014/main" id="{6AB2751A-2C9E-561F-AC13-51A86F3155C6}"/>
              </a:ext>
            </a:extLst>
          </p:cNvPr>
          <p:cNvSpPr txBox="1"/>
          <p:nvPr>
            <p:custDataLst>
              <p:tags r:id="rId9"/>
            </p:custDataLst>
          </p:nvPr>
        </p:nvSpPr>
        <p:spPr>
          <a:xfrm>
            <a:off x="7938296" y="5203921"/>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7" name="Star: 4 Points 143">
            <a:extLst>
              <a:ext uri="{FF2B5EF4-FFF2-40B4-BE49-F238E27FC236}">
                <a16:creationId xmlns:a16="http://schemas.microsoft.com/office/drawing/2014/main" id="{230584CC-11C6-130A-2CAC-5E6E678F5CE7}"/>
              </a:ext>
            </a:extLst>
          </p:cNvPr>
          <p:cNvSpPr/>
          <p:nvPr/>
        </p:nvSpPr>
        <p:spPr bwMode="auto">
          <a:xfrm>
            <a:off x="9253160" y="507157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0" name="OTLSHAPE_T_e17f3958430f4cff8650518c93c7635e_Shape">
            <a:extLst>
              <a:ext uri="{FF2B5EF4-FFF2-40B4-BE49-F238E27FC236}">
                <a16:creationId xmlns:a16="http://schemas.microsoft.com/office/drawing/2014/main" id="{7B3DAA8C-12AC-2B7B-E5AE-EBBBA368CA14}"/>
              </a:ext>
            </a:extLst>
          </p:cNvPr>
          <p:cNvSpPr/>
          <p:nvPr>
            <p:custDataLst>
              <p:tags r:id="rId10"/>
            </p:custDataLst>
          </p:nvPr>
        </p:nvSpPr>
        <p:spPr bwMode="auto">
          <a:xfrm>
            <a:off x="9357040" y="4875046"/>
            <a:ext cx="2376917"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800" b="1">
                <a:solidFill>
                  <a:prstClr val="black"/>
                </a:solidFill>
                <a:ea typeface="等线" panose="02010600030101010101" pitchFamily="2" charset="-122"/>
                <a:cs typeface="Calibri" panose="020F0502020204030204" pitchFamily="34" charset="0"/>
              </a:rPr>
              <a:t>Ph2 PoC in Opioid Use Disorder (OUD) </a:t>
            </a:r>
          </a:p>
        </p:txBody>
      </p:sp>
      <p:sp>
        <p:nvSpPr>
          <p:cNvPr id="271" name="Rectangle 55">
            <a:extLst>
              <a:ext uri="{FF2B5EF4-FFF2-40B4-BE49-F238E27FC236}">
                <a16:creationId xmlns:a16="http://schemas.microsoft.com/office/drawing/2014/main" id="{72461314-E9EA-F65E-8992-55E7A150A83C}"/>
              </a:ext>
            </a:extLst>
          </p:cNvPr>
          <p:cNvSpPr/>
          <p:nvPr/>
        </p:nvSpPr>
        <p:spPr>
          <a:xfrm>
            <a:off x="11285605" y="5168630"/>
            <a:ext cx="92685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72" name="Star: 4 Points 143">
            <a:extLst>
              <a:ext uri="{FF2B5EF4-FFF2-40B4-BE49-F238E27FC236}">
                <a16:creationId xmlns:a16="http://schemas.microsoft.com/office/drawing/2014/main" id="{D973DB56-C539-7D2E-DAC7-5021D58E139D}"/>
              </a:ext>
            </a:extLst>
          </p:cNvPr>
          <p:cNvSpPr/>
          <p:nvPr/>
        </p:nvSpPr>
        <p:spPr bwMode="auto">
          <a:xfrm>
            <a:off x="11649788" y="507065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7" name="OTLSHAPE_T_e17f3958430f4cff8650518c93c7635e_Shape">
            <a:extLst>
              <a:ext uri="{FF2B5EF4-FFF2-40B4-BE49-F238E27FC236}">
                <a16:creationId xmlns:a16="http://schemas.microsoft.com/office/drawing/2014/main" id="{3993B856-5CF7-D978-B479-EACD1E4972E3}"/>
              </a:ext>
            </a:extLst>
          </p:cNvPr>
          <p:cNvSpPr/>
          <p:nvPr>
            <p:custDataLst>
              <p:tags r:id="rId11"/>
            </p:custDataLst>
          </p:nvPr>
        </p:nvSpPr>
        <p:spPr bwMode="auto">
          <a:xfrm>
            <a:off x="6360019" y="2575082"/>
            <a:ext cx="2124000"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r>
              <a:rPr lang="de-DE" altLang="zh-CN" sz="1050" b="1"/>
              <a:t>PhII-enabling DDI studies</a:t>
            </a:r>
          </a:p>
        </p:txBody>
      </p:sp>
      <p:cxnSp>
        <p:nvCxnSpPr>
          <p:cNvPr id="281" name="Connector: Elbow 280">
            <a:extLst>
              <a:ext uri="{FF2B5EF4-FFF2-40B4-BE49-F238E27FC236}">
                <a16:creationId xmlns:a16="http://schemas.microsoft.com/office/drawing/2014/main" id="{A5C07E6D-39EF-062C-A857-0AA0B3F793DB}"/>
              </a:ext>
            </a:extLst>
          </p:cNvPr>
          <p:cNvCxnSpPr>
            <a:cxnSpLocks/>
            <a:stCxn id="277" idx="3"/>
            <a:endCxn id="18" idx="1"/>
          </p:cNvCxnSpPr>
          <p:nvPr/>
        </p:nvCxnSpPr>
        <p:spPr bwMode="gray">
          <a:xfrm>
            <a:off x="8484019" y="2719082"/>
            <a:ext cx="873021" cy="256780"/>
          </a:xfrm>
          <a:prstGeom prst="bentConnector3">
            <a:avLst>
              <a:gd name="adj1" fmla="val 50000"/>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0" name="文本框 160">
            <a:extLst>
              <a:ext uri="{FF2B5EF4-FFF2-40B4-BE49-F238E27FC236}">
                <a16:creationId xmlns:a16="http://schemas.microsoft.com/office/drawing/2014/main" id="{3A621BA0-8FC8-2D19-E343-357E8B5276CA}"/>
              </a:ext>
            </a:extLst>
          </p:cNvPr>
          <p:cNvSpPr txBox="1"/>
          <p:nvPr/>
        </p:nvSpPr>
        <p:spPr>
          <a:xfrm>
            <a:off x="1561371" y="3938708"/>
            <a:ext cx="4521396" cy="1336536"/>
          </a:xfrm>
          <a:prstGeom prst="roundRect">
            <a:avLst/>
          </a:prstGeom>
          <a:solidFill>
            <a:schemeClr val="bg1"/>
          </a:solidFill>
          <a:ln>
            <a:solidFill>
              <a:srgbClr val="076D7E"/>
            </a:solidFill>
            <a:prstDash val="lgDash"/>
          </a:ln>
        </p:spPr>
        <p:txBody>
          <a:bodyPr wrap="square" lIns="91440" tIns="45720" rIns="91440" bIns="45720" rtlCol="0" anchor="ctr">
            <a:spAutoFit/>
          </a:bodyPr>
          <a:lstStyle/>
          <a:p>
            <a:pPr defTabSz="1219170">
              <a:defRPr/>
            </a:pPr>
            <a:r>
              <a:rPr lang="en-US" sz="1000" b="1" i="1">
                <a:solidFill>
                  <a:srgbClr val="002060"/>
                </a:solidFill>
                <a:cs typeface="Calibri"/>
              </a:rPr>
              <a:t>Global Update:</a:t>
            </a:r>
            <a:endParaRPr lang="en-US"/>
          </a:p>
          <a:p>
            <a:pPr marL="171450" indent="-171450" defTabSz="1219170">
              <a:spcAft>
                <a:spcPts val="267"/>
              </a:spcAft>
              <a:buFont typeface="Arial" panose="020B0604020202020204" pitchFamily="34" charset="0"/>
              <a:buChar char="•"/>
              <a:defRPr/>
            </a:pPr>
            <a:r>
              <a:rPr lang="en-US" altLang="zh-CN" sz="1000" i="1" err="1">
                <a:solidFill>
                  <a:srgbClr val="002060"/>
                </a:solidFill>
                <a:cs typeface="Calibri"/>
              </a:rPr>
              <a:t>PoM</a:t>
            </a:r>
            <a:r>
              <a:rPr lang="en-US" altLang="zh-CN" sz="1000" i="1">
                <a:solidFill>
                  <a:srgbClr val="002060"/>
                </a:solidFill>
                <a:cs typeface="Calibri"/>
              </a:rPr>
              <a:t>:</a:t>
            </a:r>
            <a:r>
              <a:rPr lang="zh-CN" altLang="en-US" sz="1000" i="1">
                <a:solidFill>
                  <a:srgbClr val="002060"/>
                </a:solidFill>
                <a:cs typeface="Calibri"/>
              </a:rPr>
              <a:t> </a:t>
            </a:r>
            <a:r>
              <a:rPr lang="en-US" altLang="zh-CN" sz="1000" i="1">
                <a:solidFill>
                  <a:srgbClr val="002060"/>
                </a:solidFill>
                <a:cs typeface="Calibri"/>
              </a:rPr>
              <a:t> Timeline is heavily delayed due to poor recruitment. Protocol amendment considered to include healthy participants.</a:t>
            </a:r>
            <a:endParaRPr lang="en-US" sz="1000" i="1">
              <a:solidFill>
                <a:srgbClr val="002060"/>
              </a:solidFill>
              <a:cs typeface="Calibri"/>
            </a:endParaRPr>
          </a:p>
          <a:p>
            <a:pPr defTabSz="1219170">
              <a:defRPr/>
            </a:pPr>
            <a:endParaRPr lang="en-US" sz="1000" b="1" i="1">
              <a:solidFill>
                <a:srgbClr val="002060"/>
              </a:solidFill>
              <a:cs typeface="Calibri"/>
            </a:endParaRPr>
          </a:p>
          <a:p>
            <a:pPr defTabSz="1219170">
              <a:defRPr/>
            </a:pPr>
            <a:r>
              <a:rPr lang="en-US" sz="1000" b="1" i="1">
                <a:solidFill>
                  <a:srgbClr val="002060"/>
                </a:solidFill>
                <a:cs typeface="Calibri"/>
              </a:rPr>
              <a:t>China Update:</a:t>
            </a:r>
            <a:endParaRPr lang="en-US"/>
          </a:p>
          <a:p>
            <a:pPr marL="171450" indent="-171450" defTabSz="1219170">
              <a:lnSpc>
                <a:spcPts val="1200"/>
              </a:lnSpc>
              <a:spcAft>
                <a:spcPts val="267"/>
              </a:spcAft>
              <a:buFont typeface="Arial" panose="020B0604020202020204" pitchFamily="34" charset="0"/>
              <a:buChar char="•"/>
              <a:defRPr/>
            </a:pPr>
            <a:r>
              <a:rPr lang="en-US" altLang="zh-CN" sz="1000" i="1">
                <a:solidFill>
                  <a:srgbClr val="002060"/>
                </a:solidFill>
                <a:cs typeface="Calibri"/>
              </a:rPr>
              <a:t>Waiting for global feedback regarding the evaluation material provided by China team.</a:t>
            </a:r>
          </a:p>
        </p:txBody>
      </p:sp>
    </p:spTree>
    <p:extLst>
      <p:ext uri="{BB962C8B-B14F-4D97-AF65-F5344CB8AC3E}">
        <p14:creationId xmlns:p14="http://schemas.microsoft.com/office/powerpoint/2010/main" val="27953624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8F97187-25BC-129B-6754-D86941F680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6F4B1F-8CE6-C2B3-5E0D-44D729947218}"/>
              </a:ext>
            </a:extLst>
          </p:cNvPr>
          <p:cNvSpPr>
            <a:spLocks noGrp="1"/>
          </p:cNvSpPr>
          <p:nvPr>
            <p:ph type="title"/>
          </p:nvPr>
        </p:nvSpPr>
        <p:spPr/>
        <p:txBody>
          <a:bodyPr/>
          <a:lstStyle/>
          <a:p>
            <a:r>
              <a:rPr lang="en-US" altLang="zh-CN">
                <a:latin typeface="+mn-lt"/>
              </a:rPr>
              <a:t>BI 3776528 / SSTR4 Agonist, CI PSD, Development Plan </a:t>
            </a:r>
            <a:endParaRPr lang="zh-CN" altLang="en-US">
              <a:latin typeface="+mn-lt"/>
            </a:endParaRPr>
          </a:p>
        </p:txBody>
      </p:sp>
      <p:sp>
        <p:nvSpPr>
          <p:cNvPr id="4" name="Text Placeholder 3">
            <a:extLst>
              <a:ext uri="{FF2B5EF4-FFF2-40B4-BE49-F238E27FC236}">
                <a16:creationId xmlns:a16="http://schemas.microsoft.com/office/drawing/2014/main" id="{ED208B48-F2F6-498A-1DC5-B1DBE8C10DC0}"/>
              </a:ext>
            </a:extLst>
          </p:cNvPr>
          <p:cNvSpPr>
            <a:spLocks noGrp="1"/>
          </p:cNvSpPr>
          <p:nvPr>
            <p:ph type="body" sz="quarter" idx="13"/>
          </p:nvPr>
        </p:nvSpPr>
        <p:spPr>
          <a:xfrm>
            <a:off x="1972022" y="6044547"/>
            <a:ext cx="6444865" cy="340209"/>
          </a:xfrm>
        </p:spPr>
        <p:txBody>
          <a:bodyPr/>
          <a:lstStyle/>
          <a:p>
            <a:r>
              <a:rPr lang="en-US" altLang="zh-CN"/>
              <a:t>CI PSD: Cognitive Impairment in Psychosis Spectrum Disorders; HH: hippocampal hyperactivity </a:t>
            </a:r>
            <a:endParaRPr lang="zh-CN" altLang="en-US"/>
          </a:p>
        </p:txBody>
      </p:sp>
      <p:sp>
        <p:nvSpPr>
          <p:cNvPr id="6" name="Slide Number Placeholder 5">
            <a:extLst>
              <a:ext uri="{FF2B5EF4-FFF2-40B4-BE49-F238E27FC236}">
                <a16:creationId xmlns:a16="http://schemas.microsoft.com/office/drawing/2014/main" id="{F0D5BDA5-2578-231F-72B1-5CECDA00DA48}"/>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7CC5A573-1997-0B5D-F907-155F1C601F24}"/>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33</a:t>
            </a:fld>
            <a:endParaRPr lang="en-US" kern="0">
              <a:solidFill>
                <a:srgbClr val="08312A"/>
              </a:solidFill>
              <a:cs typeface="Arial"/>
              <a:sym typeface="Arial"/>
            </a:endParaRPr>
          </a:p>
        </p:txBody>
      </p:sp>
      <p:graphicFrame>
        <p:nvGraphicFramePr>
          <p:cNvPr id="241" name="Table 3">
            <a:extLst>
              <a:ext uri="{FF2B5EF4-FFF2-40B4-BE49-F238E27FC236}">
                <a16:creationId xmlns:a16="http://schemas.microsoft.com/office/drawing/2014/main" id="{2AA2DAF7-B66E-60EB-50BA-96D0E51F7520}"/>
              </a:ext>
            </a:extLst>
          </p:cNvPr>
          <p:cNvGraphicFramePr>
            <a:graphicFrameLocks noGrp="1"/>
          </p:cNvGraphicFramePr>
          <p:nvPr/>
        </p:nvGraphicFramePr>
        <p:xfrm>
          <a:off x="1285344" y="1027483"/>
          <a:ext cx="10658940"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01428E33-BE3F-15F1-66D9-A0B9FC9BDE95}"/>
              </a:ext>
            </a:extLst>
          </p:cNvPr>
          <p:cNvCxnSpPr>
            <a:cxnSpLocks/>
          </p:cNvCxnSpPr>
          <p:nvPr/>
        </p:nvCxnSpPr>
        <p:spPr bwMode="auto">
          <a:xfrm flipH="1">
            <a:off x="0" y="3872544"/>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1606DD00-E565-1E5C-519D-2A6EF5B17F57}"/>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77938DCF-A405-FDCA-E355-6531446ADB55}"/>
              </a:ext>
            </a:extLst>
          </p:cNvPr>
          <p:cNvSpPr/>
          <p:nvPr/>
        </p:nvSpPr>
        <p:spPr>
          <a:xfrm rot="5400000">
            <a:off x="11736946" y="1254539"/>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A52BDB9D-52E9-82F9-193C-7FAD54B76B4F}"/>
              </a:ext>
            </a:extLst>
          </p:cNvPr>
          <p:cNvSpPr txBox="1"/>
          <p:nvPr/>
        </p:nvSpPr>
        <p:spPr>
          <a:xfrm>
            <a:off x="60338" y="1938790"/>
            <a:ext cx="773486" cy="328423"/>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Ph1 –</a:t>
            </a:r>
          </a:p>
          <a:p>
            <a:pPr algn="ctr" defTabSz="914377">
              <a:defRPr/>
            </a:pPr>
            <a:r>
              <a:rPr lang="en-US" altLang="zh-CN" sz="1067" b="1">
                <a:solidFill>
                  <a:srgbClr val="08312A"/>
                </a:solidFill>
                <a:cs typeface="Calibri" panose="020F0502020204030204" pitchFamily="34" charset="0"/>
              </a:rPr>
              <a:t>1526-0001</a:t>
            </a:r>
            <a:endParaRPr lang="en-US" sz="1067" b="1">
              <a:solidFill>
                <a:srgbClr val="08312A"/>
              </a:solidFill>
              <a:cs typeface="Calibri" panose="020F0502020204030204" pitchFamily="34" charset="0"/>
            </a:endParaRPr>
          </a:p>
        </p:txBody>
      </p:sp>
      <p:pic>
        <p:nvPicPr>
          <p:cNvPr id="246" name="Picture 4">
            <a:extLst>
              <a:ext uri="{FF2B5EF4-FFF2-40B4-BE49-F238E27FC236}">
                <a16:creationId xmlns:a16="http://schemas.microsoft.com/office/drawing/2014/main" id="{E7E9B3D7-1A71-F0D8-EEB6-C6EB0BFB1107}"/>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74080442-8116-FE92-3BA4-55D47EF80C6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7783" y="3778630"/>
            <a:ext cx="1138019" cy="560880"/>
          </a:xfrm>
          <a:prstGeom prst="rect">
            <a:avLst/>
          </a:prstGeom>
        </p:spPr>
      </p:pic>
      <p:sp>
        <p:nvSpPr>
          <p:cNvPr id="249" name="Rectangle 52">
            <a:extLst>
              <a:ext uri="{FF2B5EF4-FFF2-40B4-BE49-F238E27FC236}">
                <a16:creationId xmlns:a16="http://schemas.microsoft.com/office/drawing/2014/main" id="{8AC0BBF3-0C78-F64B-E046-4CA64DD481BD}"/>
              </a:ext>
            </a:extLst>
          </p:cNvPr>
          <p:cNvSpPr/>
          <p:nvPr/>
        </p:nvSpPr>
        <p:spPr>
          <a:xfrm>
            <a:off x="1234655" y="2281956"/>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F3B04AB6-6634-631C-5FFE-B9621804D349}"/>
              </a:ext>
            </a:extLst>
          </p:cNvPr>
          <p:cNvSpPr txBox="1"/>
          <p:nvPr>
            <p:custDataLst>
              <p:tags r:id="rId1"/>
            </p:custDataLst>
          </p:nvPr>
        </p:nvSpPr>
        <p:spPr>
          <a:xfrm>
            <a:off x="911108" y="1817814"/>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Jan 2025</a:t>
            </a:r>
            <a:endParaRPr lang="zh-CN" altLang="en-US" sz="1067" b="1" i="1">
              <a:solidFill>
                <a:schemeClr val="bg1">
                  <a:lumMod val="65000"/>
                </a:schemeClr>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A69CA111-2C58-72EC-ADA4-CEA54E33F4CB}"/>
              </a:ext>
            </a:extLst>
          </p:cNvPr>
          <p:cNvSpPr/>
          <p:nvPr>
            <p:custDataLst>
              <p:tags r:id="rId2"/>
            </p:custDataLst>
          </p:nvPr>
        </p:nvSpPr>
        <p:spPr bwMode="auto">
          <a:xfrm>
            <a:off x="1434165" y="1991298"/>
            <a:ext cx="3378839"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Ph1 SRD &amp; MRD,</a:t>
            </a:r>
            <a:r>
              <a:rPr lang="zh-CN" altLang="en-US" sz="1067" b="1">
                <a:solidFill>
                  <a:prstClr val="black"/>
                </a:solidFill>
                <a:ea typeface="等线" panose="02010600030101010101" pitchFamily="2" charset="-122"/>
                <a:cs typeface="Calibri" panose="020F0502020204030204" pitchFamily="34" charset="0"/>
              </a:rPr>
              <a:t> </a:t>
            </a:r>
            <a:r>
              <a:rPr lang="en-US" altLang="zh-CN" sz="1067" b="1">
                <a:solidFill>
                  <a:prstClr val="black"/>
                </a:solidFill>
                <a:ea typeface="等线" panose="02010600030101010101" pitchFamily="2" charset="-122"/>
                <a:cs typeface="Calibri" panose="020F0502020204030204" pitchFamily="34" charset="0"/>
              </a:rPr>
              <a:t>N=118</a:t>
            </a:r>
            <a:endParaRPr lang="en-US" altLang="zh-CN" sz="1067" b="1">
              <a:solidFill>
                <a:srgbClr val="000000"/>
              </a:solidFill>
              <a:ea typeface="等线" panose="02010600030101010101" pitchFamily="2" charset="-122"/>
              <a:cs typeface="Calibri" panose="020F0502020204030204" pitchFamily="34" charset="0"/>
            </a:endParaRPr>
          </a:p>
        </p:txBody>
      </p:sp>
      <p:sp>
        <p:nvSpPr>
          <p:cNvPr id="273" name="Star: 4 Points 143">
            <a:extLst>
              <a:ext uri="{FF2B5EF4-FFF2-40B4-BE49-F238E27FC236}">
                <a16:creationId xmlns:a16="http://schemas.microsoft.com/office/drawing/2014/main" id="{3D362722-388A-9CAF-5515-2A74C32791CB}"/>
              </a:ext>
            </a:extLst>
          </p:cNvPr>
          <p:cNvSpPr/>
          <p:nvPr/>
        </p:nvSpPr>
        <p:spPr bwMode="auto">
          <a:xfrm>
            <a:off x="1341256" y="218398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5" name="Rectangle 55">
            <a:extLst>
              <a:ext uri="{FF2B5EF4-FFF2-40B4-BE49-F238E27FC236}">
                <a16:creationId xmlns:a16="http://schemas.microsoft.com/office/drawing/2014/main" id="{2777A6E0-1240-5D03-C887-47E7B50EA214}"/>
              </a:ext>
            </a:extLst>
          </p:cNvPr>
          <p:cNvSpPr/>
          <p:nvPr/>
        </p:nvSpPr>
        <p:spPr>
          <a:xfrm>
            <a:off x="4359264" y="2283281"/>
            <a:ext cx="92685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8" name="Star: 4 Points 143">
            <a:extLst>
              <a:ext uri="{FF2B5EF4-FFF2-40B4-BE49-F238E27FC236}">
                <a16:creationId xmlns:a16="http://schemas.microsoft.com/office/drawing/2014/main" id="{24CE3990-83D7-03C1-7573-BADFC477F202}"/>
              </a:ext>
            </a:extLst>
          </p:cNvPr>
          <p:cNvSpPr/>
          <p:nvPr/>
        </p:nvSpPr>
        <p:spPr bwMode="auto">
          <a:xfrm>
            <a:off x="4723447" y="218530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248" name="Group 247">
            <a:extLst>
              <a:ext uri="{FF2B5EF4-FFF2-40B4-BE49-F238E27FC236}">
                <a16:creationId xmlns:a16="http://schemas.microsoft.com/office/drawing/2014/main" id="{1940D23F-7512-4EE8-0451-3CF5FBF55F72}"/>
              </a:ext>
            </a:extLst>
          </p:cNvPr>
          <p:cNvGrpSpPr/>
          <p:nvPr/>
        </p:nvGrpSpPr>
        <p:grpSpPr>
          <a:xfrm>
            <a:off x="3600478" y="1720281"/>
            <a:ext cx="598242" cy="2477956"/>
            <a:chOff x="2444277" y="1675830"/>
            <a:chExt cx="598242" cy="2816865"/>
          </a:xfrm>
        </p:grpSpPr>
        <p:cxnSp>
          <p:nvCxnSpPr>
            <p:cNvPr id="257" name="Straight Connector 147">
              <a:extLst>
                <a:ext uri="{FF2B5EF4-FFF2-40B4-BE49-F238E27FC236}">
                  <a16:creationId xmlns:a16="http://schemas.microsoft.com/office/drawing/2014/main" id="{2415086B-8860-A18D-CC82-4C38F868FB56}"/>
                </a:ext>
              </a:extLst>
            </p:cNvPr>
            <p:cNvCxnSpPr>
              <a:cxnSpLocks/>
              <a:endCxn id="260" idx="2"/>
            </p:cNvCxnSpPr>
            <p:nvPr/>
          </p:nvCxnSpPr>
          <p:spPr bwMode="auto">
            <a:xfrm flipV="1">
              <a:off x="2743398" y="1932375"/>
              <a:ext cx="0" cy="2560320"/>
            </a:xfrm>
            <a:prstGeom prst="line">
              <a:avLst/>
            </a:prstGeom>
            <a:solidFill>
              <a:schemeClr val="accent1"/>
            </a:solidFill>
            <a:ln w="15875" cap="flat" cmpd="sng" algn="ctr">
              <a:solidFill>
                <a:srgbClr val="FF0000"/>
              </a:solidFill>
              <a:prstDash val="sysDash"/>
              <a:round/>
              <a:headEnd type="none" w="med" len="med"/>
              <a:tailEnd type="none" w="med" len="med"/>
            </a:ln>
            <a:effectLst/>
          </p:spPr>
        </p:cxnSp>
        <p:sp>
          <p:nvSpPr>
            <p:cNvPr id="260" name="Rectangle 52">
              <a:extLst>
                <a:ext uri="{FF2B5EF4-FFF2-40B4-BE49-F238E27FC236}">
                  <a16:creationId xmlns:a16="http://schemas.microsoft.com/office/drawing/2014/main" id="{F2D650A8-7E40-34C7-53A3-08A98BE2029D}"/>
                </a:ext>
              </a:extLst>
            </p:cNvPr>
            <p:cNvSpPr/>
            <p:nvPr/>
          </p:nvSpPr>
          <p:spPr>
            <a:xfrm>
              <a:off x="2444277" y="1675830"/>
              <a:ext cx="598242" cy="256545"/>
            </a:xfrm>
            <a:prstGeom prst="rect">
              <a:avLst/>
            </a:prstGeom>
          </p:spPr>
          <p:txBody>
            <a:bodyPr wrap="none">
              <a:spAutoFit/>
            </a:bodyPr>
            <a:lstStyle/>
            <a:p>
              <a:pPr algn="ctr" defTabSz="1219108">
                <a:defRPr/>
              </a:pPr>
              <a:r>
                <a:rPr lang="en-US" altLang="zh-CN" sz="1067" b="1">
                  <a:solidFill>
                    <a:srgbClr val="FF0000"/>
                  </a:solidFill>
                  <a:ea typeface="等线" panose="02010600030101010101" pitchFamily="2" charset="-122"/>
                </a:rPr>
                <a:t>Today</a:t>
              </a:r>
              <a:endParaRPr lang="zh-CN" altLang="en-US" sz="1067" b="1">
                <a:solidFill>
                  <a:srgbClr val="FF0000"/>
                </a:solidFill>
                <a:ea typeface="等线" panose="02010600030101010101" pitchFamily="2" charset="-122"/>
              </a:endParaRPr>
            </a:p>
          </p:txBody>
        </p:sp>
      </p:grpSp>
      <p:sp>
        <p:nvSpPr>
          <p:cNvPr id="18" name="OTLSHAPE_T_e17f3958430f4cff8650518c93c7635e_Shape">
            <a:extLst>
              <a:ext uri="{FF2B5EF4-FFF2-40B4-BE49-F238E27FC236}">
                <a16:creationId xmlns:a16="http://schemas.microsoft.com/office/drawing/2014/main" id="{3B5A40BA-E5A2-565D-2A32-4215BDF1E141}"/>
              </a:ext>
            </a:extLst>
          </p:cNvPr>
          <p:cNvSpPr/>
          <p:nvPr>
            <p:custDataLst>
              <p:tags r:id="rId3"/>
            </p:custDataLst>
          </p:nvPr>
        </p:nvSpPr>
        <p:spPr bwMode="auto">
          <a:xfrm>
            <a:off x="5194690" y="2671259"/>
            <a:ext cx="3780000"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50" b="1">
                <a:solidFill>
                  <a:prstClr val="black"/>
                </a:solidFill>
                <a:ea typeface="等线"/>
                <a:cs typeface="Calibri"/>
              </a:rPr>
              <a:t>Ph1b </a:t>
            </a:r>
            <a:r>
              <a:rPr lang="en-US" altLang="zh-CN" sz="1050" b="1" err="1">
                <a:solidFill>
                  <a:prstClr val="black"/>
                </a:solidFill>
                <a:ea typeface="等线"/>
                <a:cs typeface="Calibri"/>
              </a:rPr>
              <a:t>PoM</a:t>
            </a:r>
            <a:r>
              <a:rPr lang="en-US" altLang="zh-CN" sz="1050" b="1">
                <a:solidFill>
                  <a:prstClr val="black"/>
                </a:solidFill>
                <a:ea typeface="等线"/>
                <a:cs typeface="Calibri"/>
              </a:rPr>
              <a:t> (US only)</a:t>
            </a:r>
          </a:p>
        </p:txBody>
      </p:sp>
      <p:sp>
        <p:nvSpPr>
          <p:cNvPr id="310" name="文本框 160">
            <a:extLst>
              <a:ext uri="{FF2B5EF4-FFF2-40B4-BE49-F238E27FC236}">
                <a16:creationId xmlns:a16="http://schemas.microsoft.com/office/drawing/2014/main" id="{35A4BD12-71A0-4F48-08FB-844026E54D94}"/>
              </a:ext>
            </a:extLst>
          </p:cNvPr>
          <p:cNvSpPr txBox="1"/>
          <p:nvPr/>
        </p:nvSpPr>
        <p:spPr>
          <a:xfrm>
            <a:off x="1663064" y="3836986"/>
            <a:ext cx="6154567" cy="1634490"/>
          </a:xfrm>
          <a:prstGeom prst="roundRect">
            <a:avLst/>
          </a:prstGeom>
          <a:solidFill>
            <a:schemeClr val="bg1"/>
          </a:solidFill>
          <a:ln>
            <a:solidFill>
              <a:srgbClr val="076D7E"/>
            </a:solidFill>
            <a:prstDash val="lgDash"/>
          </a:ln>
        </p:spPr>
        <p:txBody>
          <a:bodyPr wrap="square" lIns="91440" tIns="45720" rIns="91440" bIns="45720" rtlCol="0" anchor="ctr">
            <a:spAutoFit/>
          </a:bodyPr>
          <a:lstStyle/>
          <a:p>
            <a:pPr defTabSz="1219170">
              <a:lnSpc>
                <a:spcPts val="1200"/>
              </a:lnSpc>
              <a:spcAft>
                <a:spcPts val="267"/>
              </a:spcAft>
              <a:defRPr/>
            </a:pPr>
            <a:r>
              <a:rPr lang="en-US" altLang="zh-CN" sz="1000" b="1" i="1">
                <a:solidFill>
                  <a:srgbClr val="002060"/>
                </a:solidFill>
                <a:cs typeface="Calibri" panose="020F0502020204030204" pitchFamily="34" charset="0"/>
              </a:rPr>
              <a:t>Global Update:</a:t>
            </a:r>
          </a:p>
          <a:p>
            <a:pPr marL="171450" indent="-171450">
              <a:buFont typeface="Arial" panose="020B0604020202020204" pitchFamily="34" charset="0"/>
              <a:buChar char="•"/>
            </a:pPr>
            <a:r>
              <a:rPr lang="en-US" altLang="zh-CN" sz="1000" i="1">
                <a:solidFill>
                  <a:srgbClr val="002060"/>
                </a:solidFill>
              </a:rPr>
              <a:t>MRD: CNS related AE in DG 2 and 3 (40 and 80 mg BID) need further evaluation prior to move on to the next dose step.</a:t>
            </a:r>
          </a:p>
          <a:p>
            <a:pPr marL="171450" indent="-171450">
              <a:buFont typeface="Arial" panose="020B0604020202020204" pitchFamily="34" charset="0"/>
              <a:buChar char="•"/>
            </a:pPr>
            <a:r>
              <a:rPr lang="en-US" altLang="zh-CN" sz="1000" i="1" err="1">
                <a:solidFill>
                  <a:srgbClr val="002060"/>
                </a:solidFill>
              </a:rPr>
              <a:t>PoM</a:t>
            </a:r>
            <a:r>
              <a:rPr lang="en-US" altLang="zh-CN" sz="1000" i="1">
                <a:solidFill>
                  <a:srgbClr val="002060"/>
                </a:solidFill>
              </a:rPr>
              <a:t>: </a:t>
            </a:r>
            <a:r>
              <a:rPr lang="en-US" altLang="zh-CN" sz="1000" i="1" err="1">
                <a:solidFill>
                  <a:srgbClr val="002060"/>
                </a:solidFill>
              </a:rPr>
              <a:t>PennCNB</a:t>
            </a:r>
            <a:r>
              <a:rPr lang="en-US" altLang="zh-CN" sz="1000" i="1">
                <a:solidFill>
                  <a:srgbClr val="002060"/>
                </a:solidFill>
              </a:rPr>
              <a:t> was found not a reliable biomarker for HH. Study design is still under discussion. </a:t>
            </a:r>
          </a:p>
          <a:p>
            <a:pPr defTabSz="1219170">
              <a:lnSpc>
                <a:spcPts val="1200"/>
              </a:lnSpc>
              <a:spcAft>
                <a:spcPts val="267"/>
              </a:spcAft>
              <a:defRPr/>
            </a:pPr>
            <a:endParaRPr lang="en-US" altLang="zh-CN" sz="1000" i="1">
              <a:solidFill>
                <a:srgbClr val="002060"/>
              </a:solidFill>
              <a:cs typeface="Calibri" panose="020F0502020204030204" pitchFamily="34" charset="0"/>
            </a:endParaRPr>
          </a:p>
          <a:p>
            <a:pPr defTabSz="1219170">
              <a:lnSpc>
                <a:spcPts val="1200"/>
              </a:lnSpc>
              <a:spcAft>
                <a:spcPts val="267"/>
              </a:spcAft>
              <a:defRPr/>
            </a:pPr>
            <a:r>
              <a:rPr lang="en-US" altLang="zh-CN" sz="1000" b="1" i="1">
                <a:solidFill>
                  <a:srgbClr val="002060"/>
                </a:solidFill>
                <a:cs typeface="Calibri" panose="020F0502020204030204" pitchFamily="34" charset="0"/>
              </a:rPr>
              <a:t>China Update:</a:t>
            </a:r>
            <a:endParaRPr lang="en-US" altLang="zh-CN" sz="1000" i="1">
              <a:solidFill>
                <a:srgbClr val="002060"/>
              </a:solidFill>
              <a:cs typeface="Calibri"/>
            </a:endParaRPr>
          </a:p>
          <a:p>
            <a:pPr marL="171450" indent="-171450" defTabSz="1219170">
              <a:spcAft>
                <a:spcPts val="267"/>
              </a:spcAft>
              <a:buFont typeface="Arial" panose="020B0604020202020204" pitchFamily="34" charset="0"/>
              <a:buChar char="•"/>
              <a:defRPr/>
            </a:pPr>
            <a:r>
              <a:rPr lang="en-US" altLang="zh-CN" sz="1000" i="1">
                <a:solidFill>
                  <a:srgbClr val="002060"/>
                </a:solidFill>
                <a:cs typeface="Calibri"/>
              </a:rPr>
              <a:t>Kicked off China integration into </a:t>
            </a:r>
            <a:r>
              <a:rPr lang="en-US" altLang="zh-CN" sz="1000" i="1" err="1">
                <a:solidFill>
                  <a:srgbClr val="002060"/>
                </a:solidFill>
                <a:cs typeface="Calibri"/>
              </a:rPr>
              <a:t>PoM</a:t>
            </a:r>
            <a:r>
              <a:rPr lang="en-US" altLang="zh-CN" sz="1000" i="1">
                <a:solidFill>
                  <a:srgbClr val="002060"/>
                </a:solidFill>
                <a:cs typeface="Calibri"/>
              </a:rPr>
              <a:t> discussion with Global on March 23. </a:t>
            </a:r>
          </a:p>
          <a:p>
            <a:pPr marL="171450" indent="-171450" defTabSz="1219170">
              <a:spcAft>
                <a:spcPts val="267"/>
              </a:spcAft>
              <a:buFont typeface="Arial" panose="020B0604020202020204" pitchFamily="34" charset="0"/>
              <a:buChar char="•"/>
              <a:defRPr/>
            </a:pPr>
            <a:r>
              <a:rPr lang="en-US" altLang="zh-CN" sz="1000" i="1">
                <a:solidFill>
                  <a:srgbClr val="002060"/>
                </a:solidFill>
                <a:cs typeface="Calibri"/>
              </a:rPr>
              <a:t>Preliminary site feasibility evaluation ongoing.</a:t>
            </a:r>
          </a:p>
        </p:txBody>
      </p:sp>
      <p:sp>
        <p:nvSpPr>
          <p:cNvPr id="13" name="TextBox 64">
            <a:extLst>
              <a:ext uri="{FF2B5EF4-FFF2-40B4-BE49-F238E27FC236}">
                <a16:creationId xmlns:a16="http://schemas.microsoft.com/office/drawing/2014/main" id="{F1237741-0BA3-19AE-DB22-B9E94B1C386C}"/>
              </a:ext>
            </a:extLst>
          </p:cNvPr>
          <p:cNvSpPr txBox="1"/>
          <p:nvPr/>
        </p:nvSpPr>
        <p:spPr>
          <a:xfrm>
            <a:off x="57046" y="2637020"/>
            <a:ext cx="825189" cy="328423"/>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Ph1</a:t>
            </a:r>
            <a:r>
              <a:rPr lang="en-US" altLang="zh-CN" sz="1067" b="1">
                <a:solidFill>
                  <a:srgbClr val="08312A"/>
                </a:solidFill>
                <a:cs typeface="Calibri" panose="020F0502020204030204" pitchFamily="34" charset="0"/>
              </a:rPr>
              <a:t>b</a:t>
            </a:r>
            <a:r>
              <a:rPr lang="en-US" sz="1067" b="1">
                <a:solidFill>
                  <a:srgbClr val="08312A"/>
                </a:solidFill>
                <a:cs typeface="Calibri" panose="020F0502020204030204" pitchFamily="34" charset="0"/>
              </a:rPr>
              <a:t> -</a:t>
            </a:r>
          </a:p>
          <a:p>
            <a:pPr algn="ctr" defTabSz="914377">
              <a:defRPr/>
            </a:pPr>
            <a:r>
              <a:rPr lang="en-US" altLang="zh-CN" sz="1067" b="1">
                <a:solidFill>
                  <a:srgbClr val="08312A"/>
                </a:solidFill>
                <a:cs typeface="Calibri" panose="020F0502020204030204" pitchFamily="34" charset="0"/>
              </a:rPr>
              <a:t>1526-0006</a:t>
            </a:r>
          </a:p>
        </p:txBody>
      </p:sp>
      <p:sp>
        <p:nvSpPr>
          <p:cNvPr id="9" name="Rectangle 52">
            <a:extLst>
              <a:ext uri="{FF2B5EF4-FFF2-40B4-BE49-F238E27FC236}">
                <a16:creationId xmlns:a16="http://schemas.microsoft.com/office/drawing/2014/main" id="{0223DBF1-9BEF-0F92-CFDA-82A42EF37E77}"/>
              </a:ext>
            </a:extLst>
          </p:cNvPr>
          <p:cNvSpPr/>
          <p:nvPr/>
        </p:nvSpPr>
        <p:spPr>
          <a:xfrm>
            <a:off x="4985120" y="2976970"/>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10" name="Star: 4 Points 143">
            <a:extLst>
              <a:ext uri="{FF2B5EF4-FFF2-40B4-BE49-F238E27FC236}">
                <a16:creationId xmlns:a16="http://schemas.microsoft.com/office/drawing/2014/main" id="{ED11B0BE-D2C0-440A-B05C-A5C7DD4275BB}"/>
              </a:ext>
            </a:extLst>
          </p:cNvPr>
          <p:cNvSpPr/>
          <p:nvPr/>
        </p:nvSpPr>
        <p:spPr bwMode="auto">
          <a:xfrm>
            <a:off x="5087123" y="287322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11" name="Rectangle 55">
            <a:extLst>
              <a:ext uri="{FF2B5EF4-FFF2-40B4-BE49-F238E27FC236}">
                <a16:creationId xmlns:a16="http://schemas.microsoft.com/office/drawing/2014/main" id="{9D85120B-B3A7-65B7-6AC7-94F305C48A52}"/>
              </a:ext>
            </a:extLst>
          </p:cNvPr>
          <p:cNvSpPr/>
          <p:nvPr/>
        </p:nvSpPr>
        <p:spPr>
          <a:xfrm>
            <a:off x="8537183" y="2982285"/>
            <a:ext cx="92685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14" name="OTLSHAPE_T_e17f3958430f4cff8650518c93c7635e_StartDate">
            <a:extLst>
              <a:ext uri="{FF2B5EF4-FFF2-40B4-BE49-F238E27FC236}">
                <a16:creationId xmlns:a16="http://schemas.microsoft.com/office/drawing/2014/main" id="{165917D6-61E0-6737-528C-1F3581FC962A}"/>
              </a:ext>
            </a:extLst>
          </p:cNvPr>
          <p:cNvSpPr txBox="1"/>
          <p:nvPr>
            <p:custDataLst>
              <p:tags r:id="rId4"/>
            </p:custDataLst>
          </p:nvPr>
        </p:nvSpPr>
        <p:spPr>
          <a:xfrm>
            <a:off x="8496266" y="2518144"/>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Aug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5" name="Star: 4 Points 143">
            <a:extLst>
              <a:ext uri="{FF2B5EF4-FFF2-40B4-BE49-F238E27FC236}">
                <a16:creationId xmlns:a16="http://schemas.microsoft.com/office/drawing/2014/main" id="{1E4FC323-CDBA-BC67-186F-386425AB6464}"/>
              </a:ext>
            </a:extLst>
          </p:cNvPr>
          <p:cNvSpPr/>
          <p:nvPr/>
        </p:nvSpPr>
        <p:spPr bwMode="auto">
          <a:xfrm>
            <a:off x="8901366" y="288431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6" name="OTLSHAPE_T_e17f3958430f4cff8650518c93c7635e_StartDate">
            <a:extLst>
              <a:ext uri="{FF2B5EF4-FFF2-40B4-BE49-F238E27FC236}">
                <a16:creationId xmlns:a16="http://schemas.microsoft.com/office/drawing/2014/main" id="{1472F05C-26B8-DA3D-0491-436D49CF8004}"/>
              </a:ext>
            </a:extLst>
          </p:cNvPr>
          <p:cNvSpPr txBox="1"/>
          <p:nvPr>
            <p:custDataLst>
              <p:tags r:id="rId5"/>
            </p:custDataLst>
          </p:nvPr>
        </p:nvSpPr>
        <p:spPr>
          <a:xfrm>
            <a:off x="4730895" y="2513841"/>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Oct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 name="TextBox 64">
            <a:extLst>
              <a:ext uri="{FF2B5EF4-FFF2-40B4-BE49-F238E27FC236}">
                <a16:creationId xmlns:a16="http://schemas.microsoft.com/office/drawing/2014/main" id="{1D6BA4EC-E024-50BB-AC2A-2D9DB6E66425}"/>
              </a:ext>
            </a:extLst>
          </p:cNvPr>
          <p:cNvSpPr txBox="1"/>
          <p:nvPr/>
        </p:nvSpPr>
        <p:spPr>
          <a:xfrm>
            <a:off x="57045" y="3302774"/>
            <a:ext cx="825189" cy="328423"/>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Ph2 -</a:t>
            </a:r>
          </a:p>
          <a:p>
            <a:pPr algn="ctr" defTabSz="914377">
              <a:defRPr/>
            </a:pPr>
            <a:r>
              <a:rPr lang="en-US" altLang="zh-CN" sz="1067" b="1">
                <a:solidFill>
                  <a:srgbClr val="08312A"/>
                </a:solidFill>
                <a:cs typeface="Calibri" panose="020F0502020204030204" pitchFamily="34" charset="0"/>
              </a:rPr>
              <a:t>1526-0014</a:t>
            </a:r>
          </a:p>
        </p:txBody>
      </p:sp>
      <p:sp>
        <p:nvSpPr>
          <p:cNvPr id="28" name="OTLSHAPE_T_e17f3958430f4cff8650518c93c7635e_Shape">
            <a:extLst>
              <a:ext uri="{FF2B5EF4-FFF2-40B4-BE49-F238E27FC236}">
                <a16:creationId xmlns:a16="http://schemas.microsoft.com/office/drawing/2014/main" id="{DFA665A1-F0CC-1FA2-4B5D-C35A367D58F7}"/>
              </a:ext>
            </a:extLst>
          </p:cNvPr>
          <p:cNvSpPr/>
          <p:nvPr>
            <p:custDataLst>
              <p:tags r:id="rId6"/>
            </p:custDataLst>
          </p:nvPr>
        </p:nvSpPr>
        <p:spPr bwMode="auto">
          <a:xfrm>
            <a:off x="11062105" y="3342168"/>
            <a:ext cx="864000"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Ph2 PoC</a:t>
            </a:r>
          </a:p>
        </p:txBody>
      </p:sp>
      <p:sp>
        <p:nvSpPr>
          <p:cNvPr id="29" name="Rectangle 52">
            <a:extLst>
              <a:ext uri="{FF2B5EF4-FFF2-40B4-BE49-F238E27FC236}">
                <a16:creationId xmlns:a16="http://schemas.microsoft.com/office/drawing/2014/main" id="{34D09082-B9B6-F34F-B637-927CED9D07FC}"/>
              </a:ext>
            </a:extLst>
          </p:cNvPr>
          <p:cNvSpPr/>
          <p:nvPr/>
        </p:nvSpPr>
        <p:spPr>
          <a:xfrm>
            <a:off x="10852533" y="3647879"/>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30" name="Star: 4 Points 143">
            <a:extLst>
              <a:ext uri="{FF2B5EF4-FFF2-40B4-BE49-F238E27FC236}">
                <a16:creationId xmlns:a16="http://schemas.microsoft.com/office/drawing/2014/main" id="{0EE61E37-3435-DB9F-0CB9-146E796A122A}"/>
              </a:ext>
            </a:extLst>
          </p:cNvPr>
          <p:cNvSpPr/>
          <p:nvPr/>
        </p:nvSpPr>
        <p:spPr bwMode="auto">
          <a:xfrm>
            <a:off x="10954536" y="354413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26" name="OTLSHAPE_T_e17f3958430f4cff8650518c93c7635e_StartDate">
            <a:extLst>
              <a:ext uri="{FF2B5EF4-FFF2-40B4-BE49-F238E27FC236}">
                <a16:creationId xmlns:a16="http://schemas.microsoft.com/office/drawing/2014/main" id="{8E4C61E4-70D4-0932-07C8-864D392C396D}"/>
              </a:ext>
            </a:extLst>
          </p:cNvPr>
          <p:cNvSpPr txBox="1"/>
          <p:nvPr>
            <p:custDataLst>
              <p:tags r:id="rId7"/>
            </p:custDataLst>
          </p:nvPr>
        </p:nvSpPr>
        <p:spPr>
          <a:xfrm>
            <a:off x="10598308" y="3184750"/>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Mar 2030</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27" name="Isosceles Triangle 128">
            <a:extLst>
              <a:ext uri="{FF2B5EF4-FFF2-40B4-BE49-F238E27FC236}">
                <a16:creationId xmlns:a16="http://schemas.microsoft.com/office/drawing/2014/main" id="{AACCCE26-29D6-CCC2-90A6-27413ED029D2}"/>
              </a:ext>
            </a:extLst>
          </p:cNvPr>
          <p:cNvSpPr/>
          <p:nvPr/>
        </p:nvSpPr>
        <p:spPr>
          <a:xfrm rot="5400000">
            <a:off x="11928527" y="3379316"/>
            <a:ext cx="256543" cy="230532"/>
          </a:xfrm>
          <a:prstGeom prst="triangle">
            <a:avLst/>
          </a:prstGeom>
          <a:solidFill>
            <a:srgbClr val="D6EAEC"/>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29" name="OTLSHAPE_T_e17f3958430f4cff8650518c93c7635e_Shape">
            <a:extLst>
              <a:ext uri="{FF2B5EF4-FFF2-40B4-BE49-F238E27FC236}">
                <a16:creationId xmlns:a16="http://schemas.microsoft.com/office/drawing/2014/main" id="{540238EF-54E3-69F5-D72A-B37C37E38F24}"/>
              </a:ext>
            </a:extLst>
          </p:cNvPr>
          <p:cNvSpPr/>
          <p:nvPr>
            <p:custDataLst>
              <p:tags r:id="rId8"/>
            </p:custDataLst>
          </p:nvPr>
        </p:nvSpPr>
        <p:spPr bwMode="auto">
          <a:xfrm>
            <a:off x="9496895" y="2678052"/>
            <a:ext cx="792000"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800" b="1">
                <a:solidFill>
                  <a:prstClr val="black"/>
                </a:solidFill>
                <a:ea typeface="等线" panose="02010600030101010101" pitchFamily="2" charset="-122"/>
                <a:cs typeface="Calibri" panose="020F0502020204030204" pitchFamily="34" charset="0"/>
              </a:rPr>
              <a:t>Pan-Asian Ph1/DDI</a:t>
            </a:r>
          </a:p>
        </p:txBody>
      </p:sp>
      <p:sp>
        <p:nvSpPr>
          <p:cNvPr id="12" name="OTLSHAPE_T_e17f3958430f4cff8650518c93c7635e_StartDate">
            <a:extLst>
              <a:ext uri="{FF2B5EF4-FFF2-40B4-BE49-F238E27FC236}">
                <a16:creationId xmlns:a16="http://schemas.microsoft.com/office/drawing/2014/main" id="{EEF37EFE-FDD8-127B-CB20-A871D0C3DAAD}"/>
              </a:ext>
            </a:extLst>
          </p:cNvPr>
          <p:cNvSpPr txBox="1"/>
          <p:nvPr>
            <p:custDataLst>
              <p:tags r:id="rId9"/>
            </p:custDataLst>
          </p:nvPr>
        </p:nvSpPr>
        <p:spPr>
          <a:xfrm>
            <a:off x="4330559" y="1805120"/>
            <a:ext cx="911151"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Aug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3" name="OTLSHAPE_T_e17f3958430f4cff8650518c93c7635e_Shape">
            <a:extLst>
              <a:ext uri="{FF2B5EF4-FFF2-40B4-BE49-F238E27FC236}">
                <a16:creationId xmlns:a16="http://schemas.microsoft.com/office/drawing/2014/main" id="{C1086083-FA6C-86B4-9583-234C240E3DA1}"/>
              </a:ext>
            </a:extLst>
          </p:cNvPr>
          <p:cNvSpPr/>
          <p:nvPr>
            <p:custDataLst>
              <p:tags r:id="rId10"/>
            </p:custDataLst>
          </p:nvPr>
        </p:nvSpPr>
        <p:spPr bwMode="auto">
          <a:xfrm>
            <a:off x="9879227" y="4383090"/>
            <a:ext cx="1179956"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+ 1</a:t>
            </a:r>
            <a:r>
              <a:rPr lang="en-US" altLang="zh-CN" sz="800" b="1" baseline="30000">
                <a:solidFill>
                  <a:srgbClr val="000000"/>
                </a:solidFill>
                <a:ea typeface="等线" panose="02010600030101010101" pitchFamily="2" charset="-122"/>
                <a:cs typeface="Calibri" panose="020F0502020204030204" pitchFamily="34" charset="0"/>
              </a:rPr>
              <a:t>st</a:t>
            </a:r>
            <a:r>
              <a:rPr lang="en-US" altLang="zh-CN" sz="800" b="1">
                <a:solidFill>
                  <a:srgbClr val="000000"/>
                </a:solidFill>
                <a:ea typeface="等线" panose="02010600030101010101" pitchFamily="2" charset="-122"/>
                <a:cs typeface="Calibri" panose="020F0502020204030204" pitchFamily="34" charset="0"/>
              </a:rPr>
              <a:t> SIV</a:t>
            </a:r>
            <a:endParaRPr lang="zh-CN" altLang="en-US" sz="800" b="1">
              <a:solidFill>
                <a:srgbClr val="000000"/>
              </a:solidFill>
              <a:ea typeface="等线" panose="02010600030101010101" pitchFamily="2" charset="-122"/>
              <a:cs typeface="Calibri" panose="020F0502020204030204" pitchFamily="34" charset="0"/>
            </a:endParaRPr>
          </a:p>
        </p:txBody>
      </p:sp>
      <p:sp>
        <p:nvSpPr>
          <p:cNvPr id="7" name="Rectangle 77">
            <a:extLst>
              <a:ext uri="{FF2B5EF4-FFF2-40B4-BE49-F238E27FC236}">
                <a16:creationId xmlns:a16="http://schemas.microsoft.com/office/drawing/2014/main" id="{DE5CC463-7EB3-458E-BBCF-2B80D32A29E8}"/>
              </a:ext>
            </a:extLst>
          </p:cNvPr>
          <p:cNvSpPr/>
          <p:nvPr/>
        </p:nvSpPr>
        <p:spPr>
          <a:xfrm>
            <a:off x="10834727" y="4671381"/>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sp>
        <p:nvSpPr>
          <p:cNvPr id="16" name="OTLSHAPE_M_39ea6ebc19a94c9fab6ef5006c31df58_Shape">
            <a:extLst>
              <a:ext uri="{FF2B5EF4-FFF2-40B4-BE49-F238E27FC236}">
                <a16:creationId xmlns:a16="http://schemas.microsoft.com/office/drawing/2014/main" id="{BE233030-8DFC-17EA-19F0-86C880F9D5C3}"/>
              </a:ext>
            </a:extLst>
          </p:cNvPr>
          <p:cNvSpPr/>
          <p:nvPr>
            <p:custDataLst>
              <p:tags r:id="rId11"/>
            </p:custDataLst>
          </p:nvPr>
        </p:nvSpPr>
        <p:spPr bwMode="auto">
          <a:xfrm rot="16200000">
            <a:off x="9868450" y="4616033"/>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17" name="OTLSHAPE_M_39ea6ebc19a94c9fab6ef5006c31df58_Title">
            <a:extLst>
              <a:ext uri="{FF2B5EF4-FFF2-40B4-BE49-F238E27FC236}">
                <a16:creationId xmlns:a16="http://schemas.microsoft.com/office/drawing/2014/main" id="{9DC6A4D3-D829-C24C-B731-DCD83D8300B2}"/>
              </a:ext>
            </a:extLst>
          </p:cNvPr>
          <p:cNvSpPr txBox="1"/>
          <p:nvPr>
            <p:custDataLst>
              <p:tags r:id="rId12"/>
            </p:custDataLst>
          </p:nvPr>
        </p:nvSpPr>
        <p:spPr>
          <a:xfrm>
            <a:off x="9649772" y="4717547"/>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19" name="Star: 4 Points 143">
            <a:extLst>
              <a:ext uri="{FF2B5EF4-FFF2-40B4-BE49-F238E27FC236}">
                <a16:creationId xmlns:a16="http://schemas.microsoft.com/office/drawing/2014/main" id="{16FB064B-A8DF-9018-6E75-89BAC8144BED}"/>
              </a:ext>
            </a:extLst>
          </p:cNvPr>
          <p:cNvSpPr/>
          <p:nvPr/>
        </p:nvSpPr>
        <p:spPr bwMode="auto">
          <a:xfrm>
            <a:off x="10964636" y="458519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0" name="TextBox 64">
            <a:extLst>
              <a:ext uri="{FF2B5EF4-FFF2-40B4-BE49-F238E27FC236}">
                <a16:creationId xmlns:a16="http://schemas.microsoft.com/office/drawing/2014/main" id="{36BDAEFF-11D5-6321-0484-029FF4ECF55A}"/>
              </a:ext>
            </a:extLst>
          </p:cNvPr>
          <p:cNvSpPr txBox="1"/>
          <p:nvPr/>
        </p:nvSpPr>
        <p:spPr>
          <a:xfrm>
            <a:off x="57045" y="4370554"/>
            <a:ext cx="825189" cy="328423"/>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Ph2 -</a:t>
            </a:r>
          </a:p>
          <a:p>
            <a:pPr algn="ctr" defTabSz="914377">
              <a:defRPr/>
            </a:pPr>
            <a:r>
              <a:rPr lang="en-US" altLang="zh-CN" sz="1067" b="1">
                <a:solidFill>
                  <a:srgbClr val="08312A"/>
                </a:solidFill>
                <a:cs typeface="Calibri" panose="020F0502020204030204" pitchFamily="34" charset="0"/>
              </a:rPr>
              <a:t>1526-0014</a:t>
            </a:r>
          </a:p>
        </p:txBody>
      </p:sp>
      <p:sp>
        <p:nvSpPr>
          <p:cNvPr id="21" name="OTLSHAPE_T_e17f3958430f4cff8650518c93c7635e_Shape">
            <a:extLst>
              <a:ext uri="{FF2B5EF4-FFF2-40B4-BE49-F238E27FC236}">
                <a16:creationId xmlns:a16="http://schemas.microsoft.com/office/drawing/2014/main" id="{69A6A7E9-6F57-B74E-3499-66739A859D8D}"/>
              </a:ext>
            </a:extLst>
          </p:cNvPr>
          <p:cNvSpPr/>
          <p:nvPr>
            <p:custDataLst>
              <p:tags r:id="rId13"/>
            </p:custDataLst>
          </p:nvPr>
        </p:nvSpPr>
        <p:spPr bwMode="auto">
          <a:xfrm>
            <a:off x="11059183" y="4373975"/>
            <a:ext cx="864000"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Ph2 PoC</a:t>
            </a:r>
          </a:p>
        </p:txBody>
      </p:sp>
      <p:sp>
        <p:nvSpPr>
          <p:cNvPr id="22" name="Isosceles Triangle 128">
            <a:extLst>
              <a:ext uri="{FF2B5EF4-FFF2-40B4-BE49-F238E27FC236}">
                <a16:creationId xmlns:a16="http://schemas.microsoft.com/office/drawing/2014/main" id="{A409893B-6F9A-5C9F-CE17-D30C0A873F45}"/>
              </a:ext>
            </a:extLst>
          </p:cNvPr>
          <p:cNvSpPr/>
          <p:nvPr/>
        </p:nvSpPr>
        <p:spPr>
          <a:xfrm rot="5400000">
            <a:off x="11913079" y="4411123"/>
            <a:ext cx="256543" cy="230532"/>
          </a:xfrm>
          <a:prstGeom prst="triangle">
            <a:avLst/>
          </a:prstGeom>
          <a:solidFill>
            <a:srgbClr val="D6EAEC"/>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Tree>
    <p:extLst>
      <p:ext uri="{BB962C8B-B14F-4D97-AF65-F5344CB8AC3E}">
        <p14:creationId xmlns:p14="http://schemas.microsoft.com/office/powerpoint/2010/main" val="4087461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3A09355-7E72-9E43-D465-B1518E85F91C}"/>
              </a:ext>
            </a:extLst>
          </p:cNvPr>
          <p:cNvSpPr>
            <a:spLocks noGrp="1"/>
          </p:cNvSpPr>
          <p:nvPr>
            <p:ph type="title"/>
          </p:nvPr>
        </p:nvSpPr>
        <p:spPr/>
        <p:txBody>
          <a:bodyPr/>
          <a:lstStyle/>
          <a:p>
            <a:r>
              <a:rPr lang="en-US" altLang="zh-CN"/>
              <a:t>Mental Health Ongoing Projects</a:t>
            </a:r>
            <a:endParaRPr lang="zh-CN" altLang="en-US"/>
          </a:p>
        </p:txBody>
      </p:sp>
      <p:sp>
        <p:nvSpPr>
          <p:cNvPr id="5" name="内容占位符 4">
            <a:extLst>
              <a:ext uri="{FF2B5EF4-FFF2-40B4-BE49-F238E27FC236}">
                <a16:creationId xmlns:a16="http://schemas.microsoft.com/office/drawing/2014/main" id="{DE9F9D13-974E-D971-43C6-A6E24E7DCDDD}"/>
              </a:ext>
            </a:extLst>
          </p:cNvPr>
          <p:cNvSpPr>
            <a:spLocks noGrp="1"/>
          </p:cNvSpPr>
          <p:nvPr>
            <p:ph idx="1"/>
          </p:nvPr>
        </p:nvSpPr>
        <p:spPr/>
        <p:txBody>
          <a:bodyPr/>
          <a:lstStyle/>
          <a:p>
            <a:endParaRPr lang="en-US" altLang="zh-CN"/>
          </a:p>
          <a:p>
            <a:endParaRPr lang="zh-CN" altLang="en-US"/>
          </a:p>
        </p:txBody>
      </p:sp>
      <p:graphicFrame>
        <p:nvGraphicFramePr>
          <p:cNvPr id="7" name="表格 6">
            <a:extLst>
              <a:ext uri="{FF2B5EF4-FFF2-40B4-BE49-F238E27FC236}">
                <a16:creationId xmlns:a16="http://schemas.microsoft.com/office/drawing/2014/main" id="{5DD7B900-FCC7-19CC-3395-F642AA9955AD}"/>
              </a:ext>
            </a:extLst>
          </p:cNvPr>
          <p:cNvGraphicFramePr>
            <a:graphicFrameLocks noGrp="1"/>
          </p:cNvGraphicFramePr>
          <p:nvPr>
            <p:extLst>
              <p:ext uri="{D42A27DB-BD31-4B8C-83A1-F6EECF244321}">
                <p14:modId xmlns:p14="http://schemas.microsoft.com/office/powerpoint/2010/main" val="551860173"/>
              </p:ext>
            </p:extLst>
          </p:nvPr>
        </p:nvGraphicFramePr>
        <p:xfrm>
          <a:off x="479424" y="1197001"/>
          <a:ext cx="11233151" cy="3596853"/>
        </p:xfrm>
        <a:graphic>
          <a:graphicData uri="http://schemas.openxmlformats.org/drawingml/2006/table">
            <a:tbl>
              <a:tblPr firstRow="1" bandRow="1">
                <a:tableStyleId>{69012ECD-51FC-41F1-AA8D-1B2483CD663E}</a:tableStyleId>
              </a:tblPr>
              <a:tblGrid>
                <a:gridCol w="1198949">
                  <a:extLst>
                    <a:ext uri="{9D8B030D-6E8A-4147-A177-3AD203B41FA5}">
                      <a16:colId xmlns:a16="http://schemas.microsoft.com/office/drawing/2014/main" val="1377715731"/>
                    </a:ext>
                  </a:extLst>
                </a:gridCol>
                <a:gridCol w="3389386">
                  <a:extLst>
                    <a:ext uri="{9D8B030D-6E8A-4147-A177-3AD203B41FA5}">
                      <a16:colId xmlns:a16="http://schemas.microsoft.com/office/drawing/2014/main" val="4286885606"/>
                    </a:ext>
                  </a:extLst>
                </a:gridCol>
                <a:gridCol w="1465243">
                  <a:extLst>
                    <a:ext uri="{9D8B030D-6E8A-4147-A177-3AD203B41FA5}">
                      <a16:colId xmlns:a16="http://schemas.microsoft.com/office/drawing/2014/main" val="257025739"/>
                    </a:ext>
                  </a:extLst>
                </a:gridCol>
                <a:gridCol w="2754217">
                  <a:extLst>
                    <a:ext uri="{9D8B030D-6E8A-4147-A177-3AD203B41FA5}">
                      <a16:colId xmlns:a16="http://schemas.microsoft.com/office/drawing/2014/main" val="3766825478"/>
                    </a:ext>
                  </a:extLst>
                </a:gridCol>
                <a:gridCol w="2425356">
                  <a:extLst>
                    <a:ext uri="{9D8B030D-6E8A-4147-A177-3AD203B41FA5}">
                      <a16:colId xmlns:a16="http://schemas.microsoft.com/office/drawing/2014/main" val="381250352"/>
                    </a:ext>
                  </a:extLst>
                </a:gridCol>
              </a:tblGrid>
              <a:tr h="355223">
                <a:tc>
                  <a:txBody>
                    <a:bodyPr/>
                    <a:lstStyle/>
                    <a:p>
                      <a:pPr algn="ctr"/>
                      <a:r>
                        <a:rPr lang="en-US" altLang="zh-CN" sz="1600"/>
                        <a:t>Project</a:t>
                      </a:r>
                      <a:endParaRPr lang="zh-CN" altLang="en-US" sz="1600">
                        <a:latin typeface="+mn-ea"/>
                        <a:ea typeface="+mn-ea"/>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1600"/>
                        <a:t>Description</a:t>
                      </a:r>
                      <a:endParaRPr lang="zh-CN" altLang="en-US" sz="1600">
                        <a:latin typeface="+mn-ea"/>
                        <a:ea typeface="+mn-ea"/>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1600">
                          <a:latin typeface="+mn-ea"/>
                          <a:ea typeface="+mn-ea"/>
                        </a:rPr>
                        <a:t>Leading KEE</a:t>
                      </a:r>
                      <a:endParaRPr lang="zh-CN" altLang="en-US" sz="1600">
                        <a:latin typeface="+mn-ea"/>
                        <a:ea typeface="+mn-ea"/>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1600"/>
                        <a:t>Key Update</a:t>
                      </a:r>
                      <a:endParaRPr lang="zh-CN" altLang="en-US" sz="1600">
                        <a:latin typeface="+mn-ea"/>
                        <a:ea typeface="+mn-ea"/>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1600">
                          <a:latin typeface="+mn-ea"/>
                          <a:ea typeface="+mn-ea"/>
                        </a:rPr>
                        <a:t>Next Step</a:t>
                      </a:r>
                      <a:endParaRPr lang="zh-CN" altLang="en-US" sz="1600">
                        <a:latin typeface="+mn-ea"/>
                        <a:ea typeface="+mn-ea"/>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3051834"/>
                  </a:ext>
                </a:extLst>
              </a:tr>
              <a:tr h="1128754">
                <a:tc>
                  <a:txBody>
                    <a:bodyPr/>
                    <a:lstStyle/>
                    <a:p>
                      <a:r>
                        <a:rPr lang="en-US" altLang="zh-CN" sz="1200" i="0" strike="noStrike" kern="1200" baseline="0">
                          <a:solidFill>
                            <a:schemeClr val="tx1"/>
                          </a:solidFill>
                          <a:latin typeface="+mn-lt"/>
                          <a:ea typeface="+mn-ea"/>
                          <a:cs typeface="+mn-cs"/>
                        </a:rPr>
                        <a:t>BJ-PERFECT study</a:t>
                      </a:r>
                      <a:endParaRPr lang="zh-CN" altLang="en-US" sz="1200" i="0" strike="noStrike" kern="1200" baseline="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i="0" strike="noStrike" kern="1200" baseline="0">
                          <a:solidFill>
                            <a:schemeClr val="tx1"/>
                          </a:solidFill>
                          <a:latin typeface="+mn-lt"/>
                          <a:ea typeface="+mn-ea"/>
                          <a:cs typeface="+mn-cs"/>
                        </a:rPr>
                        <a:t>ECR study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i="0" strike="noStrike" kern="1200" baseline="0">
                          <a:solidFill>
                            <a:schemeClr val="tx1"/>
                          </a:solidFill>
                          <a:latin typeface="+mn-lt"/>
                          <a:ea typeface="+mn-ea"/>
                          <a:cs typeface="+mn-cs"/>
                        </a:rPr>
                        <a:t>Aim to validate the functional capacity evaluation tool (BJ-PERFECT VR) and explore CIAS link to function. Meanwhile collect disease and economic burden of CIAS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200" i="0" strike="noStrike" kern="1200" baseline="0" noProof="0">
                          <a:solidFill>
                            <a:schemeClr val="tx1"/>
                          </a:solidFill>
                          <a:latin typeface="+mn-lt"/>
                          <a:ea typeface="+mn-ea"/>
                          <a:cs typeface="+mn-cs"/>
                        </a:rPr>
                        <a:t>石川</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i="0" strike="noStrike" kern="1200" baseline="0" noProof="0">
                          <a:solidFill>
                            <a:schemeClr val="tx1"/>
                          </a:solidFill>
                          <a:latin typeface="+mn-lt"/>
                          <a:ea typeface="+mn-ea"/>
                          <a:cs typeface="+mn-cs"/>
                        </a:rPr>
                        <a:t>Recruitment completed.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i="0" strike="noStrike" kern="1200" baseline="0" noProof="0">
                          <a:solidFill>
                            <a:schemeClr val="tx1"/>
                          </a:solidFill>
                          <a:latin typeface="+mn-lt"/>
                          <a:ea typeface="+mn-ea"/>
                          <a:cs typeface="+mn-cs"/>
                        </a:rPr>
                        <a:t>160</a:t>
                      </a:r>
                      <a:r>
                        <a:rPr lang="en-US" altLang="zh-CN" sz="1200" i="0" strike="noStrike" kern="1200" baseline="0">
                          <a:solidFill>
                            <a:schemeClr val="tx1"/>
                          </a:solidFill>
                          <a:latin typeface="+mn-lt"/>
                          <a:ea typeface="+mn-ea"/>
                          <a:cs typeface="+mn-cs"/>
                        </a:rPr>
                        <a:t> pts (150 planned) and 757 HCs (750 planned) have been enrolled.</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i="0" strike="noStrike" kern="1200" baseline="0">
                          <a:solidFill>
                            <a:schemeClr val="tx1"/>
                          </a:solidFill>
                          <a:latin typeface="+mn-lt"/>
                          <a:ea typeface="+mn-ea"/>
                          <a:cs typeface="+mn-cs"/>
                        </a:rPr>
                        <a:t>Enrollment completed.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i="0" strike="noStrike" kern="1200" baseline="0">
                          <a:solidFill>
                            <a:schemeClr val="tx1"/>
                          </a:solidFill>
                          <a:latin typeface="+mn-lt"/>
                          <a:ea typeface="+mn-ea"/>
                          <a:cs typeface="+mn-cs"/>
                        </a:rPr>
                        <a:t>Next step is data analysis and research report writing. </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7817396"/>
                  </a:ext>
                </a:extLst>
              </a:tr>
              <a:tr h="8455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i="0" strike="noStrike" kern="1200" baseline="0" noProof="0">
                          <a:solidFill>
                            <a:schemeClr val="tx1"/>
                          </a:solidFill>
                          <a:latin typeface="+mn-lt"/>
                          <a:ea typeface="+mn-ea"/>
                          <a:cs typeface="+mn-cs"/>
                        </a:rPr>
                        <a:t>CIAS review </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lang="en-US" altLang="zh-CN" sz="1200" i="0" strike="noStrike" kern="1200" baseline="0">
                          <a:solidFill>
                            <a:schemeClr val="tx1"/>
                          </a:solidFill>
                          <a:latin typeface="+mn-lt"/>
                          <a:ea typeface="+mn-ea"/>
                          <a:cs typeface="+mn-cs"/>
                        </a:rPr>
                        <a:t>Comprehensive review of CIAS literature in China, including epidemiology, burden and impact, potential pathophysiological mechanisms, clinical assessment methods, and treatment updates.</a:t>
                      </a:r>
                      <a:endParaRPr lang="en-US" altLang="zh-CN" sz="1200" i="0" strike="noStrike" kern="1200" baseline="0" noProof="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200" i="0" strike="noStrike" kern="1200" baseline="0">
                          <a:solidFill>
                            <a:schemeClr val="tx1"/>
                          </a:solidFill>
                          <a:latin typeface="+mn-lt"/>
                          <a:ea typeface="+mn-ea"/>
                          <a:cs typeface="+mn-cs"/>
                        </a:rPr>
                        <a:t>司天梅</a:t>
                      </a:r>
                      <a:endParaRPr lang="en-US" altLang="zh-CN" sz="1200" i="0" strike="noStrike" kern="1200" baseline="0">
                        <a:solidFill>
                          <a:schemeClr val="tx1"/>
                        </a:solidFill>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200" i="0" strike="noStrike" kern="1200" baseline="0">
                          <a:solidFill>
                            <a:schemeClr val="tx1"/>
                          </a:solidFill>
                          <a:latin typeface="+mn-lt"/>
                          <a:ea typeface="+mn-ea"/>
                          <a:cs typeface="+mn-cs"/>
                        </a:rPr>
                        <a:t>蒲城城</a:t>
                      </a:r>
                      <a:endParaRPr lang="en-US" altLang="zh-CN" sz="1200" i="0" strike="noStrike" kern="1200" baseline="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i="0" strike="noStrike" kern="1200" baseline="0">
                          <a:solidFill>
                            <a:schemeClr val="tx1"/>
                          </a:solidFill>
                          <a:latin typeface="+mn-lt"/>
                          <a:ea typeface="+mn-ea"/>
                          <a:cs typeface="+mn-cs"/>
                        </a:rPr>
                        <a:t>Manuscript is resubmitted to the Jornal 《</a:t>
                      </a:r>
                      <a:r>
                        <a:rPr lang="zh-CN" altLang="en-US" sz="1200" i="0" strike="noStrike" kern="1200" baseline="0">
                          <a:solidFill>
                            <a:schemeClr val="tx1"/>
                          </a:solidFill>
                          <a:latin typeface="+mn-lt"/>
                          <a:ea typeface="+mn-ea"/>
                          <a:cs typeface="+mn-cs"/>
                        </a:rPr>
                        <a:t>中国心理卫生杂志</a:t>
                      </a:r>
                      <a:r>
                        <a:rPr lang="en-US" altLang="zh-CN" sz="1200" i="0" strike="noStrike" kern="1200" baseline="0">
                          <a:solidFill>
                            <a:schemeClr val="tx1"/>
                          </a:solidFill>
                          <a:latin typeface="+mn-lt"/>
                          <a:ea typeface="+mn-ea"/>
                          <a:cs typeface="+mn-cs"/>
                        </a:rPr>
                        <a:t>》 on 10th Oct.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i="0" strike="noStrike" kern="1200" baseline="0">
                          <a:solidFill>
                            <a:schemeClr val="tx1"/>
                          </a:solidFill>
                          <a:latin typeface="+mn-lt"/>
                          <a:ea typeface="+mn-ea"/>
                          <a:cs typeface="+mn-cs"/>
                        </a:rPr>
                        <a:t>Revised </a:t>
                      </a:r>
                      <a:r>
                        <a:rPr lang="en-US" altLang="zh-CN" sz="1200" i="0" strike="noStrike" kern="1200" baseline="0" err="1">
                          <a:solidFill>
                            <a:schemeClr val="tx1"/>
                          </a:solidFill>
                          <a:latin typeface="+mn-lt"/>
                          <a:ea typeface="+mn-ea"/>
                          <a:cs typeface="+mn-cs"/>
                        </a:rPr>
                        <a:t>manu</a:t>
                      </a:r>
                      <a:r>
                        <a:rPr lang="en-US" altLang="zh-CN" sz="1200" i="0" strike="noStrike" kern="1200" baseline="0">
                          <a:solidFill>
                            <a:schemeClr val="tx1"/>
                          </a:solidFill>
                          <a:latin typeface="+mn-lt"/>
                          <a:ea typeface="+mn-ea"/>
                          <a:cs typeface="+mn-cs"/>
                        </a:rPr>
                        <a:t> is resubmit on 30</a:t>
                      </a:r>
                      <a:r>
                        <a:rPr lang="en-US" altLang="zh-CN" sz="1200" i="0" strike="noStrike" kern="1200" baseline="30000">
                          <a:solidFill>
                            <a:schemeClr val="tx1"/>
                          </a:solidFill>
                          <a:latin typeface="+mn-lt"/>
                          <a:ea typeface="+mn-ea"/>
                          <a:cs typeface="+mn-cs"/>
                        </a:rPr>
                        <a:t>th</a:t>
                      </a:r>
                      <a:r>
                        <a:rPr lang="en-US" altLang="zh-CN" sz="1200" i="0" strike="noStrike" kern="1200" baseline="0">
                          <a:solidFill>
                            <a:schemeClr val="tx1"/>
                          </a:solidFill>
                          <a:latin typeface="+mn-lt"/>
                          <a:ea typeface="+mn-ea"/>
                          <a:cs typeface="+mn-cs"/>
                        </a:rPr>
                        <a:t> Dec.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i="0" strike="noStrike" kern="1200" baseline="0">
                          <a:solidFill>
                            <a:schemeClr val="tx1"/>
                          </a:solidFill>
                          <a:latin typeface="+mn-lt"/>
                          <a:ea typeface="+mn-ea"/>
                          <a:cs typeface="+mn-cs"/>
                        </a:rPr>
                        <a:t>Published</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5817133"/>
                  </a:ext>
                </a:extLst>
              </a:tr>
              <a:tr h="2274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i="0" strike="noStrike" kern="1200" baseline="0" noProof="0">
                        <a:solidFill>
                          <a:schemeClr val="bg1">
                            <a:lumMod val="75000"/>
                          </a:schemeClr>
                        </a:solidFill>
                        <a:latin typeface="+mn-lt"/>
                        <a:ea typeface="+mn-ea"/>
                        <a:cs typeface="+mn-cs"/>
                      </a:endParaRPr>
                    </a:p>
                  </a:txBody>
                  <a:tcPr anchor="ctr">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lgn="l" rtl="0" eaLnBrk="1" latinLnBrk="0" hangingPunct="1">
                        <a:lnSpc>
                          <a:spcPct val="106000"/>
                        </a:lnSpc>
                        <a:spcBef>
                          <a:spcPts val="0"/>
                        </a:spcBef>
                        <a:buFont typeface="Arial" panose="020B0604020202020204" pitchFamily="34" charset="0"/>
                        <a:buChar char="•"/>
                      </a:pPr>
                      <a:endParaRPr lang="en-US" altLang="zh-CN" sz="1200" i="0" strike="noStrike" kern="1200" baseline="0">
                        <a:solidFill>
                          <a:schemeClr val="bg1">
                            <a:lumMod val="75000"/>
                          </a:schemeClr>
                        </a:solidFill>
                        <a:latin typeface="+mn-lt"/>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CN" sz="1200" i="0" strike="noStrike" kern="1200" baseline="0" noProof="0">
                        <a:solidFill>
                          <a:schemeClr val="bg1">
                            <a:lumMod val="75000"/>
                          </a:schemeClr>
                        </a:solidFill>
                        <a:latin typeface="+mn-lt"/>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zh-CN" sz="1200" i="0" strike="noStrike" kern="1200" baseline="0" noProof="0">
                        <a:solidFill>
                          <a:schemeClr val="bg1">
                            <a:lumMod val="75000"/>
                          </a:schemeClr>
                        </a:solidFill>
                        <a:latin typeface="+mn-lt"/>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CN" sz="1200" i="0" strike="noStrike" kern="1200" baseline="0" noProof="0">
                        <a:solidFill>
                          <a:schemeClr val="bg1">
                            <a:lumMod val="75000"/>
                          </a:schemeClr>
                        </a:solidFill>
                        <a:latin typeface="+mn-lt"/>
                        <a:ea typeface="+mn-ea"/>
                        <a:cs typeface="+mn-cs"/>
                      </a:endParaRPr>
                    </a:p>
                  </a:txBody>
                  <a:tcPr anchor="ctr">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3722099"/>
                  </a:ext>
                </a:extLst>
              </a:tr>
              <a:tr h="7185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i="0" strike="noStrike" kern="1200" baseline="0" noProof="0">
                          <a:solidFill>
                            <a:schemeClr val="bg1">
                              <a:lumMod val="75000"/>
                            </a:schemeClr>
                          </a:solidFill>
                          <a:latin typeface="+mn-lt"/>
                          <a:ea typeface="+mn-ea"/>
                          <a:cs typeface="+mn-cs"/>
                        </a:rPr>
                        <a:t>Checklist Development</a:t>
                      </a:r>
                      <a:endParaRPr lang="zh-CN" altLang="en-US" sz="1200" i="0" strike="noStrike" kern="1200" baseline="0" noProof="0">
                        <a:solidFill>
                          <a:schemeClr val="bg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lgn="l" rtl="0" eaLnBrk="1" latinLnBrk="0" hangingPunct="1">
                        <a:lnSpc>
                          <a:spcPct val="106000"/>
                        </a:lnSpc>
                        <a:spcBef>
                          <a:spcPts val="0"/>
                        </a:spcBef>
                        <a:buFont typeface="Arial" panose="020B0604020202020204" pitchFamily="34" charset="0"/>
                        <a:buChar char="•"/>
                      </a:pPr>
                      <a:r>
                        <a:rPr lang="en-US" altLang="zh-CN" sz="1200" i="0" strike="noStrike" kern="1200" baseline="0">
                          <a:solidFill>
                            <a:schemeClr val="bg1">
                              <a:lumMod val="75000"/>
                            </a:schemeClr>
                          </a:solidFill>
                          <a:latin typeface="+mn-lt"/>
                          <a:ea typeface="+mn-ea"/>
                          <a:cs typeface="+mn-cs"/>
                        </a:rPr>
                        <a:t>Develop a simplified checklist using Delphi methodology for quick screening/identification of CIAS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200" i="0" strike="noStrike" kern="1200" baseline="0" noProof="0">
                          <a:solidFill>
                            <a:schemeClr val="bg1">
                              <a:lumMod val="75000"/>
                            </a:schemeClr>
                          </a:solidFill>
                          <a:latin typeface="+mn-lt"/>
                          <a:ea typeface="+mn-ea"/>
                          <a:cs typeface="+mn-cs"/>
                        </a:rPr>
                        <a:t>石川</a:t>
                      </a:r>
                      <a:endParaRPr lang="en-US" altLang="zh-CN" sz="1200" i="0" strike="noStrike" kern="1200" baseline="0" noProof="0">
                        <a:solidFill>
                          <a:schemeClr val="bg1">
                            <a:lumMod val="75000"/>
                          </a:schemeClr>
                        </a:solidFill>
                        <a:latin typeface="+mn-lt"/>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i="0" strike="noStrike" kern="1200" baseline="0">
                          <a:solidFill>
                            <a:schemeClr val="bg1">
                              <a:lumMod val="75000"/>
                            </a:schemeClr>
                          </a:solidFill>
                          <a:latin typeface="+mn-lt"/>
                          <a:ea typeface="+mn-ea"/>
                          <a:cs typeface="+mn-cs"/>
                        </a:rPr>
                        <a:t>The project is completed as planned</a:t>
                      </a:r>
                      <a:endParaRPr lang="en-US" altLang="zh-CN" sz="1200" i="0" strike="noStrike" kern="1200" baseline="0" noProof="0">
                        <a:solidFill>
                          <a:schemeClr val="bg1">
                            <a:lumMod val="75000"/>
                          </a:schemeClr>
                        </a:solidFill>
                        <a:latin typeface="+mn-lt"/>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200" i="0" strike="noStrike" kern="1200" baseline="0" noProof="0">
                          <a:solidFill>
                            <a:schemeClr val="bg1">
                              <a:lumMod val="75000"/>
                            </a:schemeClr>
                          </a:solidFill>
                          <a:latin typeface="+mn-lt"/>
                          <a:ea typeface="+mn-ea"/>
                          <a:cs typeface="+mn-cs"/>
                        </a:rPr>
                        <a:t>-Completed.</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5198969"/>
                  </a:ext>
                </a:extLst>
              </a:tr>
            </a:tbl>
          </a:graphicData>
        </a:graphic>
      </p:graphicFrame>
      <p:graphicFrame>
        <p:nvGraphicFramePr>
          <p:cNvPr id="3" name="表格 2">
            <a:extLst>
              <a:ext uri="{FF2B5EF4-FFF2-40B4-BE49-F238E27FC236}">
                <a16:creationId xmlns:a16="http://schemas.microsoft.com/office/drawing/2014/main" id="{A07F6B0E-350A-A3FE-0CDC-09847B1C56FF}"/>
              </a:ext>
            </a:extLst>
          </p:cNvPr>
          <p:cNvGraphicFramePr>
            <a:graphicFrameLocks noGrp="1"/>
          </p:cNvGraphicFramePr>
          <p:nvPr/>
        </p:nvGraphicFramePr>
        <p:xfrm>
          <a:off x="479424" y="4790017"/>
          <a:ext cx="11231506" cy="1712504"/>
        </p:xfrm>
        <a:graphic>
          <a:graphicData uri="http://schemas.openxmlformats.org/drawingml/2006/table">
            <a:tbl>
              <a:tblPr firstRow="1" bandRow="1">
                <a:tableStyleId>{2D5ABB26-0587-4C30-8999-92F81FD0307C}</a:tableStyleId>
              </a:tblPr>
              <a:tblGrid>
                <a:gridCol w="1118022">
                  <a:extLst>
                    <a:ext uri="{9D8B030D-6E8A-4147-A177-3AD203B41FA5}">
                      <a16:colId xmlns:a16="http://schemas.microsoft.com/office/drawing/2014/main" val="244999192"/>
                    </a:ext>
                  </a:extLst>
                </a:gridCol>
                <a:gridCol w="10113484">
                  <a:extLst>
                    <a:ext uri="{9D8B030D-6E8A-4147-A177-3AD203B41FA5}">
                      <a16:colId xmlns:a16="http://schemas.microsoft.com/office/drawing/2014/main" val="2748962988"/>
                    </a:ext>
                  </a:extLst>
                </a:gridCol>
              </a:tblGrid>
              <a:tr h="17125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baseline="0">
                          <a:solidFill>
                            <a:schemeClr val="bg1">
                              <a:lumMod val="75000"/>
                            </a:schemeClr>
                          </a:solidFill>
                          <a:latin typeface="+mn-lt"/>
                        </a:rPr>
                        <a:t>CONNEX Pooled publication </a:t>
                      </a:r>
                      <a:r>
                        <a:rPr lang="en-US" altLang="zh-CN" sz="1200">
                          <a:solidFill>
                            <a:schemeClr val="bg1">
                              <a:lumMod val="75000"/>
                            </a:schemeClr>
                          </a:solidFill>
                          <a:latin typeface="+mn-lt"/>
                          <a:ea typeface="Boehringer Forward Text"/>
                          <a:cs typeface="Boehringer Forward Text"/>
                        </a:rPr>
                        <a:t>​</a:t>
                      </a:r>
                      <a:endParaRPr lang="en-US" altLang="zh-CN" sz="1200">
                        <a:solidFill>
                          <a:schemeClr val="bg1">
                            <a:lumMod val="75000"/>
                          </a:schemeClr>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ase">
                        <a:lnSpc>
                          <a:spcPct val="100000"/>
                        </a:lnSpc>
                        <a:buFont typeface="Arial" panose="020B0604020202020204" pitchFamily="34" charset="0"/>
                        <a:buChar char="•"/>
                      </a:pPr>
                      <a:r>
                        <a:rPr lang="en-US" altLang="zh-CN" sz="1200" b="1" i="0">
                          <a:solidFill>
                            <a:schemeClr val="bg1">
                              <a:lumMod val="75000"/>
                            </a:schemeClr>
                          </a:solidFill>
                          <a:effectLst/>
                          <a:latin typeface="Boehringer Forward Text" panose="02000500000000020000" pitchFamily="2" charset="0"/>
                        </a:rPr>
                        <a:t>Oral presentation </a:t>
                      </a:r>
                      <a:r>
                        <a:rPr lang="en-US" altLang="zh-CN" sz="1200" b="0" i="0">
                          <a:solidFill>
                            <a:schemeClr val="bg1">
                              <a:lumMod val="75000"/>
                            </a:schemeClr>
                          </a:solidFill>
                          <a:effectLst/>
                          <a:latin typeface="Boehringer Forward Text" panose="02000500000000020000" pitchFamily="2" charset="0"/>
                        </a:rPr>
                        <a:t>at SIRS congress – Apr.1</a:t>
                      </a:r>
                      <a:r>
                        <a:rPr lang="en-US" altLang="zh-CN" sz="800" b="0" i="0">
                          <a:solidFill>
                            <a:schemeClr val="bg1">
                              <a:lumMod val="75000"/>
                            </a:schemeClr>
                          </a:solidFill>
                          <a:effectLst/>
                          <a:latin typeface="Boehringer Forward Text" panose="02000500000000020000" pitchFamily="2" charset="0"/>
                        </a:rPr>
                        <a:t>st</a:t>
                      </a:r>
                      <a:r>
                        <a:rPr lang="en-US" altLang="zh-CN" sz="1200" b="0" i="0">
                          <a:solidFill>
                            <a:schemeClr val="bg1">
                              <a:lumMod val="75000"/>
                            </a:schemeClr>
                          </a:solidFill>
                          <a:effectLst/>
                          <a:latin typeface="Boehringer Forward Text" panose="02000500000000020000" pitchFamily="2" charset="0"/>
                        </a:rPr>
                        <a:t> ​</a:t>
                      </a:r>
                      <a:endParaRPr lang="en-US" altLang="zh-CN" sz="1200" b="0" i="0">
                        <a:solidFill>
                          <a:schemeClr val="bg1">
                            <a:lumMod val="75000"/>
                          </a:schemeClr>
                        </a:solidFill>
                        <a:effectLst/>
                        <a:latin typeface="Arial" panose="020B0604020202020204" pitchFamily="34" charset="0"/>
                      </a:endParaRPr>
                    </a:p>
                    <a:p>
                      <a:pPr algn="l" rtl="0" fontAlgn="base">
                        <a:lnSpc>
                          <a:spcPct val="100000"/>
                        </a:lnSpc>
                        <a:buFont typeface="Arial" panose="020B0604020202020204" pitchFamily="34" charset="0"/>
                        <a:buChar char="•"/>
                      </a:pPr>
                      <a:r>
                        <a:rPr lang="en-US" altLang="zh-CN" sz="1200" b="1" i="0">
                          <a:solidFill>
                            <a:schemeClr val="bg1">
                              <a:lumMod val="75000"/>
                            </a:schemeClr>
                          </a:solidFill>
                          <a:effectLst/>
                          <a:latin typeface="Boehringer Forward Text" panose="02000500000000020000" pitchFamily="2" charset="0"/>
                        </a:rPr>
                        <a:t>Manuscript: </a:t>
                      </a:r>
                      <a:r>
                        <a:rPr lang="en-US" altLang="zh-CN" sz="1200" b="0" i="0">
                          <a:solidFill>
                            <a:schemeClr val="bg1">
                              <a:lumMod val="75000"/>
                            </a:schemeClr>
                          </a:solidFill>
                          <a:effectLst/>
                          <a:latin typeface="Boehringer Forward Text" panose="02000500000000020000" pitchFamily="2" charset="0"/>
                        </a:rPr>
                        <a:t>​</a:t>
                      </a:r>
                      <a:endParaRPr lang="en-US" altLang="zh-CN" sz="1200" b="0" i="0">
                        <a:solidFill>
                          <a:schemeClr val="bg1">
                            <a:lumMod val="75000"/>
                          </a:schemeClr>
                        </a:solidFill>
                        <a:effectLst/>
                        <a:latin typeface="Arial" panose="020B0604020202020204" pitchFamily="34" charset="0"/>
                      </a:endParaRPr>
                    </a:p>
                    <a:p>
                      <a:pPr marL="171450" lvl="0" indent="-171450" algn="l" rtl="0" fontAlgn="base">
                        <a:lnSpc>
                          <a:spcPct val="100000"/>
                        </a:lnSpc>
                        <a:buFont typeface="Wingdings" panose="05000000000000000000" pitchFamily="2" charset="2"/>
                        <a:buChar char="Ø"/>
                      </a:pPr>
                      <a:r>
                        <a:rPr lang="en-US" altLang="zh-CN" sz="1200" b="0" i="0">
                          <a:solidFill>
                            <a:schemeClr val="bg1">
                              <a:lumMod val="75000"/>
                            </a:schemeClr>
                          </a:solidFill>
                          <a:effectLst/>
                          <a:latin typeface="Boehringer Forward Text" panose="02000500000000020000" pitchFamily="2" charset="0"/>
                        </a:rPr>
                        <a:t>Prof. Gang Wang and Prof. Zhang had reviewed and provided feedback​</a:t>
                      </a:r>
                      <a:endParaRPr lang="en-US" altLang="zh-CN" sz="1200" b="0" i="0">
                        <a:solidFill>
                          <a:schemeClr val="bg1">
                            <a:lumMod val="75000"/>
                          </a:schemeClr>
                        </a:solidFill>
                        <a:effectLst/>
                        <a:latin typeface="Arial" panose="020B0604020202020204" pitchFamily="34" charset="0"/>
                      </a:endParaRPr>
                    </a:p>
                    <a:p>
                      <a:pPr marL="171450" lvl="0" indent="-171450" algn="l" rtl="0" fontAlgn="base">
                        <a:lnSpc>
                          <a:spcPct val="100000"/>
                        </a:lnSpc>
                        <a:buFont typeface="Wingdings" panose="05000000000000000000" pitchFamily="2" charset="2"/>
                        <a:buChar char="Ø"/>
                      </a:pPr>
                      <a:r>
                        <a:rPr lang="en-US" altLang="zh-CN" sz="1200" b="0" i="0">
                          <a:solidFill>
                            <a:schemeClr val="bg1">
                              <a:lumMod val="75000"/>
                            </a:schemeClr>
                          </a:solidFill>
                          <a:effectLst/>
                          <a:latin typeface="Boehringer Forward Text" panose="02000500000000020000" pitchFamily="2" charset="0"/>
                        </a:rPr>
                        <a:t>Target journal: </a:t>
                      </a:r>
                      <a:r>
                        <a:rPr lang="en-US" altLang="zh-CN" sz="1200" b="0" i="0" u="none" strike="noStrike">
                          <a:solidFill>
                            <a:schemeClr val="bg1">
                              <a:lumMod val="75000"/>
                            </a:schemeClr>
                          </a:solidFill>
                          <a:effectLst/>
                          <a:latin typeface="Boehringer Forward Text" panose="02000500000000020000" pitchFamily="2" charset="0"/>
                        </a:rPr>
                        <a:t>Lancet Psychiatry </a:t>
                      </a:r>
                      <a:r>
                        <a:rPr lang="en-US" altLang="zh-CN" sz="1200" b="0" i="0">
                          <a:solidFill>
                            <a:schemeClr val="bg1">
                              <a:lumMod val="75000"/>
                            </a:schemeClr>
                          </a:solidFill>
                          <a:effectLst/>
                          <a:latin typeface="Boehringer Forward Text" panose="02000500000000020000" pitchFamily="2" charset="0"/>
                        </a:rPr>
                        <a:t>​</a:t>
                      </a:r>
                      <a:endParaRPr lang="en-US" altLang="zh-CN" sz="1200" b="0" i="0">
                        <a:solidFill>
                          <a:schemeClr val="bg1">
                            <a:lumMod val="75000"/>
                          </a:schemeClr>
                        </a:solidFill>
                        <a:effectLst/>
                        <a:latin typeface="Arial" panose="020B0604020202020204" pitchFamily="34" charset="0"/>
                      </a:endParaRPr>
                    </a:p>
                    <a:p>
                      <a:pPr marL="171450" lvl="0" indent="-171450" algn="l" rtl="0" fontAlgn="base">
                        <a:lnSpc>
                          <a:spcPct val="100000"/>
                        </a:lnSpc>
                        <a:buFont typeface="Wingdings" panose="05000000000000000000" pitchFamily="2" charset="2"/>
                        <a:buChar char="Ø"/>
                      </a:pPr>
                      <a:r>
                        <a:rPr lang="en-US" altLang="zh-CN" sz="1200" b="0" i="0">
                          <a:solidFill>
                            <a:schemeClr val="bg1">
                              <a:lumMod val="75000"/>
                            </a:schemeClr>
                          </a:solidFill>
                          <a:effectLst/>
                          <a:latin typeface="Boehringer Forward Text" panose="02000500000000020000" pitchFamily="2" charset="0"/>
                        </a:rPr>
                        <a:t>1</a:t>
                      </a:r>
                      <a:r>
                        <a:rPr lang="en-US" altLang="zh-CN" sz="800" b="0" i="0">
                          <a:solidFill>
                            <a:schemeClr val="bg1">
                              <a:lumMod val="75000"/>
                            </a:schemeClr>
                          </a:solidFill>
                          <a:effectLst/>
                          <a:latin typeface="Boehringer Forward Text" panose="02000500000000020000" pitchFamily="2" charset="0"/>
                        </a:rPr>
                        <a:t>st</a:t>
                      </a:r>
                      <a:r>
                        <a:rPr lang="en-US" altLang="zh-CN" sz="1200" b="0" i="0">
                          <a:solidFill>
                            <a:schemeClr val="bg1">
                              <a:lumMod val="75000"/>
                            </a:schemeClr>
                          </a:solidFill>
                          <a:effectLst/>
                          <a:latin typeface="Boehringer Forward Text" panose="02000500000000020000" pitchFamily="2" charset="0"/>
                        </a:rPr>
                        <a:t> Submission date: June 12</a:t>
                      </a:r>
                      <a:r>
                        <a:rPr lang="en-US" altLang="zh-CN" sz="800" b="0" i="0">
                          <a:solidFill>
                            <a:schemeClr val="bg1">
                              <a:lumMod val="75000"/>
                            </a:schemeClr>
                          </a:solidFill>
                          <a:effectLst/>
                          <a:latin typeface="Boehringer Forward Text" panose="02000500000000020000" pitchFamily="2" charset="0"/>
                        </a:rPr>
                        <a:t>th</a:t>
                      </a:r>
                      <a:r>
                        <a:rPr lang="en-US" altLang="zh-CN" sz="1200" b="0" i="0">
                          <a:solidFill>
                            <a:schemeClr val="bg1">
                              <a:lumMod val="75000"/>
                            </a:schemeClr>
                          </a:solidFill>
                          <a:effectLst/>
                          <a:latin typeface="Boehringer Forward Text" panose="02000500000000020000" pitchFamily="2" charset="0"/>
                        </a:rPr>
                        <a:t>, 2025​</a:t>
                      </a:r>
                      <a:endParaRPr lang="en-US" altLang="zh-CN" sz="1200" b="0" i="0">
                        <a:solidFill>
                          <a:schemeClr val="bg1">
                            <a:lumMod val="75000"/>
                          </a:schemeClr>
                        </a:solidFill>
                        <a:effectLst/>
                        <a:latin typeface="Arial" panose="020B0604020202020204" pitchFamily="34" charset="0"/>
                      </a:endParaRPr>
                    </a:p>
                    <a:p>
                      <a:pPr marL="171450" lvl="0" indent="-171450" algn="l" rtl="0" fontAlgn="base">
                        <a:lnSpc>
                          <a:spcPct val="100000"/>
                        </a:lnSpc>
                        <a:buFont typeface="Wingdings" panose="05000000000000000000" pitchFamily="2" charset="2"/>
                        <a:buChar char="Ø"/>
                      </a:pPr>
                      <a:r>
                        <a:rPr lang="en-US" altLang="zh-CN" sz="1200" b="0" i="0">
                          <a:solidFill>
                            <a:schemeClr val="bg1">
                              <a:lumMod val="75000"/>
                            </a:schemeClr>
                          </a:solidFill>
                          <a:effectLst/>
                          <a:latin typeface="Boehringer Forward Text" panose="02000500000000020000" pitchFamily="2" charset="0"/>
                        </a:rPr>
                        <a:t>2</a:t>
                      </a:r>
                      <a:r>
                        <a:rPr lang="en-US" altLang="zh-CN" sz="800" b="0" i="0">
                          <a:solidFill>
                            <a:schemeClr val="bg1">
                              <a:lumMod val="75000"/>
                            </a:schemeClr>
                          </a:solidFill>
                          <a:effectLst/>
                          <a:latin typeface="Boehringer Forward Text" panose="02000500000000020000" pitchFamily="2" charset="0"/>
                        </a:rPr>
                        <a:t>nd</a:t>
                      </a:r>
                      <a:r>
                        <a:rPr lang="en-US" altLang="zh-CN" sz="1200" b="0" i="0">
                          <a:solidFill>
                            <a:schemeClr val="bg1">
                              <a:lumMod val="75000"/>
                            </a:schemeClr>
                          </a:solidFill>
                          <a:effectLst/>
                          <a:latin typeface="Boehringer Forward Text" panose="02000500000000020000" pitchFamily="2" charset="0"/>
                        </a:rPr>
                        <a:t> Submission date: Aug.29</a:t>
                      </a:r>
                      <a:r>
                        <a:rPr lang="en-US" altLang="zh-CN" sz="800" b="0" i="0">
                          <a:solidFill>
                            <a:schemeClr val="bg1">
                              <a:lumMod val="75000"/>
                            </a:schemeClr>
                          </a:solidFill>
                          <a:effectLst/>
                          <a:latin typeface="Boehringer Forward Text" panose="02000500000000020000" pitchFamily="2" charset="0"/>
                        </a:rPr>
                        <a:t>th </a:t>
                      </a:r>
                      <a:r>
                        <a:rPr lang="en-US" altLang="zh-CN" sz="1200" b="0" i="0">
                          <a:solidFill>
                            <a:schemeClr val="bg1">
                              <a:lumMod val="75000"/>
                            </a:schemeClr>
                          </a:solidFill>
                          <a:effectLst/>
                          <a:latin typeface="Boehringer Forward Text" panose="02000500000000020000" pitchFamily="2" charset="0"/>
                        </a:rPr>
                        <a:t>, 2025 (comments received on Aug.5</a:t>
                      </a:r>
                      <a:r>
                        <a:rPr lang="en-US" altLang="zh-CN" sz="800" b="0" i="0">
                          <a:solidFill>
                            <a:schemeClr val="bg1">
                              <a:lumMod val="75000"/>
                            </a:schemeClr>
                          </a:solidFill>
                          <a:effectLst/>
                          <a:latin typeface="Boehringer Forward Text" panose="02000500000000020000" pitchFamily="2" charset="0"/>
                        </a:rPr>
                        <a:t>th</a:t>
                      </a:r>
                      <a:r>
                        <a:rPr lang="en-US" altLang="zh-CN" sz="1200" b="0" i="0">
                          <a:solidFill>
                            <a:schemeClr val="bg1">
                              <a:lumMod val="75000"/>
                            </a:schemeClr>
                          </a:solidFill>
                          <a:effectLst/>
                          <a:latin typeface="Boehringer Forward Text" panose="02000500000000020000" pitchFamily="2" charset="0"/>
                        </a:rPr>
                        <a:t>)​</a:t>
                      </a:r>
                    </a:p>
                    <a:p>
                      <a:pPr marL="171450" lvl="0" indent="-171450" algn="l" rtl="0" fontAlgn="base">
                        <a:lnSpc>
                          <a:spcPct val="100000"/>
                        </a:lnSpc>
                        <a:buFont typeface="Wingdings" panose="05000000000000000000" pitchFamily="2" charset="2"/>
                        <a:buChar char="Ø"/>
                      </a:pPr>
                      <a:r>
                        <a:rPr lang="en-US" altLang="zh-CN" sz="1200" b="1" i="0">
                          <a:solidFill>
                            <a:schemeClr val="bg1">
                              <a:lumMod val="75000"/>
                            </a:schemeClr>
                          </a:solidFill>
                          <a:effectLst/>
                          <a:latin typeface="Boehringer Forward Text" panose="02000500000000020000" pitchFamily="2" charset="0"/>
                        </a:rPr>
                        <a:t>Published by Lancet Psychiatry on 13</a:t>
                      </a:r>
                      <a:r>
                        <a:rPr lang="en-US" altLang="zh-CN" sz="1200" b="1" i="0" baseline="30000">
                          <a:solidFill>
                            <a:schemeClr val="bg1">
                              <a:lumMod val="75000"/>
                            </a:schemeClr>
                          </a:solidFill>
                          <a:effectLst/>
                          <a:latin typeface="Boehringer Forward Text" panose="02000500000000020000" pitchFamily="2" charset="0"/>
                        </a:rPr>
                        <a:t>th</a:t>
                      </a:r>
                      <a:r>
                        <a:rPr lang="en-US" altLang="zh-CN" sz="1200" b="1" i="0">
                          <a:solidFill>
                            <a:schemeClr val="bg1">
                              <a:lumMod val="75000"/>
                            </a:schemeClr>
                          </a:solidFill>
                          <a:effectLst/>
                          <a:latin typeface="Boehringer Forward Text" panose="02000500000000020000" pitchFamily="2" charset="0"/>
                        </a:rPr>
                        <a:t> Nov.</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808196124"/>
                  </a:ext>
                </a:extLst>
              </a:tr>
            </a:tbl>
          </a:graphicData>
        </a:graphic>
      </p:graphicFrame>
      <p:pic>
        <p:nvPicPr>
          <p:cNvPr id="8" name="图片 7">
            <a:extLst>
              <a:ext uri="{FF2B5EF4-FFF2-40B4-BE49-F238E27FC236}">
                <a16:creationId xmlns:a16="http://schemas.microsoft.com/office/drawing/2014/main" id="{4230C377-E2AD-7E42-6399-7DF0D6408D12}"/>
              </a:ext>
            </a:extLst>
          </p:cNvPr>
          <p:cNvPicPr>
            <a:picLocks noChangeAspect="1"/>
          </p:cNvPicPr>
          <p:nvPr/>
        </p:nvPicPr>
        <p:blipFill>
          <a:blip r:embed="rId2"/>
          <a:stretch>
            <a:fillRect/>
          </a:stretch>
        </p:blipFill>
        <p:spPr>
          <a:xfrm>
            <a:off x="7513503" y="4852798"/>
            <a:ext cx="3745736" cy="955623"/>
          </a:xfrm>
          <a:prstGeom prst="rect">
            <a:avLst/>
          </a:prstGeom>
          <a:ln>
            <a:noFill/>
          </a:ln>
          <a:effectLst>
            <a:outerShdw blurRad="292100" dist="139700" dir="2700000" algn="tl" rotWithShape="0">
              <a:srgbClr val="333333">
                <a:alpha val="65000"/>
              </a:srgbClr>
            </a:outerShdw>
          </a:effectLst>
        </p:spPr>
      </p:pic>
      <p:sp>
        <p:nvSpPr>
          <p:cNvPr id="10" name="文本框 9">
            <a:extLst>
              <a:ext uri="{FF2B5EF4-FFF2-40B4-BE49-F238E27FC236}">
                <a16:creationId xmlns:a16="http://schemas.microsoft.com/office/drawing/2014/main" id="{C0C546EE-6C6A-9D6A-A5F6-63C42632792F}"/>
              </a:ext>
            </a:extLst>
          </p:cNvPr>
          <p:cNvSpPr txBox="1"/>
          <p:nvPr/>
        </p:nvSpPr>
        <p:spPr bwMode="gray">
          <a:xfrm>
            <a:off x="7227065" y="5927895"/>
            <a:ext cx="4318613" cy="553998"/>
          </a:xfrm>
          <a:prstGeom prst="rect">
            <a:avLst/>
          </a:prstGeom>
          <a:noFill/>
        </p:spPr>
        <p:txBody>
          <a:bodyPr wrap="square">
            <a:spAutoFit/>
          </a:bodyPr>
          <a:lstStyle/>
          <a:p>
            <a:pPr lvl="0" algn="l" rtl="0" fontAlgn="base">
              <a:lnSpc>
                <a:spcPct val="100000"/>
              </a:lnSpc>
            </a:pPr>
            <a:r>
              <a:rPr lang="en-US" altLang="zh-CN" sz="1000" u="sng" kern="1200">
                <a:solidFill>
                  <a:schemeClr val="tx1"/>
                </a:solidFill>
                <a:effectLst/>
                <a:latin typeface="+mn-lt"/>
                <a:ea typeface="+mn-ea"/>
                <a:cs typeface="+mn-cs"/>
                <a:hlinkClick r:id="rId3"/>
              </a:rPr>
              <a:t>Efficacy and safety of iclepertin for cognitive impairment associated with schizophrenia (CONNEX </a:t>
            </a:r>
            <a:r>
              <a:rPr lang="en-US" altLang="zh-CN" sz="1000" u="sng" kern="1200" err="1">
                <a:solidFill>
                  <a:schemeClr val="tx1"/>
                </a:solidFill>
                <a:effectLst/>
                <a:latin typeface="+mn-lt"/>
                <a:ea typeface="+mn-ea"/>
                <a:cs typeface="+mn-cs"/>
                <a:hlinkClick r:id="rId3"/>
              </a:rPr>
              <a:t>programme</a:t>
            </a:r>
            <a:r>
              <a:rPr lang="en-US" altLang="zh-CN" sz="1000" u="sng" kern="1200">
                <a:solidFill>
                  <a:schemeClr val="tx1"/>
                </a:solidFill>
                <a:effectLst/>
                <a:latin typeface="+mn-lt"/>
                <a:ea typeface="+mn-ea"/>
                <a:cs typeface="+mn-cs"/>
                <a:hlinkClick r:id="rId3"/>
              </a:rPr>
              <a:t>): results from three phase 3 </a:t>
            </a:r>
            <a:r>
              <a:rPr lang="en-US" altLang="zh-CN" sz="1000" u="sng" kern="1200" err="1">
                <a:solidFill>
                  <a:schemeClr val="tx1"/>
                </a:solidFill>
                <a:effectLst/>
                <a:latin typeface="+mn-lt"/>
                <a:ea typeface="+mn-ea"/>
                <a:cs typeface="+mn-cs"/>
                <a:hlinkClick r:id="rId3"/>
              </a:rPr>
              <a:t>randomised</a:t>
            </a:r>
            <a:r>
              <a:rPr lang="en-US" altLang="zh-CN" sz="1000" u="sng" kern="1200">
                <a:solidFill>
                  <a:schemeClr val="tx1"/>
                </a:solidFill>
                <a:effectLst/>
                <a:latin typeface="+mn-lt"/>
                <a:ea typeface="+mn-ea"/>
                <a:cs typeface="+mn-cs"/>
                <a:hlinkClick r:id="rId3"/>
              </a:rPr>
              <a:t> controlled trials - The Lancet Psychiatry</a:t>
            </a:r>
            <a:endParaRPr lang="en-US" altLang="zh-CN" sz="700" b="1" i="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37253158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1F8D5-F4A6-531F-C9DC-8BE654CF947F}"/>
              </a:ext>
            </a:extLst>
          </p:cNvPr>
          <p:cNvSpPr>
            <a:spLocks noGrp="1"/>
          </p:cNvSpPr>
          <p:nvPr>
            <p:ph type="title"/>
          </p:nvPr>
        </p:nvSpPr>
        <p:spPr/>
        <p:txBody>
          <a:bodyPr/>
          <a:lstStyle/>
          <a:p>
            <a:r>
              <a:rPr lang="en-US" altLang="zh-CN"/>
              <a:t>Thank You!</a:t>
            </a:r>
            <a:endParaRPr lang="en-US"/>
          </a:p>
        </p:txBody>
      </p:sp>
      <p:sp>
        <p:nvSpPr>
          <p:cNvPr id="3" name="Subtitle 2">
            <a:extLst>
              <a:ext uri="{FF2B5EF4-FFF2-40B4-BE49-F238E27FC236}">
                <a16:creationId xmlns:a16="http://schemas.microsoft.com/office/drawing/2014/main" id="{51FB2C02-AE59-7E29-4387-C7A9DC5882CD}"/>
              </a:ext>
            </a:extLst>
          </p:cNvPr>
          <p:cNvSpPr>
            <a:spLocks noGrp="1"/>
          </p:cNvSpPr>
          <p:nvPr>
            <p:ph type="subTitle" idx="14"/>
          </p:nvPr>
        </p:nvSpPr>
        <p:spPr/>
        <p:txBody>
          <a:bodyPr/>
          <a:lstStyle/>
          <a:p>
            <a:endParaRPr lang="en-US"/>
          </a:p>
        </p:txBody>
      </p:sp>
      <p:sp>
        <p:nvSpPr>
          <p:cNvPr id="4" name="Slide Number Placeholder 3">
            <a:extLst>
              <a:ext uri="{FF2B5EF4-FFF2-40B4-BE49-F238E27FC236}">
                <a16:creationId xmlns:a16="http://schemas.microsoft.com/office/drawing/2014/main" id="{1AFF87EA-E022-F97F-C9DB-71F548B2EEDB}"/>
              </a:ext>
            </a:extLst>
          </p:cNvPr>
          <p:cNvSpPr>
            <a:spLocks noGrp="1"/>
          </p:cNvSpPr>
          <p:nvPr>
            <p:ph type="sldNum" sz="quarter" idx="16"/>
          </p:nvPr>
        </p:nvSpPr>
        <p:spPr/>
        <p:txBody>
          <a:bodyPr/>
          <a:lstStyle/>
          <a:p>
            <a:fld id="{8FF9B0DE-3FEB-4AA0-B465-B80EF7C1333D}" type="slidenum">
              <a:rPr lang="en-US" smtClean="0"/>
              <a:pPr/>
              <a:t>35</a:t>
            </a:fld>
            <a:endParaRPr lang="en-US"/>
          </a:p>
        </p:txBody>
      </p:sp>
    </p:spTree>
    <p:extLst>
      <p:ext uri="{BB962C8B-B14F-4D97-AF65-F5344CB8AC3E}">
        <p14:creationId xmlns:p14="http://schemas.microsoft.com/office/powerpoint/2010/main" val="33066360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PART_0" val="eyIkaWQiOiIxIiwiX3N3aW1sYW5lc1YyIjpbeyIkaWQiOiIyIiwiX2FjdGl2aXRpZXMiOlt7IiRpZCI6IjMiLCJfcm93cyI6W3siJGlkIjoiNCIsIl90YXNrcyI6W10sIl9taWxlc3RvbmVzIjpbeyIkaWQiOiI1IiwiSWQiOiI3YjNlYTE1Ni0zOTViLTQwZTctOTZjMy03MTc5NTZiYThkMjUiLCJJbmRleCI6MCwiR3JvdXBJZCI6bnVsbCwiVGl0bGUiOiJGU0dTLSBnUGgzICgxNDM0LTAwMTcpIiwiRGF0ZVRpbWUiOiIyMDI1LTEyLTAzVDIzOjU5OjAwIiwiUGVyY2VudGFnZUNvbXBsZXRlIjpudWxsLCJOb3RlIjpudWxsLCJTdHlsZSI6eyIkaWQiOiI2IiwiVGl0bGVQb3NpdGlvbiI6IkxlZnQiLCJEYXRlUG9zaXRpb24iOiJSaWdodCIsIlNoYXBlVHlwZSI6MTMsIlNoYXBlU2l6ZSI6MywiU2hhcGVTdHlsZSI6eyIkaWQiOiI3IiwiTWFyZ2luIjp7IiRpZCI6IjgiLCJUb3AiOjAuMCwiTGVmdCI6MC4wLCJSaWdodCI6MC4wLCJCb3R0b20iOjAuMH0sIlBhZGRpbmciOnsiJGlkIjoiOSIsIlRvcCI6MC4wLCJMZWZ0IjowLjAsIlJpZ2h0IjowLjAsIkJvdHRvbSI6MC4wfSwiQmFja2dyb3VuZCI6eyIkaWQiOiIxMCIsIkNvbG9yIjp7IiRpZCI6IjExIiwiQSI6MjU1LCJSIjoxMzQsIkciOjM3LCJCIjoyN319LCJJc1Zpc2libGUiOnRydWUsIldpZHRoIjoxMy4wLCJIZWlnaHQiOjEzLjAsIkJvcmRlclN0eWxlIjp7IiRpZCI6IjEyIiwiTGluZUNvbG9yIjp7IiRpZCI6IjEzIiwiJHR5cGUiOiJOTFJFLkNvbW1vbi5Eb20uU29saWRDb2xvckJydXNoLCBOTFJFLkNvbW1vbiIsIkNvbG9yIjp7IiRpZCI6IjE0IiwiQSI6MjU1LCJSIjoyNTUsIkciOjI1NSwiQiI6MjU1fX0sIkxpbmVXZWlnaHQiOjAuMCwiTGluZVR5cGUiOjAsIlBhcmVudFN0eWxlIjpudWxsfSwiUGFyZW50U3R5bGUiOm51bGx9LCJUaXRsZVN0eWxlIjp7IiRpZCI6IjE1IiwiRm9udFNldHRpbmdzIjp7IiRpZCI6IjE2IiwiRm9udFNpemUiOjExLCJGb250TmFtZSI6IkNhbGlicmkiLCJJc0JvbGQiOnRydWUsIklzSXRhbGljIjpmYWxzZSwiSXNVbmRlcmxpbmVkIjpmYWxzZSwiUGFyZW50U3R5bGUiOm51bGx9LCJBdXRvU2l6ZSI6MiwiRm9yZWdyb3VuZCI6eyIkaWQiOiIxNyIsIkNvbG9yIjp7IiRpZCI6IjE4IiwiQSI6MjU1LCJSIjowLCJHIjowLCJCIjowfX0sIk1heFdpZHRoIjoxMjUuMDA3NzEzMzE3ODcxMDksIk1heEhlaWdodCI6IkluZmluaXR5IiwiU21hcnRGb3JlZ3JvdW5kSXNBY3RpdmUiOmZhbHNlLCJIb3Jpem9udGFsQWxpZ25tZW50IjoyLCJWZXJ0aWNhbEFsaWdubWVudCI6MCwiU21hcnRGb3JlZ3JvdW5kIjpudWxsLCJCYWNrZ3JvdW5kRmlsbFR5cGUiOjAsIk1hcmdpbiI6eyIkaWQiOiIxOSIsIlRvcCI6MC4wLCJMZWZ0IjowLjAsIlJpZ2h0IjowLjAsIkJvdHRvbSI6MC4wfSwiUGFkZGluZyI6eyIkaWQiOiIyMCIsIlRvcCI6MC4wLCJMZWZ0IjowLjAsIlJpZ2h0IjowLjAsIkJvdHRvbSI6MC4wfSwiQmFja2dyb3VuZCI6eyIkaWQiOiIyMSIsIkNvbG9yIjp7IiRpZCI6IjIyIiwiQSI6MCwiUiI6MjU1LCJHIjoyNTUsIkIiOjI1NX19LCJJc1Zpc2libGUiOnRydWUsIldpZHRoIjowLjAsIkhlaWdodCI6MC4wLCJCb3JkZXJTdHlsZSI6bnVsbCwiUGFyZW50U3R5bGUiOm51bGx9LCJEYXRlU3R5bGUiOnsiJGlkIjoiMjMiLCJGb250U2V0dGluZ3MiOnsiJGlkIjoiMjQiLCJGb250U2l6ZSI6MTAsIkZvbnROYW1lIjoiQ2FsaWJyaSIsIklzQm9sZCI6ZmFsc2UsIklzSXRhbGljIjpmYWxzZSwiSXNVbmRlcmxpbmVkIjpmYWxzZSwiUGFyZW50U3R5bGUiOm51bGx9LCJBdXRvU2l6ZSI6MCwiRm9yZWdyb3VuZCI6eyIkaWQiOiIyNSIsIkNvbG9yIjp7IiRpZCI6IjI2IiwiQSI6MjU1LCJSIjowLCJHIjoyMjgsIkIiOjEyNH19LCJNYXhXaWR0aCI6MjAwLjAsIk1heEhlaWdodCI6IkluZmluaXR5IiwiU21hcnRGb3JlZ3JvdW5kSXNBY3RpdmUiOmZhbHNlLCJIb3Jpem9udGFsQWxpZ25tZW50IjowLCJWZXJ0aWNhbEFsaWdubWVudCI6MCwiU21hcnRGb3JlZ3JvdW5kIjpudWxsLCJCYWNrZ3JvdW5kRmlsbFR5cGUiOjAsIk1hcmdpbiI6eyIkaWQiOiIyNyIsIlRvcCI6MC4wLCJMZWZ0IjowLjAsIlJpZ2h0IjowLjAsIkJvdHRvbSI6MC4wfSwiUGFkZGluZyI6eyIkaWQiOiIyOCIsIlRvcCI6MC4wLCJMZWZ0IjowLjAsIlJpZ2h0IjowLjAsIkJvdHRvbSI6MC4wfSwiQmFja2dyb3VuZCI6eyIkaWQiOiIyOSIsIkNvbG9yIjp7IiRpZCI6IjMwIiwiQSI6MCwiUiI6MjU1LCJHIjoyNTUsIkIiOjI1NX19LCJJc1Zpc2libGUiOnRydWUsIldpZHRoIjowLjAsIkhlaWdodCI6MC4wLCJCb3JkZXJTdHlsZSI6bnVsbCwiUGFyZW50U3R5bGUiOm51bGx9LCJEYXRlRm9ybWF0Ijp7IiRpZCI6IjMxIiwiRm9ybWF0U3RyaW5nIjoiTU1NIHl5eXkiLCJTZXBhcmF0b3IiOiIvIiwiVXNlSW50ZXJuYXRpb25hbERhdGVGb3JtYXQiOmZhbHNlLCJEYXRlSXNWaXNpYmxlIjp0cnVlLCJUaW1lSXNWaXNpYmxlIjpmYWxzZSwiSG91ckRpZ2l0cyI6MSwiQW1QbURlc2lnbmF0b3IiOjIsIlRyaW0wME1pbnV0ZXMiOmZhbHNlLCJMYXN0S25vd25WaXNpYmlsaXR5U3RhdGUiOnsiJGlkIjoiMzIiLCJEYXRlUGFydElzVmlzaWJsZSI6dHJ1ZSwiVGltZVBhcnRJc1Zpc2libGUiOmZhbHNlfX0sIldlZWtOdW1iZXJpbmciOnsiJGlkIjoiMzMiLCJGb3JtYXQiOjAsIklzVmlzaWJsZSI6ZmFsc2UsIkxhc3RLbm93blZpc2liaWxpdHlTdGF0ZSI6ZmFsc2V9LCJJc1Zpc2libGUiOnRydWUsIlBhcmVudFN0eWxlIjpudWxsfSwiSHlwZXJsaW5rIjpudWxsLCJJbXBvcnRJZCI6IiJ9XSwiSWQiOiIwMDAwMDAwMC0wMDAwLTAwMDAtMDAwMC0wMDAwMDAwMDAwMDAiLCJJc1NpbmdsZUl0ZW1Sb3ciOnRydWV9LHsiJGlkIjoiMzQiLCJfdGFza3MiOltdLCJfbWlsZXN0b25lcyI6W3siJGlkIjoiMzUiLCJJZCI6ImVmYmVkNDVjLTVlOTctNDRkMi1iMzU3LWMxYWE1ZjgwODBjMyIsIkluZGV4IjoxLCJHcm91cElkIjpudWxsLCJUaXRsZSI6InBvZG9jeXRvcGF0aGllcy0gZ1BoMiAoMTQzNC0wMDI3KSIsIkRhdGVUaW1lIjoiMjAyNi0wMi0wNFQyMzo1OTowMCIsIlBlcmNlbnRhZ2VDb21wbGV0ZSI6bnVsbCwiTm90ZSI6bnVsbCwiU3R5bGUiOnsiJGlkIjoiMzYiLCJUaXRsZVBvc2l0aW9uIjoiUmlnaHQiLCJEYXRlUG9zaXRpb24iOiJMZWZ0IiwiU2hhcGVUeXBlIjoxMywiU2hhcGVTaXplIjozLCJTaGFwZVN0eWxlIjp7IiRpZCI6IjM3IiwiTWFyZ2luIjp7IiRyZWYiOiI4In0sIlBhZGRpbmciOnsiJHJlZiI6IjkifSwiQmFja2dyb3VuZCI6eyIkaWQiOiIzOCIsIkNvbG9yIjp7IiRpZCI6IjM5IiwiQSI6MjU1LCJSIjoxMzQsIkciOjM3LCJCIjoyN319LCJJc1Zpc2libGUiOnRydWUsIldpZHRoIjoxMy4wLCJIZWlnaHQiOjEzLjAsIkJvcmRlclN0eWxlIjp7IiRpZCI6IjQwIiwiTGluZUNvbG9yIjp7IiRpZCI6IjQxIiwiJHR5cGUiOiJOTFJFLkNvbW1vbi5Eb20uU29saWRDb2xvckJydXNoLCBOTFJFLkNvbW1vbiIsIkNvbG9yIjp7IiRpZCI6IjQyIiwiQSI6MjU1LCJSIjoyNTUsIkciOjI1NSwiQiI6MjU1fX0sIkxpbmVXZWlnaHQiOjAuMCwiTGluZVR5cGUiOjAsIlBhcmVudFN0eWxlIjpudWxsfSwiUGFyZW50U3R5bGUiOm51bGx9LCJUaXRsZVN0eWxlIjp7IiRpZCI6IjQzIiwiRm9udFNldHRpbmdzIjp7IiRpZCI6IjQ0IiwiRm9udFNpemUiOjExLCJGb250TmFtZSI6IkNhbGlicmkiLCJJc0JvbGQiOnRydWUsIklzSXRhbGljIjpmYWxzZSwiSXNVbmRlcmxpbmVkIjpmYWxzZSwiUGFyZW50U3R5bGUiOm51bGx9LCJBdXRvU2l6ZSI6MCwiRm9yZWdyb3VuZCI6eyIkaWQiOiI0NSIsIkNvbG9yIjp7IiRpZCI6IjQ2IiwiQSI6MjU1LCJSIjowLCJHIjowLCJCIjowfX0sIk1heFdpZHRoIjoyMDAuMCwiTWF4SGVpZ2h0IjoiSW5maW5pdHkiLCJTbWFydEZvcmVncm91bmRJc0FjdGl2ZSI6ZmFsc2UsIkhvcml6b250YWxBbGlnbm1lbnQiOjIsIlZlcnRpY2FsQWxpZ25tZW50IjowLCJTbWFydEZvcmVncm91bmQiOm51bGwsIkJhY2tncm91bmRGaWxsVHlwZSI6MCwiTWFyZ2luIjp7IiRyZWYiOiIxOSJ9LCJQYWRkaW5nIjp7IiRyZWYiOiIyMCJ9LCJCYWNrZ3JvdW5kIjp7IiRpZCI6IjQ3IiwiQ29sb3IiOnsiJGlkIjoiNDgiLCJBIjowLCJSIjowLCJHIjowLCJCIjowfX0sIklzVmlzaWJsZSI6dHJ1ZSwiV2lkdGgiOjAuMCwiSGVpZ2h0IjowLjAsIkJvcmRlclN0eWxlIjpudWxsLCJQYXJlbnRTdHlsZSI6bnVsbH0sIkRhdGVTdHlsZSI6eyIkaWQiOiI0OSIsIkZvbnRTZXR0aW5ncyI6eyIkaWQiOiI1MCIsIkZvbnRTaXplIjoxMCwiRm9udE5hbWUiOiJDYWxpYnJpIiwiSXNCb2xkIjpmYWxzZSwiSXNJdGFsaWMiOmZhbHNlLCJJc1VuZGVybGluZWQiOmZhbHNlLCJQYXJlbnRTdHlsZSI6bnVsbH0sIkF1dG9TaXplIjowLCJGb3JlZ3JvdW5kIjp7IiRyZWYiOiIyNSJ9LCJNYXhXaWR0aCI6MjAwLjAsIk1heEhlaWdodCI6IkluZmluaXR5IiwiU21hcnRGb3JlZ3JvdW5kSXNBY3RpdmUiOmZhbHNlLCJIb3Jpem9udGFsQWxpZ25tZW50IjowLCJWZXJ0aWNhbEFsaWdubWVudCI6MCwiU21hcnRGb3JlZ3JvdW5kIjpudWxsLCJCYWNrZ3JvdW5kRmlsbFR5cGUiOjAsIk1hcmdpbiI6eyIkcmVmIjoiMjcifSwiUGFkZGluZyI6eyIkcmVmIjoiMjgifSwiQmFja2dyb3VuZCI6eyIkaWQiOiI1MSIsIkNvbG9yIjp7IiRpZCI6IjUyIiwiQSI6MCwiUiI6MCwiRyI6MCwiQiI6MH19LCJJc1Zpc2libGUiOnRydWUsIldpZHRoIjowLjAsIkhlaWdodCI6MC4wLCJCb3JkZXJTdHlsZSI6bnVsbCwiUGFyZW50U3R5bGUiOm51bGx9LCJEYXRlRm9ybWF0Ijp7IiRpZCI6IjUzIiwiRm9ybWF0U3RyaW5nIjoiTU1NIHl5eXkiLCJTZXBhcmF0b3IiOiIvIiwiVXNlSW50ZXJuYXRpb25hbERhdGVGb3JtYXQiOmZhbHNlLCJEYXRlSXNWaXNpYmxlIjp0cnVlLCJUaW1lSXNWaXNpYmxlIjpmYWxzZSwiSG91ckRpZ2l0cyI6MSwiQW1QbURlc2lnbmF0b3IiOjIsIlRyaW0wME1pbnV0ZXMiOmZhbHNlLCJMYXN0S25vd25WaXNpYmlsaXR5U3RhdGUiOnsiJGlkIjoiNTQiLCJEYXRlUGFydElzVmlzaWJsZSI6dHJ1ZSwiVGltZVBhcnRJc1Zpc2libGUiOmZhbHNlfX0sIldlZWtOdW1iZXJpbmciOnsiJGlkIjoiNTUiLCJGb3JtYXQiOjAsIklzVmlzaWJsZSI6ZmFsc2UsIkxhc3RLbm93blZpc2liaWxpdHlTdGF0ZSI6ZmFsc2V9LCJJc1Zpc2libGUiOnRydWUsIlBhcmVudFN0eWxlIjpudWxsfSwiSHlwZXJsaW5rIjpudWxsLCJJbXBvcnRJZCI6IiJ9XSwiSWQiOiIwMDAwMDAwMC0wMDAwLTAwMDAtMDAwMC0wMDAwMDAwMDAwMDAiLCJJc1NpbmdsZUl0ZW1Sb3ciOnRydWV9LHsiJGlkIjoiNTYiLCJfdGFza3MiOltdLCJfbWlsZXN0b25lcyI6W3siJGlkIjoiNTciLCJJZCI6ImFhZmE4MmExLWQwYWYtNDQ4Zi1iNDE5LWJkM2VkZjc0ZjVkNSIsIkluZGV4IjoyLCJHcm91cElkIjpudWxsLCJUaXRsZSI6IkRNRC0gZ1BoMiAoMTQzNC0wMDE5KSIsIkRhdGVUaW1lIjoiMjAyNi0wNi0xNlQyMzo1OTowMCIsIlBlcmNlbnRhZ2VDb21wbGV0ZSI6bnVsbCwiTm90ZSI6bnVsbCwiU3R5bGUiOnsiJGlkIjoiNTgiLCJUaXRsZVBvc2l0aW9uIjoiTGVmdCIsIkRhdGVQb3NpdGlvbiI6IlJpZ2h0IiwiU2hhcGVUeXBlIjoxMywiU2hhcGVTaXplIjoxLCJTaGFwZVN0eWxlIjp7IiRpZCI6IjU5IiwiTWFyZ2luIjp7IiRyZWYiOiI4In0sIlBhZGRpbmciOnsiJHJlZiI6IjkifSwiQmFja2dyb3VuZCI6eyIkaWQiOiI2MCIsIkNvbG9yIjp7IiRpZCI6IjYxIiwiQSI6MjU1LCJSIjoxMzQsIkciOjM3LCJCIjoyN319LCJJc1Zpc2libGUiOnRydWUsIldpZHRoIjoxMy4wLCJIZWlnaHQiOjEzLjAsIkJvcmRlclN0eWxlIjp7IiRpZCI6IjYyIiwiTGluZUNvbG9yIjp7IiRpZCI6IjYzIiwiJHR5cGUiOiJOTFJFLkNvbW1vbi5Eb20uU29saWRDb2xvckJydXNoLCBOTFJFLkNvbW1vbiIsIkNvbG9yIjp7IiRpZCI6IjY0IiwiQSI6MjU1LCJSIjoyNTUsIkciOjI1NSwiQiI6MjU1fX0sIkxpbmVXZWlnaHQiOjAuMCwiTGluZVR5cGUiOjAsIlBhcmVudFN0eWxlIjpudWxsfSwiUGFyZW50U3R5bGUiOm51bGx9LCJUaXRsZVN0eWxlIjp7IiRpZCI6IjY1IiwiRm9udFNldHRpbmdzIjp7IiRpZCI6IjY2IiwiRm9udFNpemUiOjExLCJGb250TmFtZSI6IkNhbGlicmkiLCJJc0JvbGQiOnRydWUsIklzSXRhbGljIjpmYWxzZSwiSXNVbmRlcmxpbmVkIjpmYWxzZSwiUGFyZW50U3R5bGUiOm51bGx9LCJBdXRvU2l6ZSI6MCwiRm9yZWdyb3VuZCI6eyIkcmVmIjoiNDUifSwiTWF4V2lkdGgiOjIwMC4wLCJNYXhIZWlnaHQiOiJJbmZpbml0eSIsIlNtYXJ0Rm9yZWdyb3VuZElzQWN0aXZlIjpmYWxzZSwiSG9yaXpvbnRhbEFsaWdubWVudCI6MiwiVmVydGljYWxBbGlnbm1lbnQiOjAsIlNtYXJ0Rm9yZWdyb3VuZCI6bnVsbCwiQmFja2dyb3VuZEZpbGxUeXBlIjowLCJNYXJnaW4iOnsiJHJlZiI6IjE5In0sIlBhZGRpbmciOnsiJHJlZiI6IjIwIn0sIkJhY2tncm91bmQiOnsiJHJlZiI6IjQ3In0sIklzVmlzaWJsZSI6dHJ1ZSwiV2lkdGgiOjAuMCwiSGVpZ2h0IjowLjAsIkJvcmRlclN0eWxlIjpudWxsLCJQYXJlbnRTdHlsZSI6bnVsbH0sIkRhdGVTdHlsZSI6eyIkaWQiOiI2NyIsIkZvbnRTZXR0aW5ncyI6eyIkaWQiOiI2OCIsIkZvbnRTaXplIjoxMCwiRm9udE5hbWUiOiJDYWxpYnJpIiwiSXNCb2xkIjpmYWxzZSwiSXNJdGFsaWMiOmZhbHNlLCJJc1VuZGVybGluZWQiOmZhbHNlLCJQYXJlbnRTdHlsZSI6bnVsbH0sIkF1dG9TaXplIjowLCJGb3JlZ3JvdW5kIjp7IiRyZWYiOiIyNSJ9LCJNYXhXaWR0aCI6MjAwLjAsIk1heEhlaWdodCI6IkluZmluaXR5IiwiU21hcnRGb3JlZ3JvdW5kSXNBY3RpdmUiOmZhbHNlLCJIb3Jpem9udGFsQWxpZ25tZW50IjowLCJWZXJ0aWNhbEFsaWdubWVudCI6MCwiU21hcnRGb3JlZ3JvdW5kIjpudWxsLCJCYWNrZ3JvdW5kRmlsbFR5cGUiOjAsIk1hcmdpbiI6eyIkcmVmIjoiMjcifSwiUGFkZGluZyI6eyIkcmVmIjoiMjgifSwiQmFja2dyb3VuZCI6eyIkcmVmIjoiNTEifSwiSXNWaXNpYmxlIjp0cnVlLCJXaWR0aCI6MC4wLCJIZWlnaHQiOjAuMCwiQm9yZGVyU3R5bGUiOm51bGwsIlBhcmVudFN0eWxlIjpudWxsfSwiRGF0ZUZvcm1hdCI6eyIkaWQiOiI2OSIsIkZvcm1hdFN0cmluZyI6Ik1NTSB5eXl5IiwiU2VwYXJhdG9yIjoiLyIsIlVzZUludGVybmF0aW9uYWxEYXRlRm9ybWF0IjpmYWxzZSwiRGF0ZUlzVmlzaWJsZSI6dHJ1ZSwiVGltZUlzVmlzaWJsZSI6ZmFsc2UsIkhvdXJEaWdpdHMiOjEsIkFtUG1EZXNpZ25hdG9yIjoyLCJUcmltMDBNaW51dGVzIjpmYWxzZSwiTGFzdEtub3duVmlzaWJpbGl0eVN0YXRlIjp7IiRpZCI6IjcwIiwiRGF0ZVBhcnRJc1Zpc2libGUiOnRydWUsIlRpbWVQYXJ0SXNWaXNpYmxlIjpmYWxzZX19LCJXZWVrTnVtYmVyaW5nIjp7IiRpZCI6IjcxIiwiRm9ybWF0IjowLCJJc1Zpc2libGUiOmZhbHNlLCJMYXN0S25vd25WaXNpYmlsaXR5U3RhdGUiOmZhbHNlfSwiSXNWaXNpYmxlIjp0cnVlLCJQYXJlbnRTdHlsZSI6bnVsbH0sIkh5cGVybGluayI6bnVsbCwiSW1wb3J0SWQiOiIifV0sIklkIjoiMDAwMDAwMDAtMDAwMC0wMDAwLTAwMDAtMDAwMDAwMDAwMDAwIiwiSXNTaW5nbGVJdGVtUm93Ijp0cnVlfSx7IiRpZCI6IjcyIiwiX3Rhc2tzIjpbXSwiX21pbGVzdG9uZXMiOlt7IiRpZCI6IjczIiwiSWQiOiJiOGY2MDYxMS03ZmQ3LTQwYzUtYjU3Yi1iZmIwZTdiMzViM2YiLCJJbmRleCI6MywiR3JvdXBJZCI6bnVsbCwiVGl0bGUiOiJDaGluYSBQSy0gUGgxICgxNDM0LTAwMjUpIiwiRGF0ZVRpbWUiOiIyMDI3LTAxLTI5VDIzOjU5OjAwIiwiUGVyY2VudGFnZUNvbXBsZXRlIjpudWxsLCJOb3RlIjpudWxsLCJTdHlsZSI6eyIkaWQiOiI3NCIsIlRpdGxlUG9zaXRpb24iOiJMZWZ0IiwiRGF0ZVBvc2l0aW9uIjoiUmlnaHQiLCJTaGFwZVR5cGUiOjEzLCJTaGFwZVNpemUiOjEsIlNoYXBlU3R5bGUiOnsiJGlkIjoiNzUiLCJNYXJnaW4iOnsiJHJlZiI6IjgifSwiUGFkZGluZyI6eyIkcmVmIjoiOSJ9LCJCYWNrZ3JvdW5kIjp7IiRpZCI6Ijc2IiwiQ29sb3IiOnsiJGlkIjoiNzciLCJBIjoyNTUsIlIiOjEzNCwiRyI6MzcsIkIiOjI3fX0sIklzVmlzaWJsZSI6dHJ1ZSwiV2lkdGgiOjEzLjAsIkhlaWdodCI6MTMuMCwiQm9yZGVyU3R5bGUiOnsiJGlkIjoiNzgiLCJMaW5lQ29sb3IiOnsiJGlkIjoiNzkiLCIkdHlwZSI6Ik5MUkUuQ29tbW9uLkRvbS5Tb2xpZENvbG9yQnJ1c2gsIE5MUkUuQ29tbW9uIiwiQ29sb3IiOnsiJGlkIjoiODAiLCJBIjoyNTUsIlIiOjI1NSwiRyI6MjU1LCJCIjoyNTV9fSwiTGluZVdlaWdodCI6MC4wLCJMaW5lVHlwZSI6MCwiUGFyZW50U3R5bGUiOm51bGx9LCJQYXJlbnRTdHlsZSI6bnVsbH0sIlRpdGxlU3R5bGUiOnsiJGlkIjoiODEiLCJGb250U2V0dGluZ3MiOnsiJGlkIjoiODIiLCJGb250U2l6ZSI6MTEsIkZvbnROYW1lIjoiQ2FsaWJyaSIsIklzQm9sZCI6dHJ1ZSwiSXNJdGFsaWMiOmZhbHNlLCJJc1VuZGVybGluZWQiOmZhbHNlLCJQYXJlbnRTdHlsZSI6bnVsbH0sIkF1dG9TaXplIjowLCJGb3JlZ3JvdW5kIjp7IiRyZWYiOiI0NSJ9LCJNYXhXaWR0aCI6MjAwLjAsIk1heEhlaWdodCI6IkluZmluaXR5IiwiU21hcnRGb3JlZ3JvdW5kSXNBY3RpdmUiOmZhbHNlLCJIb3Jpem9udGFsQWxpZ25tZW50IjoyLCJWZXJ0aWNhbEFsaWdubWVudCI6MCwiU21hcnRGb3JlZ3JvdW5kIjpudWxsLCJCYWNrZ3JvdW5kRmlsbFR5cGUiOjAsIk1hcmdpbiI6eyIkcmVmIjoiMTkifSwiUGFkZGluZyI6eyIkcmVmIjoiMjAifSwiQmFja2dyb3VuZCI6eyIkcmVmIjoiNDcifSwiSXNWaXNpYmxlIjp0cnVlLCJXaWR0aCI6MC4wLCJIZWlnaHQiOjAuMCwiQm9yZGVyU3R5bGUiOm51bGwsIlBhcmVudFN0eWxlIjpudWxsfSwiRGF0ZVN0eWxlIjp7IiRpZCI6IjgzIiwiRm9udFNldHRpbmdzIjp7IiRpZCI6Ijg0IiwiRm9udFNpemUiOjEwLCJGb250TmFtZSI6IkNhbGlicmkiLCJJc0JvbGQiOmZhbHNlLCJJc0l0YWxpYyI6ZmFsc2UsIklzVW5kZXJsaW5lZCI6ZmFsc2UsIlBhcmVudFN0eWxlIjpudWxsfSwiQXV0b1NpemUiOjAsIkZvcmVncm91bmQiOnsiJHJlZiI6IjI1In0sIk1heFdpZHRoIjoyMDAuMCwiTWF4SGVpZ2h0IjoiSW5maW5pdHkiLCJTbWFydEZvcmVncm91bmRJc0FjdGl2ZSI6ZmFsc2UsIkhvcml6b250YWxBbGlnbm1lbnQiOjAsIlZlcnRpY2FsQWxpZ25tZW50IjowLCJTbWFydEZvcmVncm91bmQiOm51bGwsIkJhY2tncm91bmRGaWxsVHlwZSI6MCwiTWFyZ2luIjp7IiRyZWYiOiIyNyJ9LCJQYWRkaW5nIjp7IiRyZWYiOiIyOCJ9LCJCYWNrZ3JvdW5kIjp7IiRyZWYiOiI1MSJ9LCJJc1Zpc2libGUiOnRydWUsIldpZHRoIjowLjAsIkhlaWdodCI6MC4wLCJCb3JkZXJTdHlsZSI6bnVsbCwiUGFyZW50U3R5bGUiOm51bGx9LCJEYXRlRm9ybWF0Ijp7IiRpZCI6Ijg1IiwiRm9ybWF0U3RyaW5nIjoiTU1NIHl5eXkiLCJTZXBhcmF0b3IiOiIvIiwiVXNlSW50ZXJuYXRpb25hbERhdGVGb3JtYXQiOmZhbHNlLCJEYXRlSXNWaXNpYmxlIjp0cnVlLCJUaW1lSXNWaXNpYmxlIjpmYWxzZSwiSG91ckRpZ2l0cyI6MSwiQW1QbURlc2lnbmF0b3IiOjIsIlRyaW0wME1pbnV0ZXMiOmZhbHNlLCJMYXN0S25vd25WaXNpYmlsaXR5U3RhdGUiOnsiJGlkIjoiODYiLCJEYXRlUGFydElzVmlzaWJsZSI6dHJ1ZSwiVGltZVBhcnRJc1Zpc2libGUiOmZhbHNlfX0sIldlZWtOdW1iZXJpbmciOnsiJGlkIjoiODciLCJGb3JtYXQiOjAsIklzVmlzaWJsZSI6ZmFsc2UsIkxhc3RLbm93blZpc2liaWxpdHlTdGF0ZSI6ZmFsc2V9LCJJc1Zpc2libGUiOnRydWUsIlBhcmVudFN0eWxlIjpudWxsfSwiSHlwZXJsaW5rIjpudWxsLCJJbXBvcnRJZCI6IiJ9XSwiSWQiOiIwMDAwMDAwMC0wMDAwLTAwMDAtMDAwMC0wMDAwMDAwMDAwMDAiLCJJc1NpbmdsZUl0ZW1Sb3ciOnRydWV9XSwiSW5kZXgiOjAsIklkIjoiOWMxYTMwNGEtNDRmOC00YTZlLTljM2YtNmNlMzBjNjkyZTVhIiwiSGVhZGVyVGV4dCI6bnVsbCwiSXNEZWZhdWx0Ijp0cnVlLCJTdHlsZSI6eyIkaWQiOiI4OCIsIkhlYWRlclN0eWxlIjp7IiRpZCI6Ijg5IiwiVGV4dFN0eWxlIjp7IiRpZCI6IjkwIiwiRm9udFNldHRpbmdzIjp7IiRpZCI6IjkxIiwiRm9udFNpemUiOjExLCJGb250TmFtZSI6IkNhbGlicmkiLCJJc0JvbGQiOmZhbHNlLCJJc0l0YWxpYyI6ZmFsc2UsIklzVW5kZXJsaW5lZCI6ZmFsc2UsIlBhcmVudFN0eWxlIjpudWxsfSwiQXV0b1NpemUiOjIsIkZvcmVncm91bmQiOnsiJGlkIjoiOTIiLCJDb2xvciI6eyIkaWQiOiI5MyIsIkEiOjI1NSwiUiI6MCwiRyI6MCwiQiI6MH19LCJNYXhXaWR0aCI6MC4wLCJNYXhIZWlnaHQiOiJJbmZpbml0eSIsIlNtYXJ0Rm9yZWdyb3VuZElzQWN0aXZlIjpmYWxzZSwiSG9yaXpvbnRhbEFsaWdubWVudCI6MCwiVmVydGljYWxBbGlnbm1lbnQiOjAsIlNtYXJ0Rm9yZWdyb3VuZCI6bnVsbCwiQmFja2dyb3VuZEZpbGxUeXBlIjowLCJNYXJnaW4iOnsiJGlkIjoiOTQiLCJUb3AiOjAuMCwiTGVmdCI6MC4wLCJSaWdodCI6MC4wLCJCb3R0b20iOjAuMH0sIlBhZGRpbmciOnsiJGlkIjoiOTUiLCJUb3AiOjAuMCwiTGVmdCI6MC4wLCJSaWdodCI6MC4wLCJCb3R0b20iOjAuMH0sIkJhY2tncm91bmQiOm51bGwsIklzVmlzaWJsZSI6dHJ1ZSwiV2lkdGgiOjAuMCwiSGVpZ2h0IjowLjAsIkJvcmRlclN0eWxlIjpudWxsLCJQYXJlbnRTdHlsZSI6bnVsbH0sIlJlY3RhbmdsZVN0eWxlIjp7IiRpZCI6Ijk2IiwiTWFyZ2luIjp7IiRpZCI6Ijk3IiwiVG9wIjowLjAsIkxlZnQiOjAuMCwiUmlnaHQiOjAuMCwiQm90dG9tIjowLjB9LCJQYWRkaW5nIjp7IiRpZCI6Ijk4IiwiVG9wIjowLjAsIkxlZnQiOjAuMCwiUmlnaHQiOjAuMCwiQm90dG9tIjowLjB9LCJCYWNrZ3JvdW5kIjp7IiRpZCI6Ijk5IiwiQ29sb3IiOnsiJGlkIjoiMTAwIiwiQSI6NjMsIlIiOjE5NywiRyI6MTk1LCJCIjoyMzh9fSwiSXNWaXNpYmxlIjp0cnVlLCJXaWR0aCI6MC4wLCJIZWlnaHQiOjAuMCwiQm9yZGVyU3R5bGUiOnsiJGlkIjoiMTAxIiwiTGluZUNvbG9yIjp7IiRpZCI6IjEwMiIsIiR0eXBlIjoiTkxSRS5Db21tb24uRG9tLlNvbGlkQ29sb3JCcnVzaCwgTkxSRS5Db21tb24iLCJDb2xvciI6eyIkaWQiOiIxMDMiLCJBIjoyNTUsIlIiOjEsIkciOjE1LCJCIjoxMX19LCJMaW5lV2VpZ2h0IjowLjAsIkxpbmVUeXBlIjowLCJQYXJlbnRTdHlsZSI6bnVsbH0sIlBhcmVudFN0eWxlIjpudWxsfSwiTWFyZ2luIjp7IiRpZCI6IjEwNCIsIlRvcCI6MC4wLCJMZWZ0IjowLjAsIlJpZ2h0IjowLjAsIkJvdHRvbSI6MC4wfSwiUGFkZGluZyI6eyIkaWQiOiIxMDUiLCJUb3AiOjAuMCwiTGVmdCI6MC4wLCJSaWdodCI6MC4wLCJCb3R0b20iOjAuMH0sIkJhY2tncm91bmQiOm51bGwsIklzVmlzaWJsZSI6dHJ1ZSwiV2lkdGgiOjAuMCwiSGVpZ2h0IjowLjAsIkJvcmRlclN0eWxlIjpudWxsLCJQYXJlbnRTdHlsZSI6bnVsbH0sIkJhY2tncm91bmRTdHlsZSI6eyIkaWQiOiIxMDYiLCJNYXJnaW4iOnsiJGlkIjoiMTA3IiwiVG9wIjowLjAsIkxlZnQiOjAuMCwiUmlnaHQiOjAuMCwiQm90dG9tIjowLjB9LCJQYWRkaW5nIjp7IiRpZCI6IjEwOCIsIlRvcCI6MC4wLCJMZWZ0IjowLjAsIlJpZ2h0IjowLjAsIkJvdHRvbSI6MC4wfSwiQmFja2dyb3VuZCI6eyIkaWQiOiIxMDkiLCJDb2xvciI6eyIkaWQiOiIxMTAiLCJBIjo1MSwiUiI6MTk3LCJHIjoxOTUsIkIiOjIzOH19LCJJc1Zpc2libGUiOnRydWUsIldpZHRoIjowLjAsIkhlaWdodCI6MC4wLCJCb3JkZXJTdHlsZSI6eyIkaWQiOiIxMTEiLCJMaW5lQ29sb3IiOnsiJGlkIjoiMTEyIiwiJHR5cGUiOiJOTFJFLkNvbW1vbi5Eb20uU29saWRDb2xvckJydXNoLCBOTFJFLkNvbW1vbiIsIkNvbG9yIjp7IiRpZCI6IjExMyIsIkEiOjI1NSwiUiI6MSwiRyI6MTUsIkIiOjExfX0sIkxpbmVXZWlnaHQiOjAuMCwiTGluZVR5cGUiOjAsIlBhcmVudFN0eWxlIjpudWxsfSwiUGFyZW50U3R5bGUiOm51bGx9LCJNYXJnaW4iOnsiJGlkIjoiMTE0IiwiVG9wIjowLjAsIkxlZnQiOjAuMCwiUmlnaHQiOjAuMCwiQm90dG9tIjowLjB9LCJQYWRkaW5nIjp7IiRpZCI6IjExNSIsIlRvcCI6MC4wLCJMZWZ0IjowLjAsIlJpZ2h0IjowLjAsIkJvdHRvbSI6MC4wfSwiSXNWaXNpYmxlIjpmYWxzZSwiV2lkdGgiOjAuMCwiSGVpZ2h0IjowLjAsIkJvcmRlclN0eWxlIjpudWxsLCJQYXJlbnRTdHlsZSI6bnVsbH19XSwiSWQiOiI2NjI0ZDc4NC1mNDgwLTQ2OWUtYjllOC0zMzNlZGM0OTIzNGEiLCJJbmRleCI6MCwiSGVhZGVyVGV4dCI6IlRSUEM2IiwiU3R5bGUiOnsiJGlkIjoiMTE2IiwiSGVhZGVyU3R5bGUiOnsiJGlkIjoiMTE3IiwiVGV4dElzVmVydGljYWwiOmZhbHNlLCJUZXh0U3R5bGUiOnsiJGlkIjoiMTE4IiwiRm9udFNldHRpbmdzIjp7IiRpZCI6IjExOSIsIkZvbnRTaXplIjoxMiwiRm9udE5hbWUiOiJDYWxpYnJpIiwiSXNCb2xkIjpmYWxzZSwiSXNJdGFsaWMiOmZhbHNlLCJJc1VuZGVybGluZWQiOmZhbHNlLCJQYXJlbnRTdHlsZSI6bnVsbH0sIkF1dG9TaXplIjoyLCJGb3JlZ3JvdW5kIjp7IiRpZCI6IjEyMCIsIkNvbG9yIjp7IiRpZCI6IjEyMSIsIkEiOjI1NSwiUiI6MjU1LCJHIjoyNTUsIkIiOjI1NX19LCJNYXhXaWR0aCI6NjUuMTM2NjY2NjY2NjY2NjU2LCJNYXhIZWlnaHQiOjAuMCwiU21hcnRGb3JlZ3JvdW5kSXNBY3RpdmUiOmZhbHNlLCJIb3Jpem9udGFsQWxpZ25tZW50IjowLCJWZXJ0aWNhbEFsaWdubWVudCI6MCwiU21hcnRGb3JlZ3JvdW5kIjpudWxsLCJCYWNrZ3JvdW5kRmlsbFR5cGUiOjAsIk1hcmdpbiI6eyIkaWQiOiIxMjIiLCJUb3AiOjAuMCwiTGVmdCI6MC4wLCJSaWdodCI6MC4wLCJCb3R0b20iOjAuMH0sIlBhZGRpbmciOnsiJGlkIjoiMTIzIiwiVG9wIjowLjAsIkxlZnQiOjAuMCwiUmlnaHQiOjAuMCwiQm90dG9tIjowLjB9LCJCYWNrZ3JvdW5kIjpudWxsLCJJc1Zpc2libGUiOnRydWUsIldpZHRoIjowLjAsIkhlaWdodCI6MC4wLCJCb3JkZXJTdHlsZSI6bnVsbCwiUGFyZW50U3R5bGUiOm51bGx9LCJSZWN0YW5nbGVTdHlsZSI6eyIkaWQiOiIxMjQiLCJNYXJnaW4iOnsiJGlkIjoiMTI1IiwiVG9wIjowLjAsIkxlZnQiOjAuMCwiUmlnaHQiOjAuMCwiQm90dG9tIjowLjB9LCJQYWRkaW5nIjp7IiRpZCI6IjEyNiIsIlRvcCI6MC4wLCJMZWZ0IjowLjAsIlJpZ2h0IjowLjAsIkJvdHRvbSI6MC4wfSwiQmFja2dyb3VuZCI6eyIkaWQiOiIxMjciLCJDb2xvciI6eyIkaWQiOiIxMjgiLCJBIjoyNTUsIlIiOjAsIkciOjIyOCwiQiI6MTI0fX0sIklzVmlzaWJsZSI6dHJ1ZSwiV2lkdGgiOjAuMCwiSGVpZ2h0IjowLjAsIkJvcmRlclN0eWxlIjp7IiRpZCI6IjEyOSIsIkxpbmVDb2xvciI6eyIkaWQiOiIxMzAiLCIkdHlwZSI6Ik5MUkUuQ29tbW9uLkRvbS5Tb2xpZENvbG9yQnJ1c2gsIE5MUkUuQ29tbW9uIiwiQ29sb3IiOnsiJGlkIjoiMTMxIiwiQSI6MjU1LCJSIjoyNTUsIkciOjI1NSwiQiI6MjU1fX0sIkxpbmVXZWlnaHQiOjAuMCwiTGluZVR5cGUiOjAsIlBhcmVudFN0eWxlIjpudWxsfSwiUGFyZW50U3R5bGUiOm51bGx9LCJNYXJnaW4iOnsiJGlkIjoiMTMyIiwiVG9wIjowLjAsIkxlZnQiOjAuMCwiUmlnaHQiOjAuMCwiQm90dG9tIjowLjB9LCJQYWRkaW5nIjp7IiRpZCI6IjEzMyIsIlRvcCI6MC4wLCJMZWZ0IjowLjAsIlJpZ2h0IjowLjAsIkJvdHRvbSI6MC4wfSwiQmFja2dyb3VuZCI6bnVsbCwiSXNWaXNpYmxlIjp0cnVlLCJXaWR0aCI6MC4wLCJIZWlnaHQiOjAuMCwiQm9yZGVyU3R5bGUiOm51bGwsIlBhcmVudFN0eWxlIjpudWxsfSwiQmFja2dyb3VuZFN0eWxlIjp7IiRpZCI6IjEzNCIsIk1hcmdpbiI6eyIkaWQiOiIxMzUiLCJUb3AiOjAuMCwiTGVmdCI6MC4wLCJSaWdodCI6MC4wLCJCb3R0b20iOjAuMH0sIlBhZGRpbmciOnsiJGlkIjoiMTM2IiwiVG9wIjowLjAsIkxlZnQiOjAuMCwiUmlnaHQiOjAuMCwiQm90dG9tIjowLjB9LCJCYWNrZ3JvdW5kIjp7IiRpZCI6IjEzNyIsIkNvbG9yIjp7IiRpZCI6IjEzOCIsIkEiOjUxLCJSIjoxOTcsIkciOjE5NSwiQiI6MjM4fX0sIklzVmlzaWJsZSI6dHJ1ZSwiV2lkdGgiOjAuMCwiSGVpZ2h0IjowLjAsIkJvcmRlclN0eWxlIjp7IiRpZCI6IjEzOSIsIkxpbmVDb2xvciI6eyIkaWQiOiIxNDAiLCIkdHlwZSI6Ik5MUkUuQ29tbW9uLkRvbS5Tb2xpZENvbG9yQnJ1c2gsIE5MUkUuQ29tbW9uIiwiQ29sb3IiOnsiJGlkIjoiMTQxIiwiQSI6MjU1LCJSIjoxLCJHIjoxNSwiQiI6MTF9fSwiTGluZVdlaWdodCI6MC4wLCJMaW5lVHlwZSI6MCwiUGFyZW50U3R5bGUiOm51bGx9LCJQYXJlbnRTdHlsZSI6bnVsbH0sIklzQWJvdmVUaW1lYmFuZCI6ZmFsc2UsIk1hcmdpbiI6eyIkaWQiOiIxNDIiLCJUb3AiOjAuMCwiTGVmdCI6MC4wLCJSaWdodCI6MC4wLCJCb3R0b20iOjAuMH0sIlBhZGRpbmciOnsiJGlkIjoiMTQzIiwiVG9wIjowLjAsIkxlZnQiOjAuMCwiUmlnaHQiOjAuMCwiQm90dG9tIjowLjB9LCJJc1Zpc2libGUiOnRydWUsIldpZHRoIjowLjAsIkhlaWdodCI6MC4wLCJCb3JkZXJTdHlsZSI6eyIkaWQiOiIxNDQiLCJMaW5lQ29sb3IiOm51bGwsIkxpbmVXZWlnaHQiOjAuMCwiTGluZVR5cGUiOjAsIlBhcmVudFN0eWxlIjpudWxsfSwiUGFyZW50U3R5bGUiOm51bGx9fSx7IiRpZCI6IjE0NSIsIl9hY3Rpdml0aWVzIjpbeyIkaWQiOiIxNDYiLCJfcm93cyI6W3siJGlkIjoiMTQ3IiwiX3Rhc2tzIjpbXSwiX21pbGVzdG9uZXMiOlt7IiRpZCI6IjE0OCIsIklkIjoiZjI0NjI3NTYtNjFjNi00OTIwLTkyZDAtMGM5OWU4MjliZTU5IiwiSW5kZXgiOjAsIkdyb3VwSWQiOm51bGwsIlRpdGxlIjoib2Jlc2l0eS0gZ1BoMiAoMTUwNy0wMDAyKSIsIkRhdGVUaW1lIjoiMjAyNi0wNy0xNFQyMzo1OTowMCIsIlBlcmNlbnRhZ2VDb21wbGV0ZSI6bnVsbCwiTm90ZSI6bnVsbCwiU3R5bGUiOnsiJGlkIjoiMTQ5IiwiVGl0bGVQb3NpdGlvbiI6IkxlZnQiLCJEYXRlUG9zaXRpb24iOiJSaWdodCIsIlNoYXBlVHlwZSI6MTMsIlNoYXBlU2l6ZSI6MSwiU2hhcGVTdHlsZSI6eyIkaWQiOiIxNTAiLCJNYXJnaW4iOnsiJHJlZiI6IjgifSwiUGFkZGluZyI6eyIkcmVmIjoiOSJ9LCJCYWNrZ3JvdW5kIjp7IiRpZCI6IjE1MSIsIkNvbG9yIjp7IiRpZCI6IjE1MiIsIkEiOjI1NSwiUiI6MTM0LCJHIjozNywiQiI6Mjd9fSwiSXNWaXNpYmxlIjp0cnVlLCJXaWR0aCI6MTMuMCwiSGVpZ2h0IjoxMy4wLCJCb3JkZXJTdHlsZSI6eyIkaWQiOiIxNTMiLCJMaW5lQ29sb3IiOnsiJGlkIjoiMTU0IiwiJHR5cGUiOiJOTFJFLkNvbW1vbi5Eb20uU29saWRDb2xvckJydXNoLCBOTFJFLkNvbW1vbiIsIkNvbG9yIjp7IiRpZCI6IjE1NSIsIkEiOjI1NSwiUiI6MjU1LCJHIjoyNTUsIkIiOjI1NX19LCJMaW5lV2VpZ2h0IjowLjAsIkxpbmVUeXBlIjowLCJQYXJlbnRTdHlsZSI6bnVsbH0sIlBhcmVudFN0eWxlIjpudWxsfSwiVGl0bGVTdHlsZSI6eyIkaWQiOiIxNTYiLCJGb250U2V0dGluZ3MiOnsiJGlkIjoiMTU3IiwiRm9udFNpemUiOjExLCJGb250TmFtZSI6IkNhbGlicmkiLCJJc0JvbGQiOnRydWUsIklzSXRhbGljIjpmYWxzZSwiSXNVbmRlcmxpbmVkIjpmYWxzZSwiUGFyZW50U3R5bGUiOm51bGx9LCJBdXRvU2l6ZSI6MCwiRm9yZWdyb3VuZCI6eyIkaWQiOiIxNTgiLCJDb2xvciI6eyIkaWQiOiIxNTkiLCJBIjoyNTUsIlIiOjAsIkciOjAsIkIiOjB9fSwiTWF4V2lkdGgiOjIwMC4wLCJNYXhIZWlnaHQiOiJJbmZpbml0eSIsIlNtYXJ0Rm9yZWdyb3VuZElzQWN0aXZlIjpmYWxzZSwiSG9yaXpvbnRhbEFsaWdubWVudCI6MiwiVmVydGljYWxBbGlnbm1lbnQiOjAsIlNtYXJ0Rm9yZWdyb3VuZCI6bnVsbCwiQmFja2dyb3VuZEZpbGxUeXBlIjowLCJNYXJnaW4iOnsiJHJlZiI6IjE5In0sIlBhZGRpbmciOnsiJHJlZiI6IjIwIn0sIkJhY2tncm91bmQiOnsiJGlkIjoiMTYwIiwiQ29sb3IiOnsiJGlkIjoiMTYxIiwiQSI6MCwiUiI6MjU1LCJHIjoyNTUsIkIiOjI1NX19LCJJc1Zpc2libGUiOnRydWUsIldpZHRoIjowLjAsIkhlaWdodCI6MC4wLCJCb3JkZXJTdHlsZSI6bnVsbCwiUGFyZW50U3R5bGUiOm51bGx9LCJEYXRlU3R5bGUiOnsiJGlkIjoiMTYyIiwiRm9udFNldHRpbmdzIjp7IiRpZCI6IjE2MyIsIkZvbnRTaXplIjoxMCwiRm9udE5hbWUiOiJDYWxpYnJpIiwiSXNCb2xkIjpmYWxzZSwiSXNJdGFsaWMiOmZhbHNlLCJJc1VuZGVybGluZWQiOmZhbHNlLCJQYXJlbnRTdHlsZSI6bnVsbH0sIkF1dG9TaXplIjowLCJGb3JlZ3JvdW5kIjp7IiRpZCI6IjE2NCIsIkNvbG9yIjp7IiRpZCI6IjE2NSIsIkEiOjI1NSwiUiI6MCwiRyI6MjI4LCJCIjoxMjR9fSwiTWF4V2lkdGgiOjIwMC4wLCJNYXhIZWlnaHQiOiJJbmZpbml0eSIsIlNtYXJ0Rm9yZWdyb3VuZElzQWN0aXZlIjpmYWxzZSwiSG9yaXpvbnRhbEFsaWdubWVudCI6MCwiVmVydGljYWxBbGlnbm1lbnQiOjAsIlNtYXJ0Rm9yZWdyb3VuZCI6bnVsbCwiQmFja2dyb3VuZEZpbGxUeXBlIjowLCJNYXJnaW4iOnsiJHJlZiI6IjI3In0sIlBhZGRpbmciOnsiJHJlZiI6IjI4In0sIkJhY2tncm91bmQiOnsiJGlkIjoiMTY2IiwiQ29sb3IiOnsiJGlkIjoiMTY3IiwiQSI6MCwiUiI6MjU1LCJHIjoyNTUsIkIiOjI1NX19LCJJc1Zpc2libGUiOnRydWUsIldpZHRoIjowLjAsIkhlaWdodCI6MC4wLCJCb3JkZXJTdHlsZSI6bnVsbCwiUGFyZW50U3R5bGUiOm51bGx9LCJEYXRlRm9ybWF0Ijp7IiRpZCI6IjE2OCIsIkZvcm1hdFN0cmluZyI6Ik1NTSB5eXl5IiwiU2VwYXJhdG9yIjoiLyIsIlVzZUludGVybmF0aW9uYWxEYXRlRm9ybWF0IjpmYWxzZSwiRGF0ZUlzVmlzaWJsZSI6dHJ1ZSwiVGltZUlzVmlzaWJsZSI6ZmFsc2UsIkhvdXJEaWdpdHMiOjEsIkFtUG1EZXNpZ25hdG9yIjoyLCJUcmltMDBNaW51dGVzIjpmYWxzZSwiTGFzdEtub3duVmlzaWJpbGl0eVN0YXRlIjp7IiRpZCI6IjE2OSIsIkRhdGVQYXJ0SXNWaXNpYmxlIjp0cnVlLCJUaW1lUGFydElzVmlzaWJsZSI6ZmFsc2V9fSwiV2Vla051bWJlcmluZyI6eyIkaWQiOiIxNzAiLCJGb3JtYXQiOjAsIklzVmlzaWJsZSI6ZmFsc2UsIkxhc3RLbm93blZpc2liaWxpdHlTdGF0ZSI6ZmFsc2V9LCJJc1Zpc2libGUiOnRydWUsIlBhcmVudFN0eWxlIjpudWxsfSwiSHlwZXJsaW5rIjpudWxsLCJJbXBvcnRJZCI6IiJ9XSwiSWQiOiIwMDAwMDAwMC0wMDAwLTAwMDAtMDAwMC0wMDAwMDAwMDAwMDAiLCJJc1NpbmdsZUl0ZW1Sb3ciOnRydWV9XSwiSW5kZXgiOjEsIklkIjoiNDZkMDMwMTUtMDdkYy00YmM1LTk4MDMtMGMwZGQwMzBjOTc5IiwiSGVhZGVyVGV4dCI6bnVsbCwiSXNEZWZhdWx0Ijp0cnVlLCJTdHlsZSI6eyIkaWQiOiIxNzEiLCJIZWFkZXJTdHlsZSI6eyIkaWQiOiIxNzIiLCJUZXh0U3R5bGUiOnsiJGlkIjoiMTczIiwiRm9udFNldHRpbmdzIjp7IiRpZCI6IjE3NCIsIkZvbnRTaXplIjoxMSwiRm9udE5hbWUiOiJDYWxpYnJpIiwiSXNCb2xkIjpmYWxzZSwiSXNJdGFsaWMiOmZhbHNlLCJJc1VuZGVybGluZWQiOmZhbHNlLCJQYXJlbnRTdHlsZSI6bnVsbH0sIkF1dG9TaXplIjoyLCJGb3JlZ3JvdW5kIjp7IiRpZCI6IjE3NSIsIkNvbG9yIjp7IiRpZCI6IjE3NiIsIkEiOjI1NSwiUiI6MCwiRyI6MCwiQiI6MH19LCJNYXhXaWR0aCI6MC4wLCJNYXhIZWlnaHQiOiJJbmZpbml0eSIsIlNtYXJ0Rm9yZWdyb3VuZElzQWN0aXZlIjpmYWxzZSwiSG9yaXpvbnRhbEFsaWdubWVudCI6MCwiVmVydGljYWxBbGlnbm1lbnQiOjAsIlNtYXJ0Rm9yZWdyb3VuZCI6bnVsbCwiQmFja2dyb3VuZEZpbGxUeXBlIjowLCJNYXJnaW4iOnsiJGlkIjoiMTc3IiwiVG9wIjowLjAsIkxlZnQiOjAuMCwiUmlnaHQiOjAuMCwiQm90dG9tIjowLjB9LCJQYWRkaW5nIjp7IiRpZCI6IjE3OCIsIlRvcCI6MC4wLCJMZWZ0IjowLjAsIlJpZ2h0IjowLjAsIkJvdHRvbSI6MC4wfSwiQmFja2dyb3VuZCI6bnVsbCwiSXNWaXNpYmxlIjp0cnVlLCJXaWR0aCI6MC4wLCJIZWlnaHQiOjAuMCwiQm9yZGVyU3R5bGUiOm51bGwsIlBhcmVudFN0eWxlIjpudWxsfSwiUmVjdGFuZ2xlU3R5bGUiOnsiJGlkIjoiMTc5IiwiTWFyZ2luIjp7IiRpZCI6IjE4MCIsIlRvcCI6MC4wLCJMZWZ0IjowLjAsIlJpZ2h0IjowLjAsIkJvdHRvbSI6MC4wfSwiUGFkZGluZyI6eyIkaWQiOiIxODEiLCJUb3AiOjAuMCwiTGVmdCI6MC4wLCJSaWdodCI6MC4wLCJCb3R0b20iOjAuMH0sIkJhY2tncm91bmQiOnsiJGlkIjoiMTgyIiwiQ29sb3IiOnsiJGlkIjoiMTgzIiwiQSI6NjMsIlIiOjI0NSwiRyI6MTM4LCJCIjoxMDR9fSwiSXNWaXNpYmxlIjp0cnVlLCJXaWR0aCI6MC4wLCJIZWlnaHQiOjAuMCwiQm9yZGVyU3R5bGUiOnsiJGlkIjoiMTg0IiwiTGluZUNvbG9yIjp7IiRpZCI6IjE4NSIsIiR0eXBlIjoiTkxSRS5Db21tb24uRG9tLlNvbGlkQ29sb3JCcnVzaCwgTkxSRS5Db21tb24iLCJDb2xvciI6eyIkaWQiOiIxODYiLCJBIjoyNTUsIlIiOjEsIkciOjE1LCJCIjoxMX19LCJMaW5lV2VpZ2h0IjowLjAsIkxpbmVUeXBlIjowLCJQYXJlbnRTdHlsZSI6bnVsbH0sIlBhcmVudFN0eWxlIjpudWxsfSwiTWFyZ2luIjp7IiRpZCI6IjE4NyIsIlRvcCI6MC4wLCJMZWZ0IjowLjAsIlJpZ2h0IjowLjAsIkJvdHRvbSI6MC4wfSwiUGFkZGluZyI6eyIkaWQiOiIxODgiLCJUb3AiOjAuMCwiTGVmdCI6MC4wLCJSaWdodCI6MC4wLCJCb3R0b20iOjAuMH0sIkJhY2tncm91bmQiOm51bGwsIklzVmlzaWJsZSI6dHJ1ZSwiV2lkdGgiOjAuMCwiSGVpZ2h0IjowLjAsIkJvcmRlclN0eWxlIjpudWxsLCJQYXJlbnRTdHlsZSI6bnVsbH0sIkJhY2tncm91bmRTdHlsZSI6eyIkaWQiOiIxODkiLCJNYXJnaW4iOnsiJGlkIjoiMTkwIiwiVG9wIjowLjAsIkxlZnQiOjAuMCwiUmlnaHQiOjAuMCwiQm90dG9tIjowLjB9LCJQYWRkaW5nIjp7IiRpZCI6IjE5MSIsIlRvcCI6MC4wLCJMZWZ0IjowLjAsIlJpZ2h0IjowLjAsIkJvdHRvbSI6MC4wfSwiQmFja2dyb3VuZCI6eyIkaWQiOiIxOTIiLCJDb2xvciI6eyIkaWQiOiIxOTMiLCJBIjo1MSwiUiI6MTk3LCJHIjoxOTUsIkIiOjIzOH19LCJJc1Zpc2libGUiOnRydWUsIldpZHRoIjowLjAsIkhlaWdodCI6MC4wLCJCb3JkZXJTdHlsZSI6eyIkaWQiOiIxOTQiLCJMaW5lQ29sb3IiOnsiJGlkIjoiMTk1IiwiJHR5cGUiOiJOTFJFLkNvbW1vbi5Eb20uU29saWRDb2xvckJydXNoLCBOTFJFLkNvbW1vbiIsIkNvbG9yIjp7IiRpZCI6IjE5NiIsIkEiOjI1NSwiUiI6MSwiRyI6MTUsIkIiOjExfX0sIkxpbmVXZWlnaHQiOjAuMCwiTGluZVR5cGUiOjAsIlBhcmVudFN0eWxlIjpudWxsfSwiUGFyZW50U3R5bGUiOm51bGx9LCJNYXJnaW4iOnsiJGlkIjoiMTk3IiwiVG9wIjowLjAsIkxlZnQiOjAuMCwiUmlnaHQiOjAuMCwiQm90dG9tIjowLjB9LCJQYWRkaW5nIjp7IiRpZCI6IjE5OCIsIlRvcCI6MC4wLCJMZWZ0IjowLjAsIlJpZ2h0IjowLjAsIkJvdHRvbSI6MC4wfSwiSXNWaXNpYmxlIjpmYWxzZSwiV2lkdGgiOjAuMCwiSGVpZ2h0IjowLjAsIkJvcmRlclN0eWxlIjpudWxsLCJQYXJlbnRTdHlsZSI6bnVsbH19XSwiSWQiOiI3OTdmNTI1Ny00NjhhLTQ0NjItYTE4Yi03YTA4Njk2YTExMjQiLCJJbmRleCI6MSwiSGVhZGVyVGV4dCI6IkdHWTJSIiwiU3R5bGUiOnsiJGlkIjoiMTk5IiwiSGVhZGVyU3R5bGUiOnsiJGlkIjoiMjAwIiwiVGV4dElzVmVydGljYWwiOmZhbHNlLCJUZXh0U3R5bGUiOnsiJGlkIjoiMjAxIiwiRm9udFNldHRpbmdzIjp7IiRpZCI6IjIwMiIsIkZvbnRTaXplIjoxMiwiRm9udE5hbWUiOiJDYWxpYnJpIiwiSXNCb2xkIjpmYWxzZSwiSXNJdGFsaWMiOmZhbHNlLCJJc1VuZGVybGluZWQiOmZhbHNlLCJQYXJlbnRTdHlsZSI6bnVsbH0sIkF1dG9TaXplIjoyLCJGb3JlZ3JvdW5kIjp7IiRyZWYiOiIxMjAifSwiTWF4V2lkdGgiOjY1LjEzNjY2NjY2NjY2NjY1NiwiTWF4SGVpZ2h0IjowLjAsIlNtYXJ0Rm9yZWdyb3VuZElzQWN0aXZlIjpmYWxzZSwiSG9yaXpvbnRhbEFsaWdubWVudCI6MCwiVmVydGljYWxBbGlnbm1lbnQiOjAsIlNtYXJ0Rm9yZWdyb3VuZCI6bnVsbCwiQmFja2dyb3VuZEZpbGxUeXBlIjowLCJNYXJnaW4iOnsiJHJlZiI6IjEyMiJ9LCJQYWRkaW5nIjp7IiRyZWYiOiIxMjMifSwiQmFja2dyb3VuZCI6bnVsbCwiSXNWaXNpYmxlIjp0cnVlLCJXaWR0aCI6MC4wLCJIZWlnaHQiOjAuMCwiQm9yZGVyU3R5bGUiOm51bGwsIlBhcmVudFN0eWxlIjpudWxsfSwiUmVjdGFuZ2xlU3R5bGUiOnsiJGlkIjoiMjAzIiwiTWFyZ2luIjp7IiRpZCI6IjIwNCIsIlRvcCI6MC4wLCJMZWZ0IjowLjAsIlJpZ2h0IjowLjAsIkJvdHRvbSI6MC4wfSwiUGFkZGluZyI6eyIkaWQiOiIyMDUiLCJUb3AiOjAuMCwiTGVmdCI6MC4wLCJSaWdodCI6MC4wLCJCb3R0b20iOjAuMH0sIkJhY2tncm91bmQiOnsiJGlkIjoiMjA2IiwiQ29sb3IiOnsiJGlkIjoiMjA3IiwiQSI6MjU1LCJSIjo4LCJHIjo0OSwiQiI6NDJ9fSwiSXNWaXNpYmxlIjp0cnVlLCJXaWR0aCI6MC4wLCJIZWlnaHQiOjAuMCwiQm9yZGVyU3R5bGUiOnsiJGlkIjoiMjA4IiwiTGluZUNvbG9yIjp7IiRpZCI6IjIwOSIsIiR0eXBlIjoiTkxSRS5Db21tb24uRG9tLlNvbGlkQ29sb3JCcnVzaCwgTkxSRS5Db21tb24iLCJDb2xvciI6eyIkaWQiOiIyMTAiLCJBIjoyNTUsIlIiOjI1NSwiRyI6MjU1LCJCIjoyNTV9fSwiTGluZVdlaWdodCI6MC4wLCJMaW5lVHlwZSI6MCwiUGFyZW50U3R5bGUiOm51bGx9LCJQYXJlbnRTdHlsZSI6bnVsbH0sIk1hcmdpbiI6eyIkaWQiOiIyMTEiLCJUb3AiOjAuMCwiTGVmdCI6MC4wLCJSaWdodCI6MC4wLCJCb3R0b20iOjAuMH0sIlBhZGRpbmciOnsiJGlkIjoiMjEyIiwiVG9wIjowLjAsIkxlZnQiOjAuMCwiUmlnaHQiOjAuMCwiQm90dG9tIjowLjB9LCJCYWNrZ3JvdW5kIjpudWxsLCJJc1Zpc2libGUiOnRydWUsIldpZHRoIjowLjAsIkhlaWdodCI6MC4wLCJCb3JkZXJTdHlsZSI6bnVsbCwiUGFyZW50U3R5bGUiOm51bGx9LCJCYWNrZ3JvdW5kU3R5bGUiOnsiJGlkIjoiMjEzIiwiTWFyZ2luIjp7IiRpZCI6IjIxNCIsIlRvcCI6MC4wLCJMZWZ0IjowLjAsIlJpZ2h0IjowLjAsIkJvdHRvbSI6MC4wfSwiUGFkZGluZyI6eyIkaWQiOiIyMTUiLCJUb3AiOjAuMCwiTGVmdCI6MC4wLCJSaWdodCI6MC4wLCJCb3R0b20iOjAuMH0sIkJhY2tncm91bmQiOnsiJGlkIjoiMjE2IiwiQ29sb3IiOnsiJGlkIjoiMjE3IiwiQSI6NTEsIlIiOjE5NywiRyI6MTk1LCJCIjoyMzh9fSwiSXNWaXNpYmxlIjp0cnVlLCJXaWR0aCI6MC4wLCJIZWlnaHQiOjAuMCwiQm9yZGVyU3R5bGUiOnsiJGlkIjoiMjE4IiwiTGluZUNvbG9yIjp7IiRpZCI6IjIxOSIsIiR0eXBlIjoiTkxSRS5Db21tb24uRG9tLlNvbGlkQ29sb3JCcnVzaCwgTkxSRS5Db21tb24iLCJDb2xvciI6eyIkaWQiOiIyMjAiLCJBIjoyNTUsIlIiOjEsIkciOjE1LCJCIjoxMX19LCJMaW5lV2VpZ2h0IjowLjAsIkxpbmVUeXBlIjowLCJQYXJlbnRTdHlsZSI6bnVsbH0sIlBhcmVudFN0eWxlIjpudWxsfSwiSXNBYm92ZVRpbWViYW5kIjpmYWxzZSwiTWFyZ2luIjp7IiRpZCI6IjIyMSIsIlRvcCI6MC4wLCJMZWZ0IjowLjAsIlJpZ2h0IjowLjAsIkJvdHRvbSI6MC4wfSwiUGFkZGluZyI6eyIkaWQiOiIyMjIiLCJUb3AiOjAuMCwiTGVmdCI6MC4wLCJSaWdodCI6MC4wLCJCb3R0b20iOjAuMH0sIklzVmlzaWJsZSI6dHJ1ZSwiV2lkdGgiOjAuMCwiSGVpZ2h0IjowLjAsIkJvcmRlclN0eWxlIjp7IiRpZCI6IjIyMyIsIkxpbmVDb2xvciI6bnVsbCwiTGluZVdlaWdodCI6MC4wLCJMaW5lVHlwZSI6MCwiUGFyZW50U3R5bGUiOm51bGx9LCJQYXJlbnRTdHlsZSI6bnVsbH19LHsiJGlkIjoiMjI0IiwiX2FjdGl2aXRpZXMiOlt7IiRpZCI6IjIyNSIsIl9yb3dzIjpbeyIkaWQiOiIyMjYiLCJfdGFza3MiOltdLCJfbWlsZXN0b25lcyI6W3siJGlkIjoiMjI3IiwiSWQiOiI4OWVjNDE1Yy0wMjM5LTQ1ZmMtOThiZC1jNzhlNGJmNzQ4NmIiLCJJbmRleCI6MCwiR3JvdXBJZCI6bnVsbCwiVGl0bGUiOiJNQVNILSBnUGgyYiAoMTUwMS0wMDA1KSIsIkRhdGVUaW1lIjoiMjAyNi0wOS0xNFQyMzo1OTowMCIsIlBlcmNlbnRhZ2VDb21wbGV0ZSI6bnVsbCwiTm90ZSI6bnVsbCwiU3R5bGUiOnsiJGlkIjoiMjI4IiwiVGl0bGVQb3NpdGlvbiI6IkxlZnQiLCJEYXRlUG9zaXRpb24iOiJSaWdodCIsIlNoYXBlVHlwZSI6MTMsIlNoYXBlU2l6ZSI6MSwiU2hhcGVTdHlsZSI6eyIkaWQiOiIyMjkiLCJNYXJnaW4iOnsiJHJlZiI6IjgifSwiUGFkZGluZyI6eyIkcmVmIjoiOSJ9LCJCYWNrZ3JvdW5kIjp7IiRpZCI6IjIzMCIsIkNvbG9yIjp7IiRpZCI6IjIzMSIsIkEiOjI1NSwiUiI6MTM0LCJHIjozNywiQiI6Mjd9fSwiSXNWaXNpYmxlIjp0cnVlLCJXaWR0aCI6MTMuMCwiSGVpZ2h0IjoxMy4wLCJCb3JkZXJTdHlsZSI6eyIkaWQiOiIyMzIiLCJMaW5lQ29sb3IiOnsiJGlkIjoiMjMzIiwiJHR5cGUiOiJOTFJFLkNvbW1vbi5Eb20uU29saWRDb2xvckJydXNoLCBOTFJFLkNvbW1vbiIsIkNvbG9yIjp7IiRpZCI6IjIzNCIsIkEiOjI1NSwiUiI6MjU1LCJHIjoyNTUsIkIiOjI1NX19LCJMaW5lV2VpZ2h0IjowLjAsIkxpbmVUeXBlIjowLCJQYXJlbnRTdHlsZSI6bnVsbH0sIlBhcmVudFN0eWxlIjpudWxsfSwiVGl0bGVTdHlsZSI6eyIkaWQiOiIyMzUiLCJGb250U2V0dGluZ3MiOnsiJGlkIjoiMjM2IiwiRm9udFNpemUiOjExLCJGb250TmFtZSI6IkNhbGlicmkiLCJJc0JvbGQiOnRydWUsIklzSXRhbGljIjpmYWxzZSwiSXNVbmRlcmxpbmVkIjpmYWxzZSwiUGFyZW50U3R5bGUiOm51bGx9LCJBdXRvU2l6ZSI6MCwiRm9yZWdyb3VuZCI6eyIkaWQiOiIyMzciLCJDb2xvciI6eyIkaWQiOiIyMzgiLCJBIjoyNTUsIlIiOjAsIkciOjAsIkIiOjB9fSwiTWF4V2lkdGgiOjIwMC4wLCJNYXhIZWlnaHQiOiJJbmZpbml0eSIsIlNtYXJ0Rm9yZWdyb3VuZElzQWN0aXZlIjpmYWxzZSwiSG9yaXpvbnRhbEFsaWdubWVudCI6MiwiVmVydGljYWxBbGlnbm1lbnQiOjAsIlNtYXJ0Rm9yZWdyb3VuZCI6bnVsbCwiQmFja2dyb3VuZEZpbGxUeXBlIjowLCJNYXJnaW4iOnsiJHJlZiI6IjE5In0sIlBhZGRpbmciOnsiJHJlZiI6IjIwIn0sIkJhY2tncm91bmQiOnsiJGlkIjoiMjM5IiwiQ29sb3IiOnsiJGlkIjoiMjQwIiwiQSI6MCwiUiI6MjU1LCJHIjoyNTUsIkIiOjI1NX19LCJJc1Zpc2libGUiOnRydWUsIldpZHRoIjowLjAsIkhlaWdodCI6MC4wLCJCb3JkZXJTdHlsZSI6bnVsbCwiUGFyZW50U3R5bGUiOm51bGx9LCJEYXRlU3R5bGUiOnsiJGlkIjoiMjQxIiwiRm9udFNldHRpbmdzIjp7IiRpZCI6IjI0MiIsIkZvbnRTaXplIjoxMCwiRm9udE5hbWUiOiJDYWxpYnJpIiwiSXNCb2xkIjpmYWxzZSwiSXNJdGFsaWMiOmZhbHNlLCJJc1VuZGVybGluZWQiOmZhbHNlLCJQYXJlbnRTdHlsZSI6bnVsbH0sIkF1dG9TaXplIjowLCJGb3JlZ3JvdW5kIjp7IiRpZCI6IjI0MyIsIkNvbG9yIjp7IiRpZCI6IjI0NCIsIkEiOjI1NSwiUiI6MCwiRyI6MjI4LCJCIjoxMjR9fSwiTWF4V2lkdGgiOjIwMC4wLCJNYXhIZWlnaHQiOiJJbmZpbml0eSIsIlNtYXJ0Rm9yZWdyb3VuZElzQWN0aXZlIjpmYWxzZSwiSG9yaXpvbnRhbEFsaWdubWVudCI6MCwiVmVydGljYWxBbGlnbm1lbnQiOjAsIlNtYXJ0Rm9yZWdyb3VuZCI6bnVsbCwiQmFja2dyb3VuZEZpbGxUeXBlIjowLCJNYXJnaW4iOnsiJHJlZiI6IjI3In0sIlBhZGRpbmciOnsiJHJlZiI6IjI4In0sIkJhY2tncm91bmQiOnsiJGlkIjoiMjQ1IiwiQ29sb3IiOnsiJGlkIjoiMjQ2IiwiQSI6MCwiUiI6MjU1LCJHIjoyNTUsIkIiOjI1NX19LCJJc1Zpc2libGUiOnRydWUsIldpZHRoIjowLjAsIkhlaWdodCI6MC4wLCJCb3JkZXJTdHlsZSI6bnVsbCwiUGFyZW50U3R5bGUiOm51bGx9LCJEYXRlRm9ybWF0Ijp7IiRpZCI6IjI0NyIsIkZvcm1hdFN0cmluZyI6Ik1NTSB5eXl5IiwiU2VwYXJhdG9yIjoiLyIsIlVzZUludGVybmF0aW9uYWxEYXRlRm9ybWF0IjpmYWxzZSwiRGF0ZUlzVmlzaWJsZSI6dHJ1ZSwiVGltZUlzVmlzaWJsZSI6ZmFsc2UsIkhvdXJEaWdpdHMiOjEsIkFtUG1EZXNpZ25hdG9yIjoyLCJUcmltMDBNaW51dGVzIjpmYWxzZSwiTGFzdEtub3duVmlzaWJpbGl0eVN0YXRlIjp7IiRpZCI6IjI0OCIsIkRhdGVQYXJ0SXNWaXNpYmxlIjp0cnVlLCJUaW1lUGFydElzVmlzaWJsZSI6ZmFsc2V9fSwiV2Vla051bWJlcmluZyI6eyIkaWQiOiIyNDkiLCJGb3JtYXQiOjAsIklzVmlzaWJsZSI6ZmFsc2UsIkxhc3RLbm93blZpc2liaWxpdHlTdGF0ZSI6ZmFsc2V9LCJJc1Zpc2libGUiOnRydWUsIlBhcmVudFN0eWxlIjpudWxsfSwiSHlwZXJsaW5rIjpudWxsLCJJbXBvcnRJZCI6IiJ9XSwiSWQiOiIwMDAwMDAwMC0wMDAwLTAwMDAtMDAwMC0wMDAwMDAwMDAwMDAiLCJJc1NpbmdsZUl0ZW1Sb3ciOnRydWV9XSwiSW5kZXgiOjIsIklkIjoiYTJlMDE3YTMtYTUyOC00NjM4LWFmMWMtMjVjMTI3MjNkMTY0IiwiSGVhZGVyVGV4dCI6bnVsbCwiSXNEZWZhdWx0Ijp0cnVlLCJTdHlsZSI6eyIkaWQiOiIyNTAiLCJIZWFkZXJTdHlsZSI6eyIkaWQiOiIyNTEiLCJUZXh0U3R5bGUiOnsiJGlkIjoiMjUyIiwiRm9udFNldHRpbmdzIjp7IiRpZCI6IjI1MyIsIkZvbnRTaXplIjoxMSwiRm9udE5hbWUiOiJDYWxpYnJpIiwiSXNCb2xkIjpmYWxzZSwiSXNJdGFsaWMiOmZhbHNlLCJJc1VuZGVybGluZWQiOmZhbHNlLCJQYXJlbnRTdHlsZSI6bnVsbH0sIkF1dG9TaXplIjoyLCJGb3JlZ3JvdW5kIjp7IiRpZCI6IjI1NCIsIkNvbG9yIjp7IiRpZCI6IjI1NSIsIkEiOjI1NSwiUiI6MCwiRyI6MCwiQiI6MH19LCJNYXhXaWR0aCI6MC4wLCJNYXhIZWlnaHQiOiJJbmZpbml0eSIsIlNtYXJ0Rm9yZWdyb3VuZElzQWN0aXZlIjpmYWxzZSwiSG9yaXpvbnRhbEFsaWdubWVudCI6MCwiVmVydGljYWxBbGlnbm1lbnQiOjAsIlNtYXJ0Rm9yZWdyb3VuZCI6bnVsbCwiQmFja2dyb3VuZEZpbGxUeXBlIjowLCJNYXJnaW4iOnsiJGlkIjoiMjU2IiwiVG9wIjowLjAsIkxlZnQiOjAuMCwiUmlnaHQiOjAuMCwiQm90dG9tIjowLjB9LCJQYWRkaW5nIjp7IiRpZCI6IjI1NyIsIlRvcCI6MC4wLCJMZWZ0IjowLjAsIlJpZ2h0IjowLjAsIkJvdHRvbSI6MC4wfSwiQmFja2dyb3VuZCI6bnVsbCwiSXNWaXNpYmxlIjp0cnVlLCJXaWR0aCI6MC4wLCJIZWlnaHQiOjAuMCwiQm9yZGVyU3R5bGUiOm51bGwsIlBhcmVudFN0eWxlIjpudWxsfSwiUmVjdGFuZ2xlU3R5bGUiOnsiJGlkIjoiMjU4IiwiTWFyZ2luIjp7IiRpZCI6IjI1OSIsIlRvcCI6MC4wLCJMZWZ0IjowLjAsIlJpZ2h0IjowLjAsIkJvdHRvbSI6MC4wfSwiUGFkZGluZyI6eyIkaWQiOiIyNjAiLCJUb3AiOjAuMCwiTGVmdCI6MC4wLCJSaWdodCI6MC4wLCJCb3R0b20iOjAuMH0sIkJhY2tncm91bmQiOnsiJGlkIjoiMjYxIiwiQ29sb3IiOnsiJGlkIjoiMjYyIiwiQSI6NjMsIlIiOjE5NywiRyI6MTk1LCJCIjoyMzh9fSwiSXNWaXNpYmxlIjp0cnVlLCJXaWR0aCI6MC4wLCJIZWlnaHQiOjAuMCwiQm9yZGVyU3R5bGUiOnsiJGlkIjoiMjYzIiwiTGluZUNvbG9yIjp7IiRpZCI6IjI2NCIsIiR0eXBlIjoiTkxSRS5Db21tb24uRG9tLlNvbGlkQ29sb3JCcnVzaCwgTkxSRS5Db21tb24iLCJDb2xvciI6eyIkaWQiOiIyNjUiLCJBIjoyNTUsIlIiOjEsIkciOjE1LCJCIjoxMX19LCJMaW5lV2VpZ2h0IjowLjAsIkxpbmVUeXBlIjowLCJQYXJlbnRTdHlsZSI6bnVsbH0sIlBhcmVudFN0eWxlIjpudWxsfSwiTWFyZ2luIjp7IiRpZCI6IjI2NiIsIlRvcCI6MC4wLCJMZWZ0IjowLjAsIlJpZ2h0IjowLjAsIkJvdHRvbSI6MC4wfSwiUGFkZGluZyI6eyIkaWQiOiIyNjciLCJUb3AiOjAuMCwiTGVmdCI6MC4wLCJSaWdodCI6MC4wLCJCb3R0b20iOjAuMH0sIkJhY2tncm91bmQiOm51bGwsIklzVmlzaWJsZSI6dHJ1ZSwiV2lkdGgiOjAuMCwiSGVpZ2h0IjowLjAsIkJvcmRlclN0eWxlIjpudWxsLCJQYXJlbnRTdHlsZSI6bnVsbH0sIkJhY2tncm91bmRTdHlsZSI6eyIkaWQiOiIyNjgiLCJNYXJnaW4iOnsiJGlkIjoiMjY5IiwiVG9wIjowLjAsIkxlZnQiOjAuMCwiUmlnaHQiOjAuMCwiQm90dG9tIjowLjB9LCJQYWRkaW5nIjp7IiRpZCI6IjI3MCIsIlRvcCI6MC4wLCJMZWZ0IjowLjAsIlJpZ2h0IjowLjAsIkJvdHRvbSI6MC4wfSwiQmFja2dyb3VuZCI6eyIkaWQiOiIyNzEiLCJDb2xvciI6eyIkaWQiOiIyNzIiLCJBIjo1MSwiUiI6MTk3LCJHIjoxOTUsIkIiOjIzOH19LCJJc1Zpc2libGUiOnRydWUsIldpZHRoIjowLjAsIkhlaWdodCI6MC4wLCJCb3JkZXJTdHlsZSI6eyIkaWQiOiIyNzMiLCJMaW5lQ29sb3IiOnsiJGlkIjoiMjc0IiwiJHR5cGUiOiJOTFJFLkNvbW1vbi5Eb20uU29saWRDb2xvckJydXNoLCBOTFJFLkNvbW1vbiIsIkNvbG9yIjp7IiRpZCI6IjI3NSIsIkEiOjI1NSwiUiI6MSwiRyI6MTUsIkIiOjExfX0sIkxpbmVXZWlnaHQiOjAuMCwiTGluZVR5cGUiOjAsIlBhcmVudFN0eWxlIjpudWxsfSwiUGFyZW50U3R5bGUiOm51bGx9LCJNYXJnaW4iOnsiJGlkIjoiMjc2IiwiVG9wIjowLjAsIkxlZnQiOjAuMCwiUmlnaHQiOjAuMCwiQm90dG9tIjowLjB9LCJQYWRkaW5nIjp7IiRpZCI6IjI3NyIsIlRvcCI6MC4wLCJMZWZ0IjowLjAsIlJpZ2h0IjowLjAsIkJvdHRvbSI6MC4wfSwiSXNWaXNpYmxlIjpmYWxzZSwiV2lkdGgiOjAuMCwiSGVpZ2h0IjowLjAsIkJvcmRlclN0eWxlIjpudWxsLCJQYXJlbnRTdHlsZSI6bnVsbH19XSwiSWQiOiI5M2M0MTRkMy00NTFkLTQxYjQtYTNkYy1iZGQ0ZWVlNmIzMGIiLCJJbmRleCI6MiwiSGVhZGVyVGV4dCI6IlNJUlBhIiwiU3R5bGUiOnsiJGlkIjoiMjc4IiwiSGVhZGVyU3R5bGUiOnsiJGlkIjoiMjc5IiwiVGV4dElzVmVydGljYWwiOmZhbHNlLCJUZXh0U3R5bGUiOnsiJGlkIjoiMjgwIiwiRm9udFNldHRpbmdzIjp7IiRpZCI6IjI4MSIsIkZvbnRTaXplIjoxMiwiRm9udE5hbWUiOiJDYWxpYnJpIiwiSXNCb2xkIjpmYWxzZSwiSXNJdGFsaWMiOmZhbHNlLCJJc1VuZGVybGluZWQiOmZhbHNlLCJQYXJlbnRTdHlsZSI6bnVsbH0sIkF1dG9TaXplIjoyLCJGb3JlZ3JvdW5kIjp7IiRyZWYiOiIxMjAifSwiTWF4V2lkdGgiOjY1LjEzNjY2NjY2NjY2NjY1NiwiTWF4SGVpZ2h0IjowLjAsIlNtYXJ0Rm9yZWdyb3VuZElzQWN0aXZlIjpmYWxzZSwiSG9yaXpvbnRhbEFsaWdubWVudCI6MCwiVmVydGljYWxBbGlnbm1lbnQiOjAsIlNtYXJ0Rm9yZWdyb3VuZCI6bnVsbCwiQmFja2dyb3VuZEZpbGxUeXBlIjoxLCJNYXJnaW4iOnsiJHJlZiI6IjEyMiJ9LCJQYWRkaW5nIjp7IiRyZWYiOiIxMjMifSwiQmFja2dyb3VuZCI6eyIkaWQiOiIyODIiLCJDb2xvciI6eyIkaWQiOiIyODMiLCJBIjoyNTUsIlIiOjAsIkciOjIyOCwiQiI6MTI0fX0sIklzVmlzaWJsZSI6dHJ1ZSwiV2lkdGgiOjAuMCwiSGVpZ2h0IjowLjAsIkJvcmRlclN0eWxlIjpudWxsLCJQYXJlbnRTdHlsZSI6bnVsbH0sIlJlY3RhbmdsZVN0eWxlIjp7IiRpZCI6IjI4NCIsIk1hcmdpbiI6eyIkcmVmIjoiMTI1In0sIlBhZGRpbmciOnsiJHJlZiI6IjEyNiJ9LCJCYWNrZ3JvdW5kIjp7IiRpZCI6IjI4NSIsIkNvbG9yIjp7IiRpZCI6IjI4NiIsIkEiOjI1NSwiUiI6MTk3LCJHIjoxOTUsIkIiOjIzOH19LCJJc1Zpc2libGUiOnRydWUsIldpZHRoIjowLjAsIkhlaWdodCI6MC4wLCJCb3JkZXJTdHlsZSI6eyIkaWQiOiIyODciLCJMaW5lQ29sb3IiOnsiJGlkIjoiMjg4IiwiJHR5cGUiOiJOTFJFLkNvbW1vbi5Eb20uU29saWRDb2xvckJydXNoLCBOTFJFLkNvbW1vbiIsIkNvbG9yIjp7IiRpZCI6IjI4OSIsIkEiOjI1NSwiUiI6MSwiRyI6MTUsIkIiOjExfX0sIkxpbmVXZWlnaHQiOjAuMCwiTGluZVR5cGUiOjAsIlBhcmVudFN0eWxlIjpudWxsfSwiUGFyZW50U3R5bGUiOm51bGx9LCJNYXJnaW4iOnsiJHJlZiI6IjEzMiJ9LCJQYWRkaW5nIjp7IiRyZWYiOiIxMzMifSwiQmFja2dyb3VuZCI6bnVsbCwiSXNWaXNpYmxlIjp0cnVlLCJXaWR0aCI6MC4wLCJIZWlnaHQiOjAuMCwiQm9yZGVyU3R5bGUiOm51bGwsIlBhcmVudFN0eWxlIjpudWxsfSwiQmFja2dyb3VuZFN0eWxlIjp7IiRpZCI6IjI5MCIsIk1hcmdpbiI6eyIkcmVmIjoiMTM1In0sIlBhZGRpbmciOnsiJHJlZiI6IjEzNiJ9LCJCYWNrZ3JvdW5kIjp7IiRpZCI6IjI5MSIsIkNvbG9yIjp7IiRpZCI6IjI5MiIsIkEiOjUxLCJSIjoyMTcsIkciOjIxNywiQiI6MjE3fX0sIklzVmlzaWJsZSI6dHJ1ZSwiV2lkdGgiOjAuMCwiSGVpZ2h0IjowLjAsIkJvcmRlclN0eWxlIjp7IiRpZCI6IjI5MyIsIkxpbmVDb2xvciI6eyIkaWQiOiIyOTQiLCIkdHlwZSI6Ik5MUkUuQ29tbW9uLkRvbS5Tb2xpZENvbG9yQnJ1c2gsIE5MUkUuQ29tbW9uIiwiQ29sb3IiOnsiJGlkIjoiMjk1IiwiQSI6MjU1LCJSIjoyNTUsIkciOjI1NSwiQiI6MjU1fX0sIkxpbmVXZWlnaHQiOjAuMCwiTGluZVR5cGUiOjAsIlBhcmVudFN0eWxlIjpudWxsfSwiUGFyZW50U3R5bGUiOm51bGx9LCJJc0Fib3ZlVGltZWJhbmQiOmZhbHNlLCJNYXJnaW4iOnsiJHJlZiI6IjE0MiJ9LCJQYWRkaW5nIjp7IiRyZWYiOiIxNDMifSwiSXNWaXNpYmxlIjp0cnVlLCJXaWR0aCI6MC4wLCJIZWlnaHQiOjAuMCwiQm9yZGVyU3R5bGUiOnsiJGlkIjoiMjk2IiwiTGluZUNvbG9yIjpudWxsLCJMaW5lV2VpZ2h0IjowLjAsIkxpbmVUeXBlIjowLCJQYXJlbnRTdHlsZSI6bnVsbH0sIlBhcmVudFN0eWxlIjpudWxsfX0seyIkaWQiOiIyOTciLCJfYWN0aXZpdGllcyI6W3siJGlkIjoiMjk4IiwiX3Jvd3MiOlt7IiRpZCI6IjI5OSIsIl90YXNrcyI6W10sIl9taWxlc3RvbmVzIjpbeyIkaWQiOiIzMDAiLCJJZCI6IjkxZmRlMmE2LTk4NjMtNDAzMS04YzRjLTEyZGViOWQ3ODJlNiIsIkluZGV4IjowLCJHcm91cElkIjpudWxsLCJUaXRsZSI6Im9iZXNpdHktIGdQaDJiICgxNTE2LTAwMjUpIiwiRGF0ZVRpbWUiOiIyMDI3LTA4LTMxVDIzOjU5OjAwIiwiUGVyY2VudGFnZUNvbXBsZXRlIjpudWxsLCJOb3RlIjpudWxsLCJTdHlsZSI6eyIkaWQiOiIzMDEiLCJUaXRsZVBvc2l0aW9uIjoiTGVmdCIsIkRhdGVQb3NpdGlvbiI6IlJpZ2h0IiwiU2hhcGVUeXBlIjoxMywiU2hhcGVTaXplIjoxLCJTaGFwZVN0eWxlIjp7IiRpZCI6IjMwMiIsIk1hcmdpbiI6eyIkcmVmIjoiOCJ9LCJQYWRkaW5nIjp7IiRyZWYiOiI5In0sIkJhY2tncm91bmQiOnsiJGlkIjoiMzAzIiwiQ29sb3IiOnsiJGlkIjoiMzA0IiwiQSI6MjU1LCJSIjoxMzQsIkciOjM3LCJCIjoyN319LCJJc1Zpc2libGUiOnRydWUsIldpZHRoIjoxMy4wLCJIZWlnaHQiOjEzLjAsIkJvcmRlclN0eWxlIjp7IiRpZCI6IjMwNSIsIkxpbmVDb2xvciI6eyIkaWQiOiIzMDYiLCIkdHlwZSI6Ik5MUkUuQ29tbW9uLkRvbS5Tb2xpZENvbG9yQnJ1c2gsIE5MUkUuQ29tbW9uIiwiQ29sb3IiOnsiJGlkIjoiMzA3IiwiQSI6MjU1LCJSIjoyNTUsIkciOjI1NSwiQiI6MjU1fX0sIkxpbmVXZWlnaHQiOjAuMCwiTGluZVR5cGUiOjAsIlBhcmVudFN0eWxlIjpudWxsfSwiUGFyZW50U3R5bGUiOm51bGx9LCJUaXRsZVN0eWxlIjp7IiRpZCI6IjMwOCIsIkZvbnRTZXR0aW5ncyI6eyIkaWQiOiIzMDkiLCJGb250U2l6ZSI6MTEsIkZvbnROYW1lIjoiQ2FsaWJyaSIsIklzQm9sZCI6dHJ1ZSwiSXNJdGFsaWMiOmZhbHNlLCJJc1VuZGVybGluZWQiOmZhbHNlLCJQYXJlbnRTdHlsZSI6bnVsbH0sIkF1dG9TaXplIjowLCJGb3JlZ3JvdW5kIjp7IiRyZWYiOiI0NSJ9LCJNYXhXaWR0aCI6MjAwLjAsIk1heEhlaWdodCI6IkluZmluaXR5IiwiU21hcnRGb3JlZ3JvdW5kSXNBY3RpdmUiOmZhbHNlLCJIb3Jpem9udGFsQWxpZ25tZW50IjoyLCJWZXJ0aWNhbEFsaWdubWVudCI6MCwiU21hcnRGb3JlZ3JvdW5kIjpudWxsLCJCYWNrZ3JvdW5kRmlsbFR5cGUiOjAsIk1hcmdpbiI6eyIkcmVmIjoiMTkifSwiUGFkZGluZyI6eyIkcmVmIjoiMjAifSwiQmFja2dyb3VuZCI6eyIkcmVmIjoiNDcifSwiSXNWaXNpYmxlIjp0cnVlLCJXaWR0aCI6MC4wLCJIZWlnaHQiOjAuMCwiQm9yZGVyU3R5bGUiOm51bGwsIlBhcmVudFN0eWxlIjpudWxsfSwiRGF0ZVN0eWxlIjp7IiRpZCI6IjMxMCIsIkZvbnRTZXR0aW5ncyI6eyIkaWQiOiIzMTEiLCJGb250U2l6ZSI6MTAsIkZvbnROYW1lIjoiQ2FsaWJyaSIsIklzQm9sZCI6ZmFsc2UsIklzSXRhbGljIjpmYWxzZSwiSXNVbmRlcmxpbmVkIjpmYWxzZSwiUGFyZW50U3R5bGUiOm51bGx9LCJBdXRvU2l6ZSI6MCwiRm9yZWdyb3VuZCI6eyIkaWQiOiIzMTIiLCJDb2xvciI6eyIkaWQiOiIzMTMiLCJBIjoyNTUsIlIiOjAsIkciOjIyOCwiQiI6MTI0fX0sIk1heFdpZHRoIjoyMDAuMCwiTWF4SGVpZ2h0IjoiSW5maW5pdHkiLCJTbWFydEZvcmVncm91bmRJc0FjdGl2ZSI6ZmFsc2UsIkhvcml6b250YWxBbGlnbm1lbnQiOjAsIlZlcnRpY2FsQWxpZ25tZW50IjowLCJTbWFydEZvcmVncm91bmQiOm51bGwsIkJhY2tncm91bmRGaWxsVHlwZSI6MCwiTWFyZ2luIjp7IiRyZWYiOiIyNyJ9LCJQYWRkaW5nIjp7IiRyZWYiOiIyOCJ9LCJCYWNrZ3JvdW5kIjp7IiRyZWYiOiI1MSJ9LCJJc1Zpc2libGUiOnRydWUsIldpZHRoIjowLjAsIkhlaWdodCI6MC4wLCJCb3JkZXJTdHlsZSI6bnVsbCwiUGFyZW50U3R5bGUiOm51bGx9LCJEYXRlRm9ybWF0Ijp7IiRpZCI6IjMxNCIsIkZvcm1hdFN0cmluZyI6Ik1NTSB5eXl5IiwiU2VwYXJhdG9yIjoiLyIsIlVzZUludGVybmF0aW9uYWxEYXRlRm9ybWF0IjpmYWxzZSwiRGF0ZUlzVmlzaWJsZSI6dHJ1ZSwiVGltZUlzVmlzaWJsZSI6ZmFsc2UsIkhvdXJEaWdpdHMiOjEsIkFtUG1EZXNpZ25hdG9yIjoyLCJUcmltMDBNaW51dGVzIjpmYWxzZSwiTGFzdEtub3duVmlzaWJpbGl0eVN0YXRlIjp7IiRpZCI6IjMxNSIsIkRhdGVQYXJ0SXNWaXNpYmxlIjp0cnVlLCJUaW1lUGFydElzVmlzaWJsZSI6ZmFsc2V9fSwiV2Vla051bWJlcmluZyI6eyIkaWQiOiIzMTYiLCJGb3JtYXQiOjAsIklzVmlzaWJsZSI6ZmFsc2UsIkxhc3RLbm93blZpc2liaWxpdHlTdGF0ZSI6ZmFsc2V9LCJJc1Zpc2libGUiOnRydWUsIlBhcmVudFN0eWxlIjpudWxsfSwiSHlwZXJsaW5rIjpudWxsLCJJbXBvcnRJZCI6IiJ9XSwiSWQiOiIwMDAwMDAwMC0wMDAwLTAwMDAtMDAwMC0wMDAwMDAwMDAwMDAiLCJJc1NpbmdsZUl0ZW1Sb3ciOnRydWV9XSwiSW5kZXgiOjMsIklkIjoiNTc1M2RmNGUtZmI4MS00ZjI5LTliMmQtNWRiMGUxZjMxMzRlIiwiSGVhZGVyVGV4dCI6bnVsbCwiSXNEZWZhdWx0Ijp0cnVlLCJTdHlsZSI6eyIkaWQiOiIzMTciLCJIZWFkZXJTdHlsZSI6eyIkaWQiOiIzMTgiLCJUZXh0U3R5bGUiOnsiJGlkIjoiMzE5IiwiRm9udFNldHRpbmdzIjp7IiRpZCI6IjMyMCIsIkZvbnRTaXplIjoxMSwiRm9udE5hbWUiOiJDYWxpYnJpIiwiSXNCb2xkIjpmYWxzZSwiSXNJdGFsaWMiOmZhbHNlLCJJc1VuZGVybGluZWQiOmZhbHNlLCJQYXJlbnRTdHlsZSI6bnVsbH0sIkF1dG9TaXplIjoyLCJGb3JlZ3JvdW5kIjp7IiRpZCI6IjMyMSIsIkNvbG9yIjp7IiRpZCI6IjMyMiIsIkEiOjI1NSwiUiI6MCwiRyI6MCwiQiI6MH19LCJNYXhXaWR0aCI6IkluZmluaXR5IiwiTWF4SGVpZ2h0IjoiSW5maW5pdHkiLCJTbWFydEZvcmVncm91bmRJc0FjdGl2ZSI6ZmFsc2UsIkhvcml6b250YWxBbGlnbm1lbnQiOjAsIlZlcnRpY2FsQWxpZ25tZW50IjowLCJTbWFydEZvcmVncm91bmQiOm51bGwsIkJhY2tncm91bmRGaWxsVHlwZSI6MCwiTWFyZ2luIjp7IiRpZCI6IjMyMyIsIlRvcCI6MC4wLCJMZWZ0IjowLjAsIlJpZ2h0IjowLjAsIkJvdHRvbSI6MC4wfSwiUGFkZGluZyI6eyIkaWQiOiIzMjQiLCJUb3AiOjAuMCwiTGVmdCI6MC4wLCJSaWdodCI6MC4wLCJCb3R0b20iOjAuMH0sIkJhY2tncm91bmQiOm51bGwsIklzVmlzaWJsZSI6dHJ1ZSwiV2lkdGgiOjAuMCwiSGVpZ2h0IjowLjAsIkJvcmRlclN0eWxlIjpudWxsLCJQYXJlbnRTdHlsZSI6bnVsbH0sIlJlY3RhbmdsZVN0eWxlIjp7IiRpZCI6IjMyNSIsIk1hcmdpbiI6eyIkaWQiOiIzMjYiLCJUb3AiOjAuMCwiTGVmdCI6MC4wLCJSaWdodCI6MC4wLCJCb3R0b20iOjAuMH0sIlBhZGRpbmciOnsiJGlkIjoiMzI3IiwiVG9wIjowLjAsIkxlZnQiOjAuMCwiUmlnaHQiOjAuMCwiQm90dG9tIjowLjB9LCJCYWNrZ3JvdW5kIjp7IiRpZCI6IjMyOCIsIkNvbG9yIjp7IiRpZCI6IjMyOSIsIkEiOjYzLCJSIjo4LCJHIjo0OSwiQiI6NDJ9fSwiSXNWaXNpYmxlIjp0cnVlLCJXaWR0aCI6MC4wLCJIZWlnaHQiOjAuMCwiQm9yZGVyU3R5bGUiOnsiJGlkIjoiMzMwIiwiTGluZUNvbG9yIjp7IiRpZCI6IjMzMSIsIiR0eXBlIjoiTkxSRS5Db21tb24uRG9tLlNvbGlkQ29sb3JCcnVzaCwgTkxSRS5Db21tb24iLCJDb2xvciI6eyIkaWQiOiIzMzIiLCJBIjoyNTUsIlIiOjEsIkciOjE1LCJCIjoxMX19LCJMaW5lV2VpZ2h0IjowLjAsIkxpbmVUeXBlIjowLCJQYXJlbnRTdHlsZSI6bnVsbH0sIlBhcmVudFN0eWxlIjpudWxsfSwiTWFyZ2luIjp7IiRpZCI6IjMzMyIsIlRvcCI6MC4wLCJMZWZ0IjowLjAsIlJpZ2h0IjowLjAsIkJvdHRvbSI6MC4wfSwiUGFkZGluZyI6eyIkaWQiOiIzMzQiLCJUb3AiOjAuMCwiTGVmdCI6MC4wLCJSaWdodCI6MC4wLCJCb3R0b20iOjAuMH0sIkJhY2tncm91bmQiOm51bGwsIklzVmlzaWJsZSI6dHJ1ZSwiV2lkdGgiOjAuMCwiSGVpZ2h0IjowLjAsIkJvcmRlclN0eWxlIjpudWxsLCJQYXJlbnRTdHlsZSI6bnVsbH0sIkJhY2tncm91bmRTdHlsZSI6eyIkaWQiOiIzMzUiLCJNYXJnaW4iOnsiJGlkIjoiMzM2IiwiVG9wIjowLjAsIkxlZnQiOjAuMCwiUmlnaHQiOjAuMCwiQm90dG9tIjowLjB9LCJQYWRkaW5nIjp7IiRpZCI6IjMzNyIsIlRvcCI6MC4wLCJMZWZ0IjowLjAsIlJpZ2h0IjowLjAsIkJvdHRvbSI6MC4wfSwiQmFja2dyb3VuZCI6eyIkaWQiOiIzMzgiLCJDb2xvciI6eyIkaWQiOiIzMzkiLCJBIjo1MSwiUiI6MTk3LCJHIjoxOTUsIkIiOjIzOH19LCJJc1Zpc2libGUiOnRydWUsIldpZHRoIjowLjAsIkhlaWdodCI6MC4wLCJCb3JkZXJTdHlsZSI6eyIkaWQiOiIzNDAiLCJMaW5lQ29sb3IiOnsiJGlkIjoiMzQxIiwiJHR5cGUiOiJOTFJFLkNvbW1vbi5Eb20uU29saWRDb2xvckJydXNoLCBOTFJFLkNvbW1vbiIsIkNvbG9yIjp7IiRpZCI6IjM0MiIsIkEiOjI1NSwiUiI6MSwiRyI6MTUsIkIiOjExfX0sIkxpbmVXZWlnaHQiOjAuMCwiTGluZVR5cGUiOjAsIlBhcmVudFN0eWxlIjpudWxsfSwiUGFyZW50U3R5bGUiOm51bGx9LCJNYXJnaW4iOnsiJGlkIjoiMzQzIiwiVG9wIjowLjAsIkxlZnQiOjAuMCwiUmlnaHQiOjAuMCwiQm90dG9tIjowLjB9LCJQYWRkaW5nIjp7IiRpZCI6IjM0NCIsIlRvcCI6MC4wLCJMZWZ0IjowLjAsIlJpZ2h0IjowLjAsIkJvdHRvbSI6MC4wfSwiSXNWaXNpYmxlIjpmYWxzZSwiV2lkdGgiOjAuMCwiSGVpZ2h0IjowLjAsIkJvcmRlclN0eWxlIjpudWxsLCJQYXJlbnRTdHlsZSI6bnVsbH19XSwiSWQiOiI0YmI0YTlkOC1iNzljLTQzMjAtOGE2Yy1lYTE1YTg1ZDQwODMiLCJJbmRleCI6MywiSGVhZGVyVGV4dCI6Im1HbHVSNCIsIlN0eWxlIjp7IiRpZCI6IjM0NSIsIkhlYWRlclN0eWxlIjp7IiRpZCI6IjM0NiIsIlRleHRJc1ZlcnRpY2FsIjpmYWxzZSwiVGV4dFN0eWxlIjp7IiRpZCI6IjM0NyIsIkZvbnRTZXR0aW5ncyI6eyIkaWQiOiIzNDgiLCJGb250U2l6ZSI6MTIsIkZvbnROYW1lIjoiQ2FsaWJyaSIsIklzQm9sZCI6ZmFsc2UsIklzSXRhbGljIjpmYWxzZSwiSXNVbmRlcmxpbmVkIjpmYWxzZSwiUGFyZW50U3R5bGUiOm51bGx9LCJBdXRvU2l6ZSI6MiwiRm9yZWdyb3VuZCI6eyIkcmVmIjoiMTIwIn0sIk1heFdpZHRoIjo2NS4xMzY2NjY2NjY2NjY2NTYsIk1heEhlaWdodCI6MC4wLCJTbWFydEZvcmVncm91bmRJc0FjdGl2ZSI6ZmFsc2UsIkhvcml6b250YWxBbGlnbm1lbnQiOjAsIlZlcnRpY2FsQWxpZ25tZW50IjowLCJTbWFydEZvcmVncm91bmQiOm51bGwsIkJhY2tncm91bmRGaWxsVHlwZSI6MCwiTWFyZ2luIjp7IiRyZWYiOiIxMjIifSwiUGFkZGluZyI6eyIkcmVmIjoiMTIzIn0sIkJhY2tncm91bmQiOm51bGwsIklzVmlzaWJsZSI6dHJ1ZSwiV2lkdGgiOjAuMCwiSGVpZ2h0IjowLjAsIkJvcmRlclN0eWxlIjpudWxsLCJQYXJlbnRTdHlsZSI6bnVsbH0sIlJlY3RhbmdsZVN0eWxlIjp7IiRpZCI6IjM0OSIsIk1hcmdpbiI6eyIkaWQiOiIzNTAiLCJUb3AiOjAuMCwiTGVmdCI6MC4wLCJSaWdodCI6MC4wLCJCb3R0b20iOjAuMH0sIlBhZGRpbmciOnsiJGlkIjoiMzUxIiwiVG9wIjowLjAsIkxlZnQiOjAuMCwiUmlnaHQiOjAuMCwiQm90dG9tIjowLjB9LCJCYWNrZ3JvdW5kIjp7IiRpZCI6IjM1MiIsIkNvbG9yIjp7IiRpZCI6IjM1MyIsIkEiOjI1NSwiUiI6OCwiRyI6NDksIkIiOjQyfX0sIklzVmlzaWJsZSI6dHJ1ZSwiV2lkdGgiOjAuMCwiSGVpZ2h0IjowLjAsIkJvcmRlclN0eWxlIjp7IiRpZCI6IjM1NCIsIkxpbmVDb2xvciI6eyIkaWQiOiIzNTUiLCIkdHlwZSI6Ik5MUkUuQ29tbW9uLkRvbS5Tb2xpZENvbG9yQnJ1c2gsIE5MUkUuQ29tbW9uIiwiQ29sb3IiOnsiJGlkIjoiMzU2IiwiQSI6MjU1LCJSIjoxLCJHIjoxNSwiQiI6MTF9fSwiTGluZVdlaWdodCI6MC4wLCJMaW5lVHlwZSI6MCwiUGFyZW50U3R5bGUiOm51bGx9LCJQYXJlbnRTdHlsZSI6bnVsbH0sIk1hcmdpbiI6eyIkaWQiOiIzNTciLCJUb3AiOjAuMCwiTGVmdCI6MC4wLCJSaWdodCI6MC4wLCJCb3R0b20iOjAuMH0sIlBhZGRpbmciOnsiJGlkIjoiMzU4IiwiVG9wIjowLjAsIkxlZnQiOjAuMCwiUmlnaHQiOjAuMCwiQm90dG9tIjowLjB9LCJCYWNrZ3JvdW5kIjpudWxsLCJJc1Zpc2libGUiOnRydWUsIldpZHRoIjowLjAsIkhlaWdodCI6MC4wLCJCb3JkZXJTdHlsZSI6bnVsbCwiUGFyZW50U3R5bGUiOm51bGx9LCJCYWNrZ3JvdW5kU3R5bGUiOnsiJGlkIjoiMzU5IiwiTWFyZ2luIjp7IiRpZCI6IjM2MCIsIlRvcCI6MC4wLCJMZWZ0IjowLjAsIlJpZ2h0IjowLjAsIkJvdHRvbSI6MC4wfSwiUGFkZGluZyI6eyIkaWQiOiIzNjEiLCJUb3AiOjAuMCwiTGVmdCI6MC4wLCJSaWdodCI6MC4wLCJCb3R0b20iOjAuMH0sIkJhY2tncm91bmQiOnsiJGlkIjoiMzYyIiwiQ29sb3IiOnsiJGlkIjoiMzYzIiwiQSI6NTEsIlIiOjE5NywiRyI6MTk1LCJCIjoyMzh9fSwiSXNWaXNpYmxlIjp0cnVlLCJXaWR0aCI6MC4wLCJIZWlnaHQiOjAuMCwiQm9yZGVyU3R5bGUiOnsiJGlkIjoiMzY0IiwiTGluZUNvbG9yIjp7IiRpZCI6IjM2NSIsIiR0eXBlIjoiTkxSRS5Db21tb24uRG9tLlNvbGlkQ29sb3JCcnVzaCwgTkxSRS5Db21tb24iLCJDb2xvciI6eyIkaWQiOiIzNjYiLCJBIjoyNTUsIlIiOjEsIkciOjE1LCJCIjoxMX19LCJMaW5lV2VpZ2h0IjowLjAsIkxpbmVUeXBlIjowLCJQYXJlbnRTdHlsZSI6bnVsbH0sIlBhcmVudFN0eWxlIjpudWxsfSwiSXNBYm92ZVRpbWViYW5kIjpmYWxzZSwiTWFyZ2luIjp7IiRpZCI6IjM2NyIsIlRvcCI6MC4wLCJMZWZ0IjowLjAsIlJpZ2h0IjowLjAsIkJvdHRvbSI6MC4wfSwiUGFkZGluZyI6eyIkaWQiOiIzNjgiLCJUb3AiOjAuMCwiTGVmdCI6MC4wLCJSaWdodCI6MC4wLCJCb3R0b20iOjAuMH0sIklzVmlzaWJsZSI6dHJ1ZSwiV2lkdGgiOjAuMCwiSGVpZ2h0IjowLjAsIkJvcmRlclN0eWxlIjp7IiRpZCI6IjM2OSIsIkxpbmVDb2xvciI6bnVsbCwiTGluZVdlaWdodCI6MC4wLCJMaW5lVHlwZSI6MCwiUGFyZW50U3R5bGUiOm51bGx9LCJQYXJlbnRTdHlsZSI6bnVsbH19LHsiJGlkIjoiMzcwIiwiX2FjdGl2aXRpZXMiOlt7IiRpZCI6IjM3MSIsIl9yb3dzIjpbeyIkaWQiOiIzNzIiLCJfdGFza3MiOltdLCJfbWlsZXN0b25lcyI6W3siJGlkIjoiMzczIiwiSWQiOiJkMzExNzYyNC1lYzAzLTRhMDEtODFjNC01ZThkMzg1NWUyY2EiLCJJbmRleCI6MCwiR3JvdXBJZCI6bnVsbCwiVGl0bGUiOiJBc2lhIFBLLSBQaDEiLCJEYXRlVGltZSI6IjIwMjctMDUtMzFUMjM6NTk6MDAiLCJQZXJjZW50YWdlQ29tcGxldGUiOm51bGwsIk5vdGUiOm51bGwsIlN0eWxlIjp7IiRpZCI6IjM3NCIsIlRpdGxlUG9zaXRpb24iOiJMZWZ0IiwiRGF0ZVBvc2l0aW9uIjoiUmlnaHQiLCJTaGFwZVR5cGUiOjEzLCJTaGFwZVNpemUiOjEsIlNoYXBlU3R5bGUiOnsiJGlkIjoiMzc1IiwiTWFyZ2luIjp7IiRyZWYiOiI4In0sIlBhZGRpbmciOnsiJHJlZiI6IjkifSwiQmFja2dyb3VuZCI6eyIkaWQiOiIzNzYiLCJDb2xvciI6eyIkaWQiOiIzNzciLCJBIjoyNTUsIlIiOjEzNCwiRyI6MzcsIkIiOjI3fX0sIklzVmlzaWJsZSI6dHJ1ZSwiV2lkdGgiOjEzLjAsIkhlaWdodCI6MTMuMCwiQm9yZGVyU3R5bGUiOnsiJGlkIjoiMzc4IiwiTGluZUNvbG9yIjp7IiRpZCI6IjM3OSIsIiR0eXBlIjoiTkxSRS5Db21tb24uRG9tLlNvbGlkQ29sb3JCcnVzaCwgTkxSRS5Db21tb24iLCJDb2xvciI6eyIkaWQiOiIzODAiLCJBIjoyNTUsIlIiOjI1NSwiRyI6MjU1LCJCIjoyNTV9fSwiTGluZVdlaWdodCI6MC4wLCJMaW5lVHlwZSI6MCwiUGFyZW50U3R5bGUiOm51bGx9LCJQYXJlbnRTdHlsZSI6bnVsbH0sIlRpdGxlU3R5bGUiOnsiJGlkIjoiMzgxIiwiRm9udFNldHRpbmdzIjp7IiRpZCI6IjM4MiIsIkZvbnRTaXplIjoxMSwiRm9udE5hbWUiOiJDYWxpYnJpIiwiSXNCb2xkIjp0cnVlLCJJc0l0YWxpYyI6ZmFsc2UsIklzVW5kZXJsaW5lZCI6ZmFsc2UsIlBhcmVudFN0eWxlIjpudWxsfSwiQXV0b1NpemUiOjAsIkZvcmVncm91bmQiOnsiJHJlZiI6IjQ1In0sIk1heFdpZHRoIjoyMDAuMCwiTWF4SGVpZ2h0IjoiSW5maW5pdHkiLCJTbWFydEZvcmVncm91bmRJc0FjdGl2ZSI6ZmFsc2UsIkhvcml6b250YWxBbGlnbm1lbnQiOjIsIlZlcnRpY2FsQWxpZ25tZW50IjowLCJTbWFydEZvcmVncm91bmQiOm51bGwsIkJhY2tncm91bmRGaWxsVHlwZSI6MCwiTWFyZ2luIjp7IiRyZWYiOiIxOSJ9LCJQYWRkaW5nIjp7IiRyZWYiOiIyMCJ9LCJCYWNrZ3JvdW5kIjp7IiRyZWYiOiI0NyJ9LCJJc1Zpc2libGUiOnRydWUsIldpZHRoIjowLjAsIkhlaWdodCI6MC4wLCJCb3JkZXJTdHlsZSI6bnVsbCwiUGFyZW50U3R5bGUiOm51bGx9LCJEYXRlU3R5bGUiOnsiJGlkIjoiMzgzIiwiRm9udFNldHRpbmdzIjp7IiRpZCI6IjM4NCIsIkZvbnRTaXplIjoxMCwiRm9udE5hbWUiOiJDYWxpYnJpIiwiSXNCb2xkIjpmYWxzZSwiSXNJdGFsaWMiOmZhbHNlLCJJc1VuZGVybGluZWQiOmZhbHNlLCJQYXJlbnRTdHlsZSI6bnVsbH0sIkF1dG9TaXplIjowLCJGb3JlZ3JvdW5kIjp7IiRpZCI6IjM4NSIsIkNvbG9yIjp7IiRpZCI6IjM4NiIsIkEiOjI1NSwiUiI6MCwiRyI6MjI4LCJCIjoxMjR9fSwiTWF4V2lkdGgiOjIwMC4wLCJNYXhIZWlnaHQiOiJJbmZpbml0eSIsIlNtYXJ0Rm9yZWdyb3VuZElzQWN0aXZlIjpmYWxzZSwiSG9yaXpvbnRhbEFsaWdubWVudCI6MCwiVmVydGljYWxBbGlnbm1lbnQiOjAsIlNtYXJ0Rm9yZWdyb3VuZCI6bnVsbCwiQmFja2dyb3VuZEZpbGxUeXBlIjowLCJNYXJnaW4iOnsiJHJlZiI6IjI3In0sIlBhZGRpbmciOnsiJHJlZiI6IjI4In0sIkJhY2tncm91bmQiOnsiJHJlZiI6IjUxIn0sIklzVmlzaWJsZSI6dHJ1ZSwiV2lkdGgiOjAuMCwiSGVpZ2h0IjowLjAsIkJvcmRlclN0eWxlIjpudWxsLCJQYXJlbnRTdHlsZSI6bnVsbH0sIkRhdGVGb3JtYXQiOnsiJGlkIjoiMzg3IiwiRm9ybWF0U3RyaW5nIjoiTU1NTSB5eXl5IiwiU2VwYXJhdG9yIjoiLyIsIlVzZUludGVybmF0aW9uYWxEYXRlRm9ybWF0IjpmYWxzZSwiRGF0ZUlzVmlzaWJsZSI6dHJ1ZSwiVGltZUlzVmlzaWJsZSI6ZmFsc2UsIkhvdXJEaWdpdHMiOjEsIkFtUG1EZXNpZ25hdG9yIjoyLCJUcmltMDBNaW51dGVzIjpmYWxzZSwiTGFzdEtub3duVmlzaWJpbGl0eVN0YXRlIjp7IiRpZCI6IjM4OCIsIkRhdGVQYXJ0SXNWaXNpYmxlIjp0cnVlLCJUaW1lUGFydElzVmlzaWJsZSI6ZmFsc2V9fSwiV2Vla051bWJlcmluZyI6eyIkaWQiOiIzODkiLCJGb3JtYXQiOjAsIklzVmlzaWJsZSI6ZmFsc2UsIkxhc3RLbm93blZpc2liaWxpdHlTdGF0ZSI6ZmFsc2V9LCJJc1Zpc2libGUiOnRydWUsIlBhcmVudFN0eWxlIjpudWxsfSwiSHlwZXJsaW5rIjpudWxsLCJJbXBvcnRJZCI6IiJ9XSwiSWQiOiIwMDAwMDAwMC0wMDAwLTAwMDAtMDAwMC0wMDAwMDAwMDAwMDAiLCJJc1NpbmdsZUl0ZW1Sb3ciOnRydWV9LHsiJGlkIjoiMzkwIiwiX3Rhc2tzIjpbXSwiX21pbGVzdG9uZXMiOlt7IiRpZCI6IjM5MSIsIklkIjoiMmRjZGVmOGEtZDMwYy00MzRmLThhZGYtMjY0ZGJjYjBhYjBhIiwiSW5kZXgiOjEsIkdyb3VwSWQiOm51bGwsIlRpdGxlIjoiTUFTSC0gZ1BoMmIgKDE1MTctMDAxOCkiLCJEYXRlVGltZSI6IjIwMjgtMDEtMjdUMjM6NTk6MDAiLCJQZXJjZW50YWdlQ29tcGxldGUiOm51bGwsIk5vdGUiOm51bGwsIlN0eWxlIjp7IiRpZCI6IjM5MiIsIlRpdGxlUG9zaXRpb24iOiJMZWZ0IiwiRGF0ZVBvc2l0aW9uIjoiUmlnaHQiLCJTaGFwZVR5cGUiOjEzLCJTaGFwZVNpemUiOjEsIlNoYXBlU3R5bGUiOnsiJGlkIjoiMzkzIiwiTWFyZ2luIjp7IiRyZWYiOiI4In0sIlBhZGRpbmciOnsiJHJlZiI6IjkifSwiQmFja2dyb3VuZCI6eyIkaWQiOiIzOTQiLCJDb2xvciI6eyIkaWQiOiIzOTUiLCJBIjoyNTUsIlIiOjEzNCwiRyI6MzcsIkIiOjI3fX0sIklzVmlzaWJsZSI6dHJ1ZSwiV2lkdGgiOjEzLjAsIkhlaWdodCI6MTMuMCwiQm9yZGVyU3R5bGUiOnsiJGlkIjoiMzk2IiwiTGluZUNvbG9yIjp7IiRpZCI6IjM5NyIsIiR0eXBlIjoiTkxSRS5Db21tb24uRG9tLlNvbGlkQ29sb3JCcnVzaCwgTkxSRS5Db21tb24iLCJDb2xvciI6eyIkaWQiOiIzOTgiLCJBIjoyNTUsIlIiOjI1NSwiRyI6MjU1LCJCIjoyNTV9fSwiTGluZVdlaWdodCI6MC4wLCJMaW5lVHlwZSI6MCwiUGFyZW50U3R5bGUiOm51bGx9LCJQYXJlbnRTdHlsZSI6bnVsbH0sIlRpdGxlU3R5bGUiOnsiJGlkIjoiMzk5IiwiRm9udFNldHRpbmdzIjp7IiRpZCI6IjQwMCIsIkZvbnRTaXplIjoxMSwiRm9udE5hbWUiOiJDYWxpYnJpIiwiSXNCb2xkIjp0cnVlLCJJc0l0YWxpYyI6ZmFsc2UsIklzVW5kZXJsaW5lZCI6ZmFsc2UsIlBhcmVudFN0eWxlIjpudWxsfSwiQXV0b1NpemUiOjAsIkZvcmVncm91bmQiOnsiJGlkIjoiNDAxIiwiQ29sb3IiOnsiJGlkIjoiNDAyIiwiQSI6MjU1LCJSIjowLCJHIjowLCJCIjowfX0sIk1heFdpZHRoIjoyMDAuMCwiTWF4SGVpZ2h0IjoiSW5maW5pdHkiLCJTbWFydEZvcmVncm91bmRJc0FjdGl2ZSI6ZmFsc2UsIkhvcml6b250YWxBbGlnbm1lbnQiOjIsIlZlcnRpY2FsQWxpZ25tZW50IjowLCJTbWFydEZvcmVncm91bmQiOm51bGwsIkJhY2tncm91bmRGaWxsVHlwZSI6MCwiTWFyZ2luIjp7IiRyZWYiOiIxOSJ9LCJQYWRkaW5nIjp7IiRyZWYiOiIyMCJ9LCJCYWNrZ3JvdW5kIjp7IiRpZCI6IjQwMyIsIkNvbG9yIjp7IiRpZCI6IjQwNCIsIkEiOjAsIlIiOjI1NSwiRyI6MjU1LCJCIjoyNTV9fSwiSXNWaXNpYmxlIjp0cnVlLCJXaWR0aCI6MC4wLCJIZWlnaHQiOjAuMCwiQm9yZGVyU3R5bGUiOm51bGwsIlBhcmVudFN0eWxlIjpudWxsfSwiRGF0ZVN0eWxlIjp7IiRpZCI6IjQwNSIsIkZvbnRTZXR0aW5ncyI6eyIkaWQiOiI0MDYiLCJGb250U2l6ZSI6MTAsIkZvbnROYW1lIjoiQ2FsaWJyaSIsIklzQm9sZCI6ZmFsc2UsIklzSXRhbGljIjpmYWxzZSwiSXNVbmRlcmxpbmVkIjpmYWxzZSwiUGFyZW50U3R5bGUiOm51bGx9LCJBdXRvU2l6ZSI6MCwiRm9yZWdyb3VuZCI6eyIkaWQiOiI0MDciLCJDb2xvciI6eyIkaWQiOiI0MDgiLCJBIjoyNTUsIlIiOjAsIkciOjIyOCwiQiI6MTI0fX0sIk1heFdpZHRoIjoyMDAuMCwiTWF4SGVpZ2h0IjoiSW5maW5pdHkiLCJTbWFydEZvcmVncm91bmRJc0FjdGl2ZSI6ZmFsc2UsIkhvcml6b250YWxBbGlnbm1lbnQiOjAsIlZlcnRpY2FsQWxpZ25tZW50IjowLCJTbWFydEZvcmVncm91bmQiOm51bGwsIkJhY2tncm91bmRGaWxsVHlwZSI6MCwiTWFyZ2luIjp7IiRyZWYiOiIyNyJ9LCJQYWRkaW5nIjp7IiRyZWYiOiIyOCJ9LCJCYWNrZ3JvdW5kIjp7IiRpZCI6IjQwOSIsIkNvbG9yIjp7IiRpZCI6IjQxMCIsIkEiOjAsIlIiOjI1NSwiRyI6MjU1LCJCIjoyNTV9fSwiSXNWaXNpYmxlIjp0cnVlLCJXaWR0aCI6MC4wLCJIZWlnaHQiOjAuMCwiQm9yZGVyU3R5bGUiOm51bGwsIlBhcmVudFN0eWxlIjpudWxsfSwiRGF0ZUZvcm1hdCI6eyIkaWQiOiI0MTEiLCJGb3JtYXRTdHJpbmciOiJNTU0geXl5eSIsIlNlcGFyYXRvciI6Ii8iLCJVc2VJbnRlcm5hdGlvbmFsRGF0ZUZvcm1hdCI6ZmFsc2UsIkRhdGVJc1Zpc2libGUiOnRydWUsIlRpbWVJc1Zpc2libGUiOmZhbHNlLCJIb3VyRGlnaXRzIjoxLCJBbVBtRGVzaWduYXRvciI6MiwiVHJpbTAwTWludXRlcyI6ZmFsc2UsIkxhc3RLbm93blZpc2liaWxpdHlTdGF0ZSI6eyIkaWQiOiI0MTIiLCJEYXRlUGFydElzVmlzaWJsZSI6dHJ1ZSwiVGltZVBhcnRJc1Zpc2libGUiOmZhbHNlfX0sIldlZWtOdW1iZXJpbmciOnsiJGlkIjoiNDEzIiwiRm9ybWF0IjowLCJJc1Zpc2libGUiOmZhbHNlLCJMYXN0S25vd25WaXNpYmlsaXR5U3RhdGUiOmZhbHNlfSwiSXNWaXNpYmxlIjp0cnVlLCJQYXJlbnRTdHlsZSI6bnVsbH0sIkh5cGVybGluayI6bnVsbCwiSW1wb3J0SWQiOiIifV0sIklkIjoiMDAwMDAwMDAtMDAwMC0wMDAwLTAwMDAtMDAwMDAwMDAwMDAwIiwiSXNTaW5nbGVJdGVtUm93Ijp0cnVlfV0sIkluZGV4Ijo0LCJJZCI6IjM3YmI2YTQ5LTFmYmYtNDFkNS1hNGMxLTQyMGIwYjk2YTViYyIsIkhlYWRlclRleHQiOm51bGwsIklzRGVmYXVsdCI6dHJ1ZSwiU3R5bGUiOnsiJGlkIjoiNDE0IiwiSGVhZGVyU3R5bGUiOnsiJGlkIjoiNDE1IiwiVGV4dFN0eWxlIjp7IiRpZCI6IjQxNiIsIkZvbnRTZXR0aW5ncyI6eyIkaWQiOiI0MTciLCJGb250U2l6ZSI6MTEsIkZvbnROYW1lIjoiQ2FsaWJyaSIsIklzQm9sZCI6ZmFsc2UsIklzSXRhbGljIjpmYWxzZSwiSXNVbmRlcmxpbmVkIjpmYWxzZSwiUGFyZW50U3R5bGUiOm51bGx9LCJBdXRvU2l6ZSI6MiwiRm9yZWdyb3VuZCI6eyIkaWQiOiI0MTgiLCJDb2xvciI6eyIkaWQiOiI0MTkiLCJBIjoyNTUsIlIiOjAsIkciOjAsIkIiOjB9fSwiTWF4V2lkdGgiOjAuMCwiTWF4SGVpZ2h0IjoiSW5maW5pdHkiLCJTbWFydEZvcmVncm91bmRJc0FjdGl2ZSI6ZmFsc2UsIkhvcml6b250YWxBbGlnbm1lbnQiOjAsIlZlcnRpY2FsQWxpZ25tZW50IjowLCJTbWFydEZvcmVncm91bmQiOm51bGwsIkJhY2tncm91bmRGaWxsVHlwZSI6MCwiTWFyZ2luIjp7IiRpZCI6IjQyMCIsIlRvcCI6MC4wLCJMZWZ0IjowLjAsIlJpZ2h0IjowLjAsIkJvdHRvbSI6MC4wfSwiUGFkZGluZyI6eyIkaWQiOiI0MjEiLCJUb3AiOjAuMCwiTGVmdCI6MC4wLCJSaWdodCI6MC4wLCJCb3R0b20iOjAuMH0sIkJhY2tncm91bmQiOm51bGwsIklzVmlzaWJsZSI6dHJ1ZSwiV2lkdGgiOjAuMCwiSGVpZ2h0IjowLjAsIkJvcmRlclN0eWxlIjpudWxsLCJQYXJlbnRTdHlsZSI6bnVsbH0sIlJlY3RhbmdsZVN0eWxlIjp7IiRpZCI6IjQyMiIsIk1hcmdpbiI6eyIkaWQiOiI0MjMiLCJUb3AiOjAuMCwiTGVmdCI6MC4wLCJSaWdodCI6MC4wLCJCb3R0b20iOjAuMH0sIlBhZGRpbmciOnsiJGlkIjoiNDI0IiwiVG9wIjowLjAsIkxlZnQiOjAuMCwiUmlnaHQiOjAuMCwiQm90dG9tIjowLjB9LCJCYWNrZ3JvdW5kIjp7IiRpZCI6IjQyNSIsIkNvbG9yIjp7IiRpZCI6IjQyNiIsIkEiOjYzLCJSIjowLCJHIjoyMjgsIkIiOjEyNH19LCJJc1Zpc2libGUiOnRydWUsIldpZHRoIjowLjAsIkhlaWdodCI6MC4wLCJCb3JkZXJTdHlsZSI6eyIkaWQiOiI0MjciLCJMaW5lQ29sb3IiOnsiJGlkIjoiNDI4IiwiJHR5cGUiOiJOTFJFLkNvbW1vbi5Eb20uU29saWRDb2xvckJydXNoLCBOTFJFLkNvbW1vbiIsIkNvbG9yIjp7IiRpZCI6IjQyOSIsIkEiOjI1NSwiUiI6MSwiRyI6MTUsIkIiOjExfX0sIkxpbmVXZWlnaHQiOjAuMCwiTGluZVR5cGUiOjAsIlBhcmVudFN0eWxlIjpudWxsfSwiUGFyZW50U3R5bGUiOm51bGx9LCJNYXJnaW4iOnsiJGlkIjoiNDMwIiwiVG9wIjowLjAsIkxlZnQiOjAuMCwiUmlnaHQiOjAuMCwiQm90dG9tIjowLjB9LCJQYWRkaW5nIjp7IiRpZCI6IjQzMSIsIlRvcCI6MC4wLCJMZWZ0IjowLjAsIlJpZ2h0IjowLjAsIkJvdHRvbSI6MC4wfSwiQmFja2dyb3VuZCI6bnVsbCwiSXNWaXNpYmxlIjp0cnVlLCJXaWR0aCI6MC4wLCJIZWlnaHQiOjAuMCwiQm9yZGVyU3R5bGUiOm51bGwsIlBhcmVudFN0eWxlIjpudWxsfSwiQmFja2dyb3VuZFN0eWxlIjp7IiRpZCI6IjQzMiIsIk1hcmdpbiI6eyIkaWQiOiI0MzMiLCJUb3AiOjAuMCwiTGVmdCI6MC4wLCJSaWdodCI6MC4wLCJCb3R0b20iOjAuMH0sIlBhZGRpbmciOnsiJGlkIjoiNDM0IiwiVG9wIjowLjAsIkxlZnQiOjAuMCwiUmlnaHQiOjAuMCwiQm90dG9tIjowLjB9LCJCYWNrZ3JvdW5kIjp7IiRpZCI6IjQzNSIsIkNvbG9yIjp7IiRpZCI6IjQzNiIsIkEiOjUxLCJSIjoxOTcsIkciOjE5NSwiQiI6MjM4fX0sIklzVmlzaWJsZSI6dHJ1ZSwiV2lkdGgiOjAuMCwiSGVpZ2h0IjowLjAsIkJvcmRlclN0eWxlIjp7IiRpZCI6IjQzNyIsIkxpbmVDb2xvciI6eyIkaWQiOiI0MzgiLCIkdHlwZSI6Ik5MUkUuQ29tbW9uLkRvbS5Tb2xpZENvbG9yQnJ1c2gsIE5MUkUuQ29tbW9uIiwiQ29sb3IiOnsiJGlkIjoiNDM5IiwiQSI6MjU1LCJSIjoxLCJHIjoxNSwiQiI6MTF9fSwiTGluZVdlaWdodCI6MC4wLCJMaW5lVHlwZSI6MCwiUGFyZW50U3R5bGUiOm51bGx9LCJQYXJlbnRTdHlsZSI6bnVsbH0sIk1hcmdpbiI6eyIkaWQiOiI0NDAiLCJUb3AiOjAuMCwiTGVmdCI6MC4wLCJSaWdodCI6MC4wLCJCb3R0b20iOjAuMH0sIlBhZGRpbmciOnsiJGlkIjoiNDQxIiwiVG9wIjowLjAsIkxlZnQiOjAuMCwiUmlnaHQiOjAuMCwiQm90dG9tIjowLjB9LCJJc1Zpc2libGUiOmZhbHNlLCJXaWR0aCI6MC4wLCJIZWlnaHQiOjAuMCwiQm9yZGVyU3R5bGUiOm51bGwsIlBhcmVudFN0eWxlIjpudWxsfX1dLCJJZCI6ImU2YWJmZTVjLTg4YTEtNDA5Yi1hMmU1LTlmMjliZjYzYjYzZiIsIkluZGV4Ijo0LCJIZWFkZXJUZXh0IjoiRkFQLVRSQUlMUjIiLCJTdHlsZSI6eyIkaWQiOiI0NDIiLCJIZWFkZXJTdHlsZSI6eyIkaWQiOiI0NDMiLCJUZXh0SXNWZXJ0aWNhbCI6ZmFsc2UsIlRleHRTdHlsZSI6eyIkaWQiOiI0NDQiLCJGb250U2V0dGluZ3MiOnsiJGlkIjoiNDQ1IiwiRm9udFNpemUiOjEyLCJGb250TmFtZSI6IkNhbGlicmkiLCJJc0JvbGQiOmZhbHNlLCJJc0l0YWxpYyI6ZmFsc2UsIklzVW5kZXJsaW5lZCI6ZmFsc2UsIlBhcmVudFN0eWxlIjpudWxsfSwiQXV0b1NpemUiOjIsIkZvcmVncm91bmQiOnsiJHJlZiI6IjEyMCJ9LCJNYXhXaWR0aCI6NjUuMTM2NjY2NjY2NjY2NjU2LCJNYXhIZWlnaHQiOjAuMCwiU21hcnRGb3JlZ3JvdW5kSXNBY3RpdmUiOmZhbHNlLCJIb3Jpem9udGFsQWxpZ25tZW50IjowLCJWZXJ0aWNhbEFsaWdubWVudCI6MCwiU21hcnRGb3JlZ3JvdW5kIjpudWxsLCJCYWNrZ3JvdW5kRmlsbFR5cGUiOjAsIk1hcmdpbiI6eyIkcmVmIjoiMTIyIn0sIlBhZGRpbmciOnsiJHJlZiI6IjEyMyJ9LCJCYWNrZ3JvdW5kIjpudWxsLCJJc1Zpc2libGUiOnRydWUsIldpZHRoIjowLjAsIkhlaWdodCI6MC4wLCJCb3JkZXJTdHlsZSI6bnVsbCwiUGFyZW50U3R5bGUiOm51bGx9LCJSZWN0YW5nbGVTdHlsZSI6eyIkaWQiOiI0NDYiLCJNYXJnaW4iOnsiJGlkIjoiNDQ3IiwiVG9wIjowLjAsIkxlZnQiOjAuMCwiUmlnaHQiOjAuMCwiQm90dG9tIjowLjB9LCJQYWRkaW5nIjp7IiRpZCI6IjQ0OCIsIlRvcCI6MC4wLCJMZWZ0IjowLjAsIlJpZ2h0IjowLjAsIkJvdHRvbSI6MC4wfSwiQmFja2dyb3VuZCI6eyIkaWQiOiI0NDkiLCJDb2xvciI6eyIkaWQiOiI0NTAiLCJBIjoyNTUsIlIiOjAsIkciOjIyOCwiQiI6MTI0fX0sIklzVmlzaWJsZSI6dHJ1ZSwiV2lkdGgiOjAuMCwiSGVpZ2h0IjowLjAsIkJvcmRlclN0eWxlIjp7IiRpZCI6IjQ1MSIsIkxpbmVDb2xvciI6eyIkaWQiOiI0NTIiLCIkdHlwZSI6Ik5MUkUuQ29tbW9uLkRvbS5Tb2xpZENvbG9yQnJ1c2gsIE5MUkUuQ29tbW9uIiwiQ29sb3IiOnsiJGlkIjoiNDUzIiwiQSI6MjU1LCJSIjoxLCJHIjoxNSwiQiI6MTF9fSwiTGluZVdlaWdodCI6MC4wLCJMaW5lVHlwZSI6MCwiUGFyZW50U3R5bGUiOm51bGx9LCJQYXJlbnRTdHlsZSI6bnVsbH0sIk1hcmdpbiI6eyIkaWQiOiI0NTQiLCJUb3AiOjAuMCwiTGVmdCI6MC4wLCJSaWdodCI6MC4wLCJCb3R0b20iOjAuMH0sIlBhZGRpbmciOnsiJGlkIjoiNDU1IiwiVG9wIjowLjAsIkxlZnQiOjAuMCwiUmlnaHQiOjAuMCwiQm90dG9tIjowLjB9LCJCYWNrZ3JvdW5kIjpudWxsLCJJc1Zpc2libGUiOnRydWUsIldpZHRoIjowLjAsIkhlaWdodCI6MC4wLCJCb3JkZXJTdHlsZSI6bnVsbCwiUGFyZW50U3R5bGUiOm51bGx9LCJCYWNrZ3JvdW5kU3R5bGUiOnsiJGlkIjoiNDU2IiwiTWFyZ2luIjp7IiRpZCI6IjQ1NyIsIlRvcCI6MC4wLCJMZWZ0IjowLjAsIlJpZ2h0IjowLjAsIkJvdHRvbSI6MC4wfSwiUGFkZGluZyI6eyIkaWQiOiI0NTgiLCJUb3AiOjAuMCwiTGVmdCI6MC4wLCJSaWdodCI6MC4wLCJCb3R0b20iOjAuMH0sIkJhY2tncm91bmQiOnsiJGlkIjoiNDU5IiwiQ29sb3IiOnsiJGlkIjoiNDYwIiwiQSI6NTEsIlIiOjIxNywiRyI6MjE3LCJCIjoyMTd9fSwiSXNWaXNpYmxlIjp0cnVlLCJXaWR0aCI6MC4wLCJIZWlnaHQiOjAuMCwiQm9yZGVyU3R5bGUiOnsiJGlkIjoiNDYxIiwiTGluZUNvbG9yIjp7IiRpZCI6IjQ2MiIsIiR0eXBlIjoiTkxSRS5Db21tb24uRG9tLlNvbGlkQ29sb3JCcnVzaCwgTkxSRS5Db21tb24iLCJDb2xvciI6eyIkaWQiOiI0NjMiLCJBIjoyNTUsIlIiOjI1NSwiRyI6MjU1LCJCIjoyNTV9fSwiTGluZVdlaWdodCI6MC4wLCJMaW5lVHlwZSI6MCwiUGFyZW50U3R5bGUiOm51bGx9LCJQYXJlbnRTdHlsZSI6bnVsbH0sIklzQWJvdmVUaW1lYmFuZCI6ZmFsc2UsIk1hcmdpbiI6eyIkaWQiOiI0NjQiLCJUb3AiOjAuMCwiTGVmdCI6MC4wLCJSaWdodCI6MC4wLCJCb3R0b20iOjAuMH0sIlBhZGRpbmciOnsiJGlkIjoiNDY1IiwiVG9wIjowLjAsIkxlZnQiOjAuMCwiUmlnaHQiOjAuMCwiQm90dG9tIjowLjB9LCJJc1Zpc2libGUiOnRydWUsIldpZHRoIjowLjAsIkhlaWdodCI6MC4wLCJCb3JkZXJTdHlsZSI6eyIkaWQiOiI0NjYiLCJMaW5lQ29sb3IiOm51bGwsIkxpbmVXZWlnaHQiOjAuMCwiTGluZVR5cGUiOjAsIlBhcmVudFN0eWxlIjpudWxsfSwiUGFyZW50U3R5bGUiOm51bGx9fSx7IiRpZCI6IjQ2NyIsIl9hY3Rpdml0aWVzIjpbeyIkaWQiOiI0NjgiLCJfcm93cyI6W3siJGlkIjoiNDY5IiwiX3Rhc2tzIjpbXSwiX21pbGVzdG9uZXMiOlt7IiRpZCI6IjQ3MCIsIklkIjoiYzViMWZlMGQtYzI3OS00ZDA1LWE4MDMtY2Q5NzE0Y2M3MmI1IiwiSW5kZXgiOjAsIkdyb3VwSWQiOm51bGwsIlRpdGxlIjoiTUFTSC0gZ1BoMmIgKDE1MjQtMDAxNikiLCJEYXRlVGltZSI6IjIwMjgtMTEtMTFUMjM6NTk6MDAiLCJQZXJjZW50YWdlQ29tcGxldGUiOm51bGwsIk5vdGUiOm51bGwsIlN0eWxlIjp7IiRpZCI6IjQ3MSIsIlRpdGxlUG9zaXRpb24iOiJMZWZ0IiwiRGF0ZVBvc2l0aW9uIjoiUmlnaHQiLCJTaGFwZVR5cGUiOjEzLCJTaGFwZVNpemUiOjEsIlNoYXBlU3R5bGUiOnsiJGlkIjoiNDcyIiwiTWFyZ2luIjp7IiRyZWYiOiI4In0sIlBhZGRpbmciOnsiJHJlZiI6IjkifSwiQmFja2dyb3VuZCI6eyIkaWQiOiI0NzMiLCJDb2xvciI6eyIkaWQiOiI0NzQiLCJBIjoyNTUsIlIiOjEzNCwiRyI6MzcsIkIiOjI3fX0sIklzVmlzaWJsZSI6dHJ1ZSwiV2lkdGgiOjEzLjAsIkhlaWdodCI6MTMuMCwiQm9yZGVyU3R5bGUiOnsiJGlkIjoiNDc1IiwiTGluZUNvbG9yIjp7IiRpZCI6IjQ3NiIsIiR0eXBlIjoiTkxSRS5Db21tb24uRG9tLlNvbGlkQ29sb3JCcnVzaCwgTkxSRS5Db21tb24iLCJDb2xvciI6eyIkaWQiOiI0NzciLCJBIjoyNTUsIlIiOjI1NSwiRyI6MjU1LCJCIjoyNTV9fSwiTGluZVdlaWdodCI6MC4wLCJMaW5lVHlwZSI6MCwiUGFyZW50U3R5bGUiOm51bGx9LCJQYXJlbnRTdHlsZSI6bnVsbH0sIlRpdGxlU3R5bGUiOnsiJGlkIjoiNDc4IiwiRm9udFNldHRpbmdzIjp7IiRpZCI6IjQ3OSIsIkZvbnRTaXplIjoxMSwiRm9udE5hbWUiOiJDYWxpYnJpIiwiSXNCb2xkIjp0cnVlLCJJc0l0YWxpYyI6ZmFsc2UsIklzVW5kZXJsaW5lZCI6ZmFsc2UsIlBhcmVudFN0eWxlIjpudWxsfSwiQXV0b1NpemUiOjAsIkZvcmVncm91bmQiOnsiJGlkIjoiNDgwIiwiQ29sb3IiOnsiJGlkIjoiNDgxIiwiQSI6MjU1LCJSIjowLCJHIjowLCJCIjowfX0sIk1heFdpZHRoIjoyMDAuMCwiTWF4SGVpZ2h0IjoiSW5maW5pdHkiLCJTbWFydEZvcmVncm91bmRJc0FjdGl2ZSI6ZmFsc2UsIkhvcml6b250YWxBbGlnbm1lbnQiOjIsIlZlcnRpY2FsQWxpZ25tZW50IjowLCJTbWFydEZvcmVncm91bmQiOm51bGwsIkJhY2tncm91bmRGaWxsVHlwZSI6MCwiTWFyZ2luIjp7IiRyZWYiOiIxOSJ9LCJQYWRkaW5nIjp7IiRyZWYiOiIyMCJ9LCJCYWNrZ3JvdW5kIjp7IiRpZCI6IjQ4MiIsIkNvbG9yIjp7IiRpZCI6IjQ4MyIsIkEiOjAsIlIiOjI1NSwiRyI6MjU1LCJCIjoyNTV9fSwiSXNWaXNpYmxlIjp0cnVlLCJXaWR0aCI6MC4wLCJIZWlnaHQiOjAuMCwiQm9yZGVyU3R5bGUiOm51bGwsIlBhcmVudFN0eWxlIjpudWxsfSwiRGF0ZVN0eWxlIjp7IiRpZCI6IjQ4NCIsIkZvbnRTZXR0aW5ncyI6eyIkaWQiOiI0ODUiLCJGb250U2l6ZSI6MTAsIkZvbnROYW1lIjoiQ2FsaWJyaSIsIklzQm9sZCI6ZmFsc2UsIklzSXRhbGljIjpmYWxzZSwiSXNVbmRlcmxpbmVkIjpmYWxzZSwiUGFyZW50U3R5bGUiOm51bGx9LCJBdXRvU2l6ZSI6MCwiRm9yZWdyb3VuZCI6eyIkaWQiOiI0ODYiLCJDb2xvciI6eyIkaWQiOiI0ODciLCJBIjoyNTUsIlIiOjAsIkciOjIyOCwiQiI6MTI0fX0sIk1heFdpZHRoIjoyMDAuMCwiTWF4SGVpZ2h0IjoiSW5maW5pdHkiLCJTbWFydEZvcmVncm91bmRJc0FjdGl2ZSI6ZmFsc2UsIkhvcml6b250YWxBbGlnbm1lbnQiOjAsIlZlcnRpY2FsQWxpZ25tZW50IjowLCJTbWFydEZvcmVncm91bmQiOm51bGwsIkJhY2tncm91bmRGaWxsVHlwZSI6MCwiTWFyZ2luIjp7IiRyZWYiOiIyNyJ9LCJQYWRkaW5nIjp7IiRyZWYiOiIyOCJ9LCJCYWNrZ3JvdW5kIjp7IiRpZCI6IjQ4OCIsIkNvbG9yIjp7IiRpZCI6IjQ4OSIsIkEiOjAsIlIiOjI1NSwiRyI6MjU1LCJCIjoyNTV9fSwiSXNWaXNpYmxlIjp0cnVlLCJXaWR0aCI6MC4wLCJIZWlnaHQiOjAuMCwiQm9yZGVyU3R5bGUiOm51bGwsIlBhcmVudFN0eWxlIjpudWxsfSwiRGF0ZUZvcm1hdCI6eyIkaWQiOiI0OTAiLCJGb3JtYXRTdHJpbmciOiJNTU0geXl5eSIsIlNlcGFyYXRvciI6Ii8iLCJVc2VJbnRlcm5hdGlvbmFsRGF0ZUZvcm1hdCI6ZmFsc2UsIkRhdGVJc1Zpc2libGUiOnRydWUsIlRpbWVJc1Zpc2libGUiOmZhbHNlLCJIb3VyRGlnaXRzIjoxLCJBbVBtRGVzaWduYXRvciI6MiwiVHJpbTAwTWludXRlcyI6ZmFsc2UsIkxhc3RLbm93blZpc2liaWxpdHlTdGF0ZSI6eyIkaWQiOiI0OTEiLCJEYXRlUGFydElzVmlzaWJsZSI6dHJ1ZSwiVGltZVBhcnRJc1Zpc2libGUiOmZhbHNlfX0sIldlZWtOdW1iZXJpbmciOnsiJGlkIjoiNDkyIiwiRm9ybWF0IjowLCJJc1Zpc2libGUiOmZhbHNlLCJMYXN0S25vd25WaXNpYmlsaXR5U3RhdGUiOmZhbHNlfSwiSXNWaXNpYmxlIjp0cnVlLCJQYXJlbnRTdHlsZSI6bnVsbH0sIkh5cGVybGluayI6bnVsbCwiSW1wb3J0SWQiOiIifV0sIklkIjoiMDAwMDAwMDAtMDAwMC0wMDAwLTAwMDAtMDAwMDAwMDAwMDAwIiwiSXNTaW5nbGVJdGVtUm93Ijp0cnVlfV0sIkluZGV4Ijo1LCJJZCI6ImRmZDUwNzY5LWUwNDgtNDhlMC1hYmVkLTIwZmJiNGQzOTBjOCIsIkhlYWRlclRleHQiOm51bGwsIklzRGVmYXVsdCI6dHJ1ZSwiU3R5bGUiOnsiJGlkIjoiNDkzIiwiSGVhZGVyU3R5bGUiOnsiJGlkIjoiNDk0IiwiVGV4dFN0eWxlIjp7IiRpZCI6IjQ5NSIsIkZvbnRTZXR0aW5ncyI6eyIkaWQiOiI0OTYiLCJGb250U2l6ZSI6MTEsIkZvbnROYW1lIjoiQ2FsaWJyaSIsIklzQm9sZCI6ZmFsc2UsIklzSXRhbGljIjpmYWxzZSwiSXNVbmRlcmxpbmVkIjpmYWxzZSwiUGFyZW50U3R5bGUiOm51bGx9LCJBdXRvU2l6ZSI6MiwiRm9yZWdyb3VuZCI6eyIkaWQiOiI0OTciLCJDb2xvciI6eyIkaWQiOiI0OTgiLCJBIjoyNTUsIlIiOjAsIkciOjAsIkIiOjB9fSwiTWF4V2lkdGgiOjAuMCwiTWF4SGVpZ2h0IjoiSW5maW5pdHkiLCJTbWFydEZvcmVncm91bmRJc0FjdGl2ZSI6ZmFsc2UsIkhvcml6b250YWxBbGlnbm1lbnQiOjAsIlZlcnRpY2FsQWxpZ25tZW50IjowLCJTbWFydEZvcmVncm91bmQiOm51bGwsIkJhY2tncm91bmRGaWxsVHlwZSI6MCwiTWFyZ2luIjp7IiRpZCI6IjQ5OSIsIlRvcCI6MC4wLCJMZWZ0IjowLjAsIlJpZ2h0IjowLjAsIkJvdHRvbSI6MC4wfSwiUGFkZGluZyI6eyIkaWQiOiI1MDAiLCJUb3AiOjAuMCwiTGVmdCI6MC4wLCJSaWdodCI6MC4wLCJCb3R0b20iOjAuMH0sIkJhY2tncm91bmQiOm51bGwsIklzVmlzaWJsZSI6dHJ1ZSwiV2lkdGgiOjAuMCwiSGVpZ2h0IjowLjAsIkJvcmRlclN0eWxlIjpudWxsLCJQYXJlbnRTdHlsZSI6bnVsbH0sIlJlY3RhbmdsZVN0eWxlIjp7IiRpZCI6IjUwMSIsIk1hcmdpbiI6eyIkaWQiOiI1MDIiLCJUb3AiOjAuMCwiTGVmdCI6MC4wLCJSaWdodCI6MC4wLCJCb3R0b20iOjAuMH0sIlBhZGRpbmciOnsiJGlkIjoiNTAzIiwiVG9wIjowLjAsIkxlZnQiOjAuMCwiUmlnaHQiOjAuMCwiQm90dG9tIjowLjB9LCJCYWNrZ3JvdW5kIjp7IiRpZCI6IjUwNCIsIkNvbG9yIjp7IiRpZCI6IjUwNSIsIkEiOjYzLCJSIjoxNjMsIkciOjIyOSwiQiI6MjM4fX0sIklzVmlzaWJsZSI6dHJ1ZSwiV2lkdGgiOjAuMCwiSGVpZ2h0IjowLjAsIkJvcmRlclN0eWxlIjp7IiRpZCI6IjUwNiIsIkxpbmVDb2xvciI6eyIkaWQiOiI1MDciLCIkdHlwZSI6Ik5MUkUuQ29tbW9uLkRvbS5Tb2xpZENvbG9yQnJ1c2gsIE5MUkUuQ29tbW9uIiwiQ29sb3IiOnsiJGlkIjoiNTA4IiwiQSI6MjU1LCJSIjoxLCJHIjoxNSwiQiI6MTF9fSwiTGluZVdlaWdodCI6MC4wLCJMaW5lVHlwZSI6MCwiUGFyZW50U3R5bGUiOm51bGx9LCJQYXJlbnRTdHlsZSI6bnVsbH0sIk1hcmdpbiI6eyIkaWQiOiI1MDkiLCJUb3AiOjAuMCwiTGVmdCI6MC4wLCJSaWdodCI6MC4wLCJCb3R0b20iOjAuMH0sIlBhZGRpbmciOnsiJGlkIjoiNTEwIiwiVG9wIjowLjAsIkxlZnQiOjAuMCwiUmlnaHQiOjAuMCwiQm90dG9tIjowLjB9LCJCYWNrZ3JvdW5kIjpudWxsLCJJc1Zpc2libGUiOnRydWUsIldpZHRoIjowLjAsIkhlaWdodCI6MC4wLCJCb3JkZXJTdHlsZSI6bnVsbCwiUGFyZW50U3R5bGUiOm51bGx9LCJCYWNrZ3JvdW5kU3R5bGUiOnsiJGlkIjoiNTExIiwiTWFyZ2luIjp7IiRpZCI6IjUxMiIsIlRvcCI6MC4wLCJMZWZ0IjowLjAsIlJpZ2h0IjowLjAsIkJvdHRvbSI6MC4wfSwiUGFkZGluZyI6eyIkaWQiOiI1MTMiLCJUb3AiOjAuMCwiTGVmdCI6MC4wLCJSaWdodCI6MC4wLCJCb3R0b20iOjAuMH0sIkJhY2tncm91bmQiOnsiJGlkIjoiNTE0IiwiQ29sb3IiOnsiJGlkIjoiNTE1IiwiQSI6NTEsIlIiOjE5NywiRyI6MTk1LCJCIjoyMzh9fSwiSXNWaXNpYmxlIjp0cnVlLCJXaWR0aCI6MC4wLCJIZWlnaHQiOjAuMCwiQm9yZGVyU3R5bGUiOnsiJGlkIjoiNTE2IiwiTGluZUNvbG9yIjp7IiRpZCI6IjUxNyIsIiR0eXBlIjoiTkxSRS5Db21tb24uRG9tLlNvbGlkQ29sb3JCcnVzaCwgTkxSRS5Db21tb24iLCJDb2xvciI6eyIkaWQiOiI1MTgiLCJBIjoyNTUsIlIiOjEsIkciOjE1LCJCIjoxMX19LCJMaW5lV2VpZ2h0IjowLjAsIkxpbmVUeXBlIjowLCJQYXJlbnRTdHlsZSI6bnVsbH0sIlBhcmVudFN0eWxlIjpudWxsfSwiTWFyZ2luIjp7IiRpZCI6IjUxOSIsIlRvcCI6MC4wLCJMZWZ0IjowLjAsIlJpZ2h0IjowLjAsIkJvdHRvbSI6MC4wfSwiUGFkZGluZyI6eyIkaWQiOiI1MjAiLCJUb3AiOjAuMCwiTGVmdCI6MC4wLCJSaWdodCI6MC4wLCJCb3R0b20iOjAuMH0sIklzVmlzaWJsZSI6ZmFsc2UsIldpZHRoIjowLjAsIkhlaWdodCI6MC4wLCJCb3JkZXJTdHlsZSI6bnVsbCwiUGFyZW50U3R5bGUiOm51bGx9fV0sIklkIjoiNWU3ZDY0OTMtY2IzMS00ODdmLWJmZTQtZDYzNzVkMjQwYzQ2IiwiSW5kZXgiOjUsIkhlYWRlclRleHQiOiJJTC0xMSIsIlN0eWxlIjp7IiRpZCI6IjUyMSIsIkhlYWRlclN0eWxlIjp7IiRpZCI6IjUyMiIsIlRleHRJc1ZlcnRpY2FsIjpmYWxzZSwiVGV4dFN0eWxlIjp7IiRpZCI6IjUyMyIsIkZvbnRTZXR0aW5ncyI6eyIkaWQiOiI1MjQiLCJGb250U2l6ZSI6MTIsIkZvbnROYW1lIjoiQ2FsaWJyaSIsIklzQm9sZCI6ZmFsc2UsIklzSXRhbGljIjpmYWxzZSwiSXNVbmRlcmxpbmVkIjpmYWxzZSwiUGFyZW50U3R5bGUiOm51bGx9LCJBdXRvU2l6ZSI6MiwiRm9yZWdyb3VuZCI6eyIkcmVmIjoiMTIwIn0sIk1heFdpZHRoIjo2NS4xMzY2NjY2NjY2NjY2NTYsIk1heEhlaWdodCI6MC4wLCJTbWFydEZvcmVncm91bmRJc0FjdGl2ZSI6ZmFsc2UsIkhvcml6b250YWxBbGlnbm1lbnQiOjAsIlZlcnRpY2FsQWxpZ25tZW50IjowLCJTbWFydEZvcmVncm91bmQiOm51bGwsIkJhY2tncm91bmRGaWxsVHlwZSI6MCwiTWFyZ2luIjp7IiRyZWYiOiIxMjIifSwiUGFkZGluZyI6eyIkcmVmIjoiMTIzIn0sIkJhY2tncm91bmQiOm51bGwsIklzVmlzaWJsZSI6dHJ1ZSwiV2lkdGgiOjAuMCwiSGVpZ2h0IjowLjAsIkJvcmRlclN0eWxlIjpudWxsLCJQYXJlbnRTdHlsZSI6bnVsbH0sIlJlY3RhbmdsZVN0eWxlIjp7IiRpZCI6IjUyNSIsIk1hcmdpbiI6eyIkaWQiOiI1MjYiLCJUb3AiOjAuMCwiTGVmdCI6MC4wLCJSaWdodCI6MC4wLCJCb3R0b20iOjAuMH0sIlBhZGRpbmciOnsiJGlkIjoiNTI3IiwiVG9wIjowLjAsIkxlZnQiOjAuMCwiUmlnaHQiOjAuMCwiQm90dG9tIjowLjB9LCJCYWNrZ3JvdW5kIjp7IiRpZCI6IjUyOCIsIkNvbG9yIjp7IiRpZCI6IjUyOSIsIkEiOjI1NSwiUiI6OCwiRyI6NDksIkIiOjQyfX0sIklzVmlzaWJsZSI6dHJ1ZSwiV2lkdGgiOjAuMCwiSGVpZ2h0IjowLjAsIkJvcmRlclN0eWxlIjp7IiRpZCI6IjUzMCIsIkxpbmVDb2xvciI6eyIkaWQiOiI1MzEiLCIkdHlwZSI6Ik5MUkUuQ29tbW9uLkRvbS5Tb2xpZENvbG9yQnJ1c2gsIE5MUkUuQ29tbW9uIiwiQ29sb3IiOnsiJGlkIjoiNTMyIiwiQSI6MjU1LCJSIjoyNTUsIkciOjI1NSwiQiI6MjU1fX0sIkxpbmVXZWlnaHQiOjAuMCwiTGluZVR5cGUiOjAsIlBhcmVudFN0eWxlIjpudWxsfSwiUGFyZW50U3R5bGUiOm51bGx9LCJNYXJnaW4iOnsiJGlkIjoiNTMzIiwiVG9wIjowLjAsIkxlZnQiOjAuMCwiUmlnaHQiOjAuMCwiQm90dG9tIjowLjB9LCJQYWRkaW5nIjp7IiRpZCI6IjUzNCIsIlRvcCI6MC4wLCJMZWZ0IjowLjAsIlJpZ2h0IjowLjAsIkJvdHRvbSI6MC4wfSwiQmFja2dyb3VuZCI6bnVsbCwiSXNWaXNpYmxlIjp0cnVlLCJXaWR0aCI6MC4wLCJIZWlnaHQiOjAuMCwiQm9yZGVyU3R5bGUiOm51bGwsIlBhcmVudFN0eWxlIjpudWxsfSwiQmFja2dyb3VuZFN0eWxlIjp7IiRpZCI6IjUzNSIsIk1hcmdpbiI6eyIkaWQiOiI1MzYiLCJUb3AiOjAuMCwiTGVmdCI6MC4wLCJSaWdodCI6MC4wLCJCb3R0b20iOjAuMH0sIlBhZGRpbmciOnsiJGlkIjoiNTM3IiwiVG9wIjowLjAsIkxlZnQiOjAuMCwiUmlnaHQiOjAuMCwiQm90dG9tIjowLjB9LCJCYWNrZ3JvdW5kIjp7IiRpZCI6IjUzOCIsIkNvbG9yIjp7IiRpZCI6IjUzOSIsIkEiOjUxLCJSIjoxOTcsIkciOjE5NSwiQiI6MjM4fX0sIklzVmlzaWJsZSI6dHJ1ZSwiV2lkdGgiOjAuMCwiSGVpZ2h0IjowLjAsIkJvcmRlclN0eWxlIjp7IiRpZCI6IjU0MCIsIkxpbmVDb2xvciI6eyIkaWQiOiI1NDEiLCIkdHlwZSI6Ik5MUkUuQ29tbW9uLkRvbS5Tb2xpZENvbG9yQnJ1c2gsIE5MUkUuQ29tbW9uIiwiQ29sb3IiOnsiJGlkIjoiNTQyIiwiQSI6MjU1LCJSIjoxLCJHIjoxNSwiQiI6MTF9fSwiTGluZVdlaWdodCI6MC4wLCJMaW5lVHlwZSI6MCwiUGFyZW50U3R5bGUiOm51bGx9LCJQYXJlbnRTdHlsZSI6bnVsbH0sIklzQWJvdmVUaW1lYmFuZCI6ZmFsc2UsIk1hcmdpbiI6eyIkaWQiOiI1NDMiLCJUb3AiOjAuMCwiTGVmdCI6MC4wLCJSaWdodCI6MC4wLCJCb3R0b20iOjAuMH0sIlBhZGRpbmciOnsiJGlkIjoiNTQ0IiwiVG9wIjowLjAsIkxlZnQiOjAuMCwiUmlnaHQiOjAuMCwiQm90dG9tIjowLjB9LCJJc1Zpc2libGUiOnRydWUsIldpZHRoIjowLjAsIkhlaWdodCI6MC4wLCJCb3JkZXJTdHlsZSI6eyIkaWQiOiI1NDUiLCJMaW5lQ29sb3IiOm51bGwsIkxpbmVXZWlnaHQiOjAuMCwiTGluZVR5cGUiOjAsIlBhcmVudFN0eWxlIjpudWxsfSwiUGFyZW50U3R5bGUiOm51bGx9fV0sIkN1bHR1cmVJbmZvTmFtZSI6ImVuLVVTIiwiU3R5bGVOYW1lIjpudWxsLCJWZXJzaW9uIjp7IiRpZCI6IjU0NiIsIlZlcnNpb24iOiIzLjcuMyIsIk9yaWdpbmFsQXNzZW1ibHlWZXJzaW9uIjoiNy4wMC4xNi4wMCIsIkVkaXRpb24iOm51bGwsIkxhc3RTYXZlZEVkaXRpb24iOjAsIklzUGx1c0VkaXRpb24iOmZhbHNlLCJJc1Byb0VkaXRpb24iOmZhbHNlfSwiRWZmZWN0IjoxLCJTdHlsZSI6eyIkaWQiOiI1NDciLCJEZWZhdWx0RGVwZW5kZW5jeVN0eWxlIjp7IiRpZCI6IjU0OCIsIkxpbmVTdHlsZSI6eyIkaWQiOiI1NDkiLCJMaW5lQ29sb3IiOnsiJGlkIjoiNTUwIiwiJHR5cGUiOiJOTFJFLkNvbW1vbi5Eb20uU29saWRDb2xvckJydXNoLCBOTFJFLkNvbW1vbiIsIkNvbG9yIjp7IiRpZCI6IjU1MSIsIkEiOjI1NSwiUiI6MCwiRyI6MCwiQiI6MH19LCJMaW5lV2VpZ2h0IjoxLjAsIkxpbmVUeXBlIjowLCJQYXJlbnRTdHlsZSI6bnVsbH0sIkVuZEFycm93aGVhZExpbmVTdHlsZSI6eyIkaWQiOiI1NTIiLCJLaW5kIjoxLCJXaWR0aCI6MSwiTGVuZ3RoIjowLCJQYXJlbnRTdHlsZSI6bnVsbH0sIkJyaW5nVG9Gcm9udCI6dHJ1ZSwiRWxib3dSYWRpdXMiOjAuMCwiTWFyZ2luIjp7IiRpZCI6IjU1MyIsIlRvcCI6MC4wLCJMZWZ0IjowLjAsIlJpZ2h0IjowLjAsIkJvdHRvbSI6MC4wfSwiUGFkZGluZyI6eyIkaWQiOiI1NTQiLCJUb3AiOjAuMCwiTGVmdCI6MC4wLCJSaWdodCI6MC4wLCJCb3R0b20iOjAuMH0sIkJhY2tncm91bmQiOm51bGwsIklzVmlzaWJsZSI6dHJ1ZSwiV2lkdGgiOjAuMCwiSGVpZ2h0IjowLjAsIkJvcmRlclN0eWxlIjpudWxsLCJQYXJlbnRTdHlsZSI6bnVsbH0sIkNyaXRpY2FsUGF0aFN0eWxlIjp7IiRpZCI6IjU1NSIsIkNyaXRpY2FsUGF0aFN0eWxlT3B0aW9ucyI6MTUsIkxpbmVTdHlsZSI6eyIkaWQiOiI1NTYiLCJMaW5lQ29sb3IiOnsiJGlkIjoiNTU3IiwiJHR5cGUiOiJOTFJFLkNvbW1vbi5Eb20uU29saWRDb2xvckJydXNoLCBOTFJFLkNvbW1vbiIsIkNvbG9yIjp7IiRpZCI6IjU1OCIsIkEiOjI1NSwiUiI6MjIyLCJHIjo1MCwiQiI6NTB9fSwiTGluZVdlaWdodCI6MS4wLCJMaW5lVHlwZSI6MCwiUGFyZW50U3R5bGUiOm51bGx9LCJUaXRsZUZvcmVncm91bmQiOnsiJGlkIjoiNTU5IiwiQ29sb3IiOnsiJGlkIjoiNTYwIiwiQSI6MjU1LCJSIjoxNzYsIkciOjE5LCJCIjoyNX19LCJTaGFwZXNCYWNrZ3JvdW5kIjp7IiRpZCI6IjU2MSIsIkNvbG9yIjp7IiRpZCI6IjU2MiIsIkEiOjI1NSwiUiI6MjUzLCJHIjoyMDMsIkIiOjIwOH19LCJTaGFwZXNCb3JkZXJTdHlsZSI6eyIkaWQiOiI1NjMiLCJMaW5lQ29sb3IiOnsiJGlkIjoiNTY0IiwiJHR5cGUiOiJOTFJFLkNvbW1vbi5Eb20uU29saWRDb2xvckJydXNoLCBOTFJFLkNvbW1vbiIsIkNvbG9yIjp7IiRpZCI6IjU2NSIsIkEiOjI1NSwiUiI6MjIyLCJHIjo1MCwiQiI6NTB9fSwiTGluZVdlaWdodCI6MS41LCJMaW5lVHlwZSI6MCwiUGFyZW50U3R5bGUiOm51bGx9LCJNYXJnaW4iOnsiJGlkIjoiNTY2IiwiVG9wIjowLjAsIkxlZnQiOjAuMCwiUmlnaHQiOjAuMCwiQm90dG9tIjowLjB9LCJQYWRkaW5nIjp7IiRpZCI6IjU2NyIsIlRvcCI6MC4wLCJMZWZ0IjowLjAsIlJpZ2h0IjowLjAsIkJvdHRvbSI6MC4wfSwiQmFja2dyb3VuZCI6bnVsbCwiSXNWaXNpYmxlIjpmYWxzZSwiV2lkdGgiOjAuMCwiSGVpZ2h0IjowLjAsIkJvcmRlclN0eWxlIjpudWxsLCJQYXJlbnRTdHlsZSI6bnVsbH0sIlRpbWViYW5kU3R5bGUiOnsiJGlkIjoiNTY4IiwiU2NhbGVNYXJraW5nIjoxLCJTaGFwZSI6MCwiU2hhcGVTdHlsZSI6eyIkaWQiOiI1NjkiLCJNYXJnaW4iOnsiJGlkIjoiNTcwIiwiVG9wIjowLjAsIkxlZnQiOjEwLjAsIlJpZ2h0IjoxMC4wLCJCb3R0b20iOjAuMH0sIlBhZGRpbmciOnsiJGlkIjoiNTcxIiwiVG9wIjozLjAsIkxlZnQiOjAuMCwiUmlnaHQiOjAuMCwiQm90dG9tIjozLjB9LCJCYWNrZ3JvdW5kIjp7IiRpZCI6IjU3MiIsIkNvbG9yIjp7IiRpZCI6IjU3MyIsIkEiOjI1NSwiUiI6NjgsIkciOjg0LCJCIjoxMDZ9fSwiSXNWaXNpYmxlIjp0cnVlLCJXaWR0aCI6ODU4LjAsIkhlaWdodCI6MjAuMCwiQm9yZGVyU3R5bGUiOnsiJGlkIjoiNTc0IiwiTGluZUNvbG9yIjp7IiRpZCI6IjU3NSIsIiR0eXBlIjoiTkxSRS5Db21tb24uRG9tLlNvbGlkQ29sb3JCcnVzaCwgTkxSRS5Db21tb24iLCJDb2xvciI6eyIkaWQiOiI1NzYiLCJBIjoyNTUsIlIiOjI1NSwiRyI6MCwiQiI6MH19LCJMaW5lV2VpZ2h0IjowLjAsIkxpbmVUeXBlIjowLCJQYXJlbnRTdHlsZSI6bnVsbH0sIlBhcmVudFN0eWxlIjpudWxsfSwiTWlkZGxlVGllclNoYXBlU3R5bGUiOnsiJGlkIjoiNTc3IiwiTWFyZ2luIjp7IiRpZCI6IjU3OCIsIlRvcCI6MC4wLCJMZWZ0IjoxMC4wLCJSaWdodCI6MTAuMCwiQm90dG9tIjowLjB9LCJQYWRkaW5nIjp7IiRpZCI6IjU3OSIsIlRvcCI6My4wLCJMZWZ0IjowLjAsIlJpZ2h0IjowLjAsIkJvdHRvbSI6My4wfSwiQmFja2dyb3VuZCI6eyIkaWQiOiI1ODAiLCJDb2xvciI6eyIkaWQiOiI1ODEiLCJBIjoyNTUsIlIiOjY4LCJHIjo4NCwiQiI6MTA2fX0sIklzVmlzaWJsZSI6dHJ1ZSwiV2lkdGgiOjg1OC4wLCJIZWlnaHQiOjIwLjAsIkJvcmRlclN0eWxlIjp7IiRpZCI6IjU4MiIsIkxpbmVDb2xvciI6eyIkaWQiOiI1ODMiLCIkdHlwZSI6Ik5MUkUuQ29tbW9uLkRvbS5Tb2xpZENvbG9yQnJ1c2gsIE5MUkUuQ29tbW9uIiwiQ29sb3IiOnsiJGlkIjoiNTg0IiwiQSI6MjU1LCJSIjoyNTUsIkciOjAsIkIiOjB9fSwiTGluZVdlaWdodCI6MC4wLCJMaW5lVHlwZSI6MCwiUGFyZW50U3R5bGUiOm51bGx9LCJQYXJlbnRTdHlsZSI6bnVsbH0sIkJvdHRvbVRpZXJTaGFwZVN0eWxlIjp7IiRpZCI6IjU4NSIsIk1hcmdpbiI6eyIkaWQiOiI1ODYiLCJUb3AiOjAuMCwiTGVmdCI6MTAuMCwiUmlnaHQiOjEwLjAsIkJvdHRvbSI6MC4wfSwiUGFkZGluZyI6eyIkaWQiOiI1ODciLCJUb3AiOjMuMCwiTGVmdCI6MC4wLCJSaWdodCI6MC4wLCJCb3R0b20iOjMuMH0sIkJhY2tncm91bmQiOnsiJGlkIjoiNTg4IiwiQ29sb3IiOnsiJGlkIjoiNTg5IiwiQSI6MjU1LCJSIjo2OCwiRyI6ODQsIkIiOjEwNn19LCJJc1Zpc2libGUiOnRydWUsIldpZHRoIjo4NTguMCwiSGVpZ2h0IjoyMC4wLCJCb3JkZXJTdHlsZSI6eyIkaWQiOiI1OTAiLCJMaW5lQ29sb3IiOnsiJGlkIjoiNTkxIiwiJHR5cGUiOiJOTFJFLkNvbW1vbi5Eb20uU29saWRDb2xvckJydXNoLCBOTFJFLkNvbW1vbiIsIkNvbG9yIjp7IiRpZCI6IjU5MiIsIkEiOjI1NSwiUiI6MjU1LCJHIjowLCJCIjowfX0sIkxpbmVXZWlnaHQiOjAuMCwiTGluZVR5cGUiOjAsIlBhcmVudFN0eWxlIjpudWxsfSwiUGFyZW50U3R5bGUiOm51bGx9LCJSaWdodEVuZENhcHNTdHlsZSI6eyIkaWQiOiI1OTMiLCJGb250U2V0dGluZ3MiOnsiJGlkIjoiNTk0IiwiRm9udFNpemUiOjE4LCJGb250TmFtZSI6IkNhbGlicmkiLCJJc0JvbGQiOnRydWUsIklzSXRhbGljIjpmYWxzZSwiSXNVbmRlcmxpbmVkIjpmYWxzZSwiUGFyZW50U3R5bGUiOm51bGx9LCJBdXRvU2l6ZSI6MCwiRm9yZWdyb3VuZCI6eyIkaWQiOiI1OTUiLCJDb2xvciI6eyIkaWQiOiI1OTY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U5NyIsIlRvcCI6MC4wLCJMZWZ0IjowLjAsIlJpZ2h0IjoyMC4wLCJCb3R0b20iOjAuMH0sIlBhZGRpbmciOnsiJGlkIjoiNTk4IiwiVG9wIjowLjAsIkxlZnQiOjAuMCwiUmlnaHQiOjAuMCwiQm90dG9tIjowLjB9LCJCYWNrZ3JvdW5kIjp7IiRpZCI6IjU5OSIsIkNvbG9yIjp7IiRpZCI6IjYwMCIsIkEiOjAsIlIiOjAsIkciOjAsIkIiOjB9fSwiSXNWaXNpYmxlIjpmYWxzZSwiV2lkdGgiOjAuMCwiSGVpZ2h0IjowLjAsIkJvcmRlclN0eWxlIjpudWxsLCJQYXJlbnRTdHlsZSI6bnVsbH0sIkxlZnRFbmRDYXBzU3R5bGUiOnsiJGlkIjoiNjAxIiwiRm9udFNldHRpbmdzIjp7IiRpZCI6IjYwMiIsIkZvbnRTaXplIjoxOCwiRm9udE5hbWUiOiJDYWxpYnJpIiwiSXNCb2xkIjp0cnVlLCJJc0l0YWxpYyI6ZmFsc2UsIklzVW5kZXJsaW5lZCI6ZmFsc2UsIlBhcmVudFN0eWxlIjpudWxsfSwiQXV0b1NpemUiOjAsIkZvcmVncm91bmQiOnsiJGlkIjoiNjAzIiwiQ29sb3IiOnsiJGlkIjoiNjA0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2MDUiLCJUb3AiOjAuMCwiTGVmdCI6MzMuNjQzMzMzMzMzMzMzMzMxLCJSaWdodCI6MC4wLCJCb3R0b20iOjAuMH0sIlBhZGRpbmciOnsiJGlkIjoiNjA2IiwiVG9wIjowLjAsIkxlZnQiOjAuMCwiUmlnaHQiOjAuMCwiQm90dG9tIjowLjB9LCJCYWNrZ3JvdW5kIjp7IiRpZCI6IjYwNyIsIkNvbG9yIjp7IiRpZCI6IjYwOCIsIkEiOjAsIlIiOjAsIkciOjAsIkIiOjB9fSwiSXNWaXNpYmxlIjpmYWxzZSwiV2lkdGgiOjAuMCwiSGVpZ2h0IjowLjAsIkJvcmRlclN0eWxlIjpudWxsLCJQYXJlbnRTdHlsZSI6bnVsbH0sIlRvZGF5VGV4dFN0eWxlIjp7IiRpZCI6IjYwOSIsIkZvbnRTZXR0aW5ncyI6eyIkaWQiOiI2MTAiLCJGb250U2l6ZSI6MTIsIkZvbnROYW1lIjoiQ2FsaWJyaSIsIklzQm9sZCI6ZmFsc2UsIklzSXRhbGljIjpmYWxzZSwiSXNVbmRlcmxpbmVkIjpmYWxzZSwiUGFyZW50U3R5bGUiOm51bGx9LCJBdXRvU2l6ZSI6MCwiRm9yZWdyb3VuZCI6eyIkaWQiOiI2MTEiLCJDb2xvciI6eyIkaWQiOiI2MTI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NjEzIiwiVG9wIjowLjAsIkxlZnQiOjAuMCwiUmlnaHQiOjAuMCwiQm90dG9tIjowLjB9LCJQYWRkaW5nIjp7IiRpZCI6IjYxNCIsIlRvcCI6MC4wLCJMZWZ0IjowLjAsIlJpZ2h0IjowLjAsIkJvdHRvbSI6MC4wfSwiQmFja2dyb3VuZCI6eyIkaWQiOiI2MTUiLCJDb2xvciI6eyIkaWQiOiI2MTYiLCJBIjowLCJSIjowLCJHIjowLCJCIjowfX0sIklzVmlzaWJsZSI6dHJ1ZSwiV2lkdGgiOjAuMCwiSGVpZ2h0IjowLjAsIkJvcmRlclN0eWxlIjpudWxsLCJQYXJlbnRTdHlsZSI6bnVsbH0sIlRvZGF5TWFya2VyU3R5bGUiOnsiJGlkIjoiNjE3IiwiTWFyZ2luIjp7IiRpZCI6IjYxOCIsIlRvcCI6MC4wLCJMZWZ0IjowLjAsIlJpZ2h0IjowLjAsIkJvdHRvbSI6MC4wfSwiUGFkZGluZyI6eyIkaWQiOiI2MTkiLCJUb3AiOjAuMCwiTGVmdCI6MC4wLCJSaWdodCI6MC4wLCJCb3R0b20iOjAuMH0sIkJhY2tncm91bmQiOnsiJGlkIjoiNjIwIiwiQ29sb3IiOnsiJGlkIjoiNjIxIiwiQSI6MjU1LCJSIjoyNTUsIkciOjAsIkIiOjB9fSwiSXNWaXNpYmxlIjp0cnVlLCJXaWR0aCI6MC4wLCJIZWlnaHQiOjAuMCwiQm9yZGVyU3R5bGUiOm51bGwsIlBhcmVudFN0eWxlIjpudWxsfSwiU2NhbGVTdHlsZSI6eyIkaWQiOiI2MjIiLCJTaGFwZSI6MywiU2hvd1NlZ21lbnRTZXBhcmF0b3JzIjp0cnVlLCJTZWdtZW50U2VwYXJhdG9yT3BhY2l0eSI6MzAsIkhhc0JlZW5WaXNpYmxlQmVmb3JlIjp0cnVlLCJGb250U2V0dGluZ3MiOnsiJGlkIjoiNjIzIiwiRm9udFNpemUiOjEyLCJGb250TmFtZSI6IkNhbGlicmkiLCJJc0JvbGQiOmZhbHNlLCJJc0l0YWxpYyI6ZmFsc2UsIklzVW5kZXJsaW5lZCI6ZmFsc2UsIlBhcmVudFN0eWxlIjpudWxsfSwiQXV0b1NpemUiOjAsIkZvcmVncm91bmQiOnsiJGlkIjoiNjI0IiwiQ29sb3IiOnsiJGlkIjoiNjI1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YyNiIsIlRvcCI6MC4wLCJMZWZ0Ijo1LjAsIlJpZ2h0IjowLjAsIkJvdHRvbSI6MC4wfSwiUGFkZGluZyI6eyIkaWQiOiI2MjciLCJUb3AiOjAuMCwiTGVmdCI6MC4wLCJSaWdodCI6MC4wLCJCb3R0b20iOjAuMH0sIkJhY2tncm91bmQiOnsiJGlkIjoiNjI4IiwiQ29sb3IiOnsiJGlkIjoiNjI5IiwiQSI6MCwiUiI6MCwiRyI6MCwiQiI6MH19LCJJc1Zpc2libGUiOnRydWUsIldpZHRoIjowLjAsIkhlaWdodCI6MC4wLCJCb3JkZXJTdHlsZSI6bnVsbCwiUGFyZW50U3R5bGUiOm51bGx9LCJTaW5nbGVTY2FsZVNoYXBlU3R5bGUiOnsiJGlkIjoiNjMwIiwiU2hhcGUiOjAsIkhlaWdodCI6MC4wfSwiTWlkZGxlVGllclNjYWxlU3R5bGUiOnsiJGlkIjoiNjMxIiwiU2hhcGUiOjMsIlNob3dTZWdtZW50U2VwYXJhdG9ycyI6dHJ1ZSwiU2VnbWVudFNlcGFyYXRvck9wYWNpdHkiOjMwLCJIYXNCZWVuVmlzaWJsZUJlZm9yZSI6ZmFsc2UsIkZvbnRTZXR0aW5ncyI6eyIkaWQiOiI2MzIiLCJGb250U2l6ZSI6MTIsIkZvbnROYW1lIjoiQ2FsaWJyaSIsIklzQm9sZCI6ZmFsc2UsIklzSXRhbGljIjpmYWxzZSwiSXNVbmRlcmxpbmVkIjpmYWxzZSwiUGFyZW50U3R5bGUiOm51bGx9LCJBdXRvU2l6ZSI6MCwiRm9yZWdyb3VuZCI6eyIkaWQiOiI2MzMiLCJDb2xvciI6eyIkaWQiOiI2MzQ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NjM1IiwiVG9wIjowLjAsIkxlZnQiOjUuMCwiUmlnaHQiOjAuMCwiQm90dG9tIjowLjB9LCJQYWRkaW5nIjp7IiRpZCI6IjYzNiIsIlRvcCI6MC4wLCJMZWZ0IjowLjAsIlJpZ2h0IjowLjAsIkJvdHRvbSI6MC4wfSwiQmFja2dyb3VuZCI6eyIkaWQiOiI2MzciLCJDb2xvciI6eyIkaWQiOiI2MzgiLCJBIjowLCJSIjowLCJHIjowLCJCIjowfX0sIklzVmlzaWJsZSI6ZmFsc2UsIldpZHRoIjowLjAsIkhlaWdodCI6MC4wLCJCb3JkZXJTdHlsZSI6bnVsbCwiUGFyZW50U3R5bGUiOm51bGx9LCJCb3R0b21UaWVyU2NhbGVTdHlsZSI6eyIkaWQiOiI2MzkiLCJTaGFwZSI6MywiU2hvd1NlZ21lbnRTZXBhcmF0b3JzIjp0cnVlLCJTZWdtZW50U2VwYXJhdG9yT3BhY2l0eSI6MzAsIkhhc0JlZW5WaXNpYmxlQmVmb3JlIjpmYWxzZSwiRm9udFNldHRpbmdzIjp7IiRpZCI6IjY0MCIsIkZvbnRTaXplIjoxMiwiRm9udE5hbWUiOiJDYWxpYnJpIiwiSXNCb2xkIjpmYWxzZSwiSXNJdGFsaWMiOmZhbHNlLCJJc1VuZGVybGluZWQiOmZhbHNlLCJQYXJlbnRTdHlsZSI6bnVsbH0sIkF1dG9TaXplIjowLCJGb3JlZ3JvdW5kIjp7IiRpZCI6IjY0MSIsIkNvbG9yIjp7IiRpZCI6IjY0Mi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2NDMiLCJUb3AiOjAuMCwiTGVmdCI6NS4wLCJSaWdodCI6MC4wLCJCb3R0b20iOjAuMH0sIlBhZGRpbmciOnsiJGlkIjoiNjQ0IiwiVG9wIjowLjAsIkxlZnQiOjAuMCwiUmlnaHQiOjAuMCwiQm90dG9tIjowLjB9LCJCYWNrZ3JvdW5kIjp7IiRpZCI6IjY0NSIsIkNvbG9yIjp7IiRpZCI6IjY0NiIsIkEiOjAsIlIiOjAsIkciOjAsIkIiOjB9fSwiSXNWaXNpYmxlIjpmYWxzZSwiV2lkdGgiOjAuMCwiSGVpZ2h0IjowLjAsIkJvcmRlclN0eWxlIjpudWxsLCJQYXJlbnRTdHlsZSI6bnVsbH0sIkVsYXBzZWRUaW1lQmFja2dyb3VuZCI6eyIkaWQiOiI2NDciLCJDb2xvciI6eyIkaWQiOiI2NDgiLCJBIjoxOTEsIlIiOjI1NSwiRyI6MCwiQiI6MH19LCJBcHBlbmRZZWFyT25ZZWFyQ2hhbmdlIjpmYWxzZSwiRWxhcHNlZFRpbWVGb3JtYXQiOjIsIlRvZGF5TWFya2VyUG9zaXRpb24iOjIsIlF1aWNrUG9zaXRpb24iOjMsIkFic29sdXRlUG9zaXRpb24iOjExMi40NjYxNDEsIk1hcmdpbiI6eyIkaWQiOiI2NDkiLCJUb3AiOjAuMCwiTGVmdCI6MTAuMCwiUmlnaHQiOjEwLjAsIkJvdHRvbSI6MC4wfSwiUGFkZGluZyI6eyIkaWQiOiI2NTAiLCJUb3AiOjAuMCwiTGVmdCI6MC4wLCJSaWdodCI6MC4wLCJCb3R0b20iOjAuMH0sIkJhY2tncm91bmQiOnsiJGlkIjoiNjUxIiwiQ29sb3IiOnsiJGlkIjoiNjUyIiwiQSI6MjU1LCJSIjo0NywiRyI6NTQsIkIiOjE1M319LCJJc1Zpc2libGUiOnRydWUsIldpZHRoIjowLjAsIkhlaWdodCI6MC4wLCJCb3JkZXJTdHlsZSI6bnVsbCwiUGFyZW50U3R5bGUiOm51bGx9LCJEZWZhdWx0TWlsZXN0b25lU3R5bGUiOnsiJGlkIjoiNjUzIiwiU2hhcGUiOjIsIkNvbm5lY3Rvck1hcmdpbiI6eyIkaWQiOiI2NTQiLCJUb3AiOjAuMCwiTGVmdCI6Mi4wLCJSaWdodCI6Mi4wLCJCb3R0b20iOjAuMH0sIkNvbm5lY3RvclN0eWxlIjp7IiRpZCI6IjY1NSIsIkxpbmVDb2xvciI6eyIkaWQiOiI2NTYiLCIkdHlwZSI6Ik5MUkUuQ29tbW9uLkRvbS5Tb2xpZENvbG9yQnJ1c2gsIE5MUkUuQ29tbW9uIiwiQ29sb3IiOnsiJGlkIjoiNjU3IiwiQSI6MTI3LCJSIjo3OSwiRyI6MTI5LCJCIjoxODl9fSwiTGluZVdlaWdodCI6MS4wLCJMaW5lVHlwZSI6MCwiUGFyZW50U3R5bGUiOm51bGx9LCJJc0JlbG93VGltZWJhbmQiOmZhbHNlLCJQb3NpdGlvbk9uVGFzayI6MCwiSGlkZURhdGUiOmZhbHNlLCJTaGFwZVNpemUiOjEsIlNwYWNpbmciOjIuMCwiUGFkZGluZyI6eyIkaWQiOiI2NTgiLCJUb3AiOjcuMCwiTGVmdCI6My4wLCJSaWdodCI6MC4wLCJCb3R0b20iOjIuMH0sIlNoYXBlU3R5bGUiOnsiJGlkIjoiNjU5IiwiTWFyZ2luIjp7IiRyZWYiOiI4In0sIlBhZGRpbmciOnsiJHJlZiI6IjkifSwiQmFja2dyb3VuZCI6eyIkaWQiOiI2NjAiLCJDb2xvciI6eyIkaWQiOiI2NjEiLCJBIjoyNTUsIlIiOjAsIkciOjExNCwiQiI6MTg4fX0sIklzVmlzaWJsZSI6dHJ1ZSwiV2lkdGgiOjEzLjAsIkhlaWdodCI6MTMuMCwiQm9yZGVyU3R5bGUiOnsiJGlkIjoiNjYyIiwiTGluZUNvbG9yIjp7IiRpZCI6IjY2MyIsIiR0eXBlIjoiTkxSRS5Db21tb24uRG9tLlNvbGlkQ29sb3JCcnVzaCwgTkxSRS5Db21tb24iLCJDb2xvciI6eyIkaWQiOiI2NjQiLCJBIjoyNTUsIlIiOjI1NSwiRyI6MCwiQiI6MH19LCJMaW5lV2VpZ2h0IjowLjAsIkxpbmVUeXBlIjowLCJQYXJlbnRTdHlsZSI6bnVsbH0sIlBhcmVudFN0eWxlIjpudWxsfSwiVGl0bGVTdHlsZSI6eyIkaWQiOiI2NjUiLCJGb250U2V0dGluZ3MiOnsiJGlkIjoiNjY2IiwiRm9udFNpemUiOjExLCJGb250TmFtZSI6IkNhbGlicmkiLCJJc0JvbGQiOnRydWUsIklzSXRhbGljIjpmYWxzZSwiSXNVbmRlcmxpbmVkIjpmYWxzZSwiUGFyZW50U3R5bGUiOm51bGx9LCJBdXRvU2l6ZSI6MCwiRm9yZWdyb3VuZCI6eyIkcmVmIjoiNDUifSwiTWF4V2lkdGgiOjIwMC4wLCJNYXhIZWlnaHQiOiJJbmZpbml0eSIsIlNtYXJ0Rm9yZWdyb3VuZElzQWN0aXZlIjpmYWxzZSwiSG9yaXpvbnRhbEFsaWdubWVudCI6MCwiVmVydGljYWxBbGlnbm1lbnQiOjAsIlNtYXJ0Rm9yZWdyb3VuZCI6bnVsbCwiQmFja2dyb3VuZEZpbGxUeXBlIjowLCJNYXJnaW4iOnsiJHJlZiI6IjE5In0sIlBhZGRpbmciOnsiJHJlZiI6IjIwIn0sIkJhY2tncm91bmQiOnsiJHJlZiI6IjQ3In0sIklzVmlzaWJsZSI6dHJ1ZSwiV2lkdGgiOjAuMCwiSGVpZ2h0IjowLjAsIkJvcmRlclN0eWxlIjpudWxsLCJQYXJlbnRTdHlsZSI6bnVsbH0sIkRhdGVTdHlsZSI6eyIkaWQiOiI2NjciLCJGb250U2V0dGluZ3MiOnsiJGlkIjoiNjY4IiwiRm9udFNpemUiOjEwLCJGb250TmFtZSI6IkNhbGlicmkiLCJJc0JvbGQiOmZhbHNlLCJJc0l0YWxpYyI6ZmFsc2UsIklzVW5kZXJsaW5lZCI6ZmFsc2UsIlBhcmVudFN0eWxlIjpudWxsfSwiQXV0b1NpemUiOjAsIkZvcmVncm91bmQiOnsiJGlkIjoiNjY5IiwiQ29sb3IiOnsiJGlkIjoiNjc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MjcifSwiUGFkZGluZyI6eyIkcmVmIjoiMjgifSwiQmFja2dyb3VuZCI6eyIkcmVmIjoiNTEifSwiSXNWaXNpYmxlIjp0cnVlLCJXaWR0aCI6MC4wLCJIZWlnaHQiOjAuMCwiQm9yZGVyU3R5bGUiOm51bGwsIlBhcmVudFN0eWxlIjpudWxsfSwiRGF0ZUZvcm1hdCI6eyIkaWQiOiI2Nz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cyIiwiRm9ybWF0IjowLCJJc1Zpc2libGUiOmZhbHNlLCJMYXN0S25vd25WaXNpYmlsaXR5U3RhdGUiOmZhbHNlfSwiSXNWaXNpYmxlIjp0cnVlLCJQYXJlbnRTdHlsZSI6bnVsbH0sIkRlZmF1bHRUYXNrU3R5bGUiOnsiJGlkIjoiNjczIiwiU2hhcGUiOjEsIlNoYXBlVGhpY2tuZXNzIjowLCJEdXJhdGlvbkZvcm1hdCI6MCwiSW5jbHVkZU5vbldvcmtpbmdEYXlzSW5EdXJhdGlvbiI6ZmFsc2UsIlBlcmNlbnRhZ2VDb21wbGV0ZVN0eWxlIjp7IiRpZCI6IjY3NCIsIkZvbnRTZXR0aW5ncyI6eyIkaWQiOiI2NzUiLCJGb250U2l6ZSI6MTAsIkZvbnROYW1lIjoiQ2FsaWJyaSIsIklzQm9sZCI6ZmFsc2UsIklzSXRhbGljIjpmYWxzZSwiSXNVbmRlcmxpbmVkIjpmYWxzZSwiUGFyZW50U3R5bGUiOm51bGx9LCJBdXRvU2l6ZSI6MCwiRm9yZWdyb3VuZCI6eyIkaWQiOiI2NzYiLCJDb2xvciI6eyIkaWQiOiI2Nzc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2NzgiLCJUb3AiOjAuMCwiTGVmdCI6MC4wLCJSaWdodCI6MC4wLCJCb3R0b20iOjAuMH0sIlBhZGRpbmciOnsiJGlkIjoiNjc5IiwiVG9wIjowLjAsIkxlZnQiOjAuMCwiUmlnaHQiOjAuMCwiQm90dG9tIjowLjB9LCJCYWNrZ3JvdW5kIjp7IiRpZCI6IjY4MCIsIkNvbG9yIjp7IiRpZCI6IjY4MSIsIkEiOjAsIlIiOjAsIkciOjAsIkIiOjB9fSwiSXNWaXNpYmxlIjp0cnVlLCJXaWR0aCI6MC4wLCJIZWlnaHQiOjAuMCwiQm9yZGVyU3R5bGUiOm51bGwsIlBhcmVudFN0eWxlIjpudWxsfSwiRHVyYXRpb25TdHlsZSI6eyIkaWQiOiI2ODIiLCJGb250U2V0dGluZ3MiOnsiJGlkIjoiNjgzIiwiRm9udFNpemUiOjEwLCJGb250TmFtZSI6IkNhbGlicmkiLCJJc0JvbGQiOmZhbHNlLCJJc0l0YWxpYyI6ZmFsc2UsIklzVW5kZXJsaW5lZCI6ZmFsc2UsIlBhcmVudFN0eWxlIjpudWxsfSwiQXV0b1NpemUiOjAsIkZvcmVncm91bmQiOnsiJGlkIjoiNjg0IiwiQ29sb3IiOnsiJGlkIjoiNjg1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jg2IiwiVG9wIjowLjAsIkxlZnQiOjAuMCwiUmlnaHQiOjAuMCwiQm90dG9tIjowLjB9LCJQYWRkaW5nIjp7IiRpZCI6IjY4NyIsIlRvcCI6MC4wLCJMZWZ0IjowLjAsIlJpZ2h0IjowLjAsIkJvdHRvbSI6MC4wfSwiQmFja2dyb3VuZCI6eyIkaWQiOiI2ODgiLCJDb2xvciI6eyIkaWQiOiI2ODkiLCJBIjowLCJSIjowLCJHIjowLCJCIjowfX0sIklzVmlzaWJsZSI6dHJ1ZSwiV2lkdGgiOjAuMCwiSGVpZ2h0IjowLjAsIkJvcmRlclN0eWxlIjpudWxsLCJQYXJlbnRTdHlsZSI6bnVsbH0sIkhvcml6b250YWxDb25uZWN0b3JTdHlsZSI6eyIkaWQiOiI2OTAiLCJMaW5lQ29sb3IiOnsiJGlkIjoiNjkxIiwiJHR5cGUiOiJOTFJFLkNvbW1vbi5Eb20uU29saWRDb2xvckJydXNoLCBOTFJFLkNvbW1vbiIsIkNvbG9yIjp7IiRpZCI6IjY5MiIsIkEiOjI1NSwiUiI6MjA0LCJHIjoyMDQsIkIiOjIwNH19LCJMaW5lV2VpZ2h0IjoxLjAsIkxpbmVUeXBlIjowLCJQYXJlbnRTdHlsZSI6bnVsbH0sIlZlcnRpY2FsQ29ubmVjdG9yU3R5bGUiOnsiJGlkIjoiNjkzIiwiTGluZUNvbG9yIjp7IiRpZCI6IjY5NCIsIiR0eXBlIjoiTkxSRS5Db21tb24uRG9tLlNvbGlkQ29sb3JCcnVzaCwgTkxSRS5Db21tb24iLCJDb2xvciI6eyIkaWQiOiI2OTUiLCJBIjoyNTUsIlIiOjIwNCwiRyI6MjA0LCJCIjoyMDR9fSwiTGluZVdlaWdodCI6MC4wLCJMaW5lVHlwZSI6MCwiUGFyZW50U3R5bGUiOm51bGx9LCJNYXJnaW4iOm51bGwsIlN0YXJ0RGF0ZVBvc2l0aW9uIjozLCJFbmREYXRlUG9zaXRpb24iOjMsIkRhdGVJc1Zpc2libGUiOnRydWUsIlRpdGxlUG9zaXRpb24iOjQsIkR1cmF0aW9uUG9zaXRpb24iOjYsIlBlcmNlbnRhZ2VDb21wbGV0ZWRQb3NpdGlvbiI6NiwiU3BhY2luZyI6NSwiSXNCZWxvd1RpbWViYW5kIjpmYWxzZSwiUGVyY2VudGFnZUNvbXBsZXRlU2hhcGVPcGFjaXR5IjozNSwiU2hhcGVTdHlsZSI6eyIkaWQiOiI2OTYiLCJNYXJnaW4iOnsiJGlkIjoiNjk3IiwiVG9wIjowLjAsIkxlZnQiOjQuMCwiUmlnaHQiOjQuMCwiQm90dG9tIjowLjB9LCJQYWRkaW5nIjp7IiRpZCI6IjY5OCIsIlRvcCI6MC4wLCJMZWZ0IjowLjAsIlJpZ2h0IjowLjAsIkJvdHRvbSI6MC4wfSwiQmFja2dyb3VuZCI6eyIkaWQiOiI2OTkiLCJDb2xvciI6eyIkaWQiOiI3MDAiLCJBIjoyNTUsIlIiOjAsIkciOjExNCwiQiI6MTg4fX0sIklzVmlzaWJsZSI6dHJ1ZSwiV2lkdGgiOjAuMCwiSGVpZ2h0IjoxMC4wLCJCb3JkZXJTdHlsZSI6eyIkaWQiOiI3MDEiLCJMaW5lQ29sb3IiOnsiJGlkIjoiNzAyIiwiJHR5cGUiOiJOTFJFLkNvbW1vbi5Eb20uU29saWRDb2xvckJydXNoLCBOTFJFLkNvbW1vbiIsIkNvbG9yIjp7IiRpZCI6IjcwMyIsIkEiOjI1NSwiUiI6MjU1LCJHIjowLCJCIjowfX0sIkxpbmVXZWlnaHQiOjAuMCwiTGluZVR5cGUiOjAsIlBhcmVudFN0eWxlIjpudWxsfSwiUGFyZW50U3R5bGUiOm51bGx9LCJUaXRsZVN0eWxlIjp7IiRpZCI6IjcwNCIsIkZvbnRTZXR0aW5ncyI6eyIkaWQiOiI3MDUiLCJGb250U2l6ZSI6MTEsIkZvbnROYW1lIjoiQ2FsaWJyaSIsIklzQm9sZCI6dHJ1ZSwiSXNJdGFsaWMiOmZhbHNlLCJJc1VuZGVybGluZWQiOmZhbHNlLCJQYXJlbnRTdHlsZSI6bnVsbH0sIkF1dG9TaXplIjowLCJGb3JlZ3JvdW5kIjp7IiRpZCI6IjcwNiIsIkNvbG9yIjp7IiRpZCI6IjcwNyIsIkEiOjI1NSwiUiI6MCwiRyI6MCwiQiI6MH19LCJNYXhXaWR0aCI6OTYwLjAsIk1heEhlaWdodCI6IkluZmluaXR5IiwiU21hcnRGb3JlZ3JvdW5kSXNBY3RpdmUiOmZhbHNlLCJIb3Jpem9udGFsQWxpZ25tZW50IjowLCJWZXJ0aWNhbEFsaWdubWVudCI6MCwiU21hcnRGb3JlZ3JvdW5kIjpudWxsLCJCYWNrZ3JvdW5kRmlsbFR5cGUiOjAsIk1hcmdpbiI6eyIkaWQiOiI3MDgiLCJUb3AiOjAuMCwiTGVmdCI6MC4wLCJSaWdodCI6MC4wLCJCb3R0b20iOjAuMH0sIlBhZGRpbmciOnsiJGlkIjoiNzA5IiwiVG9wIjowLjAsIkxlZnQiOjAuMCwiUmlnaHQiOjAuMCwiQm90dG9tIjowLjB9LCJCYWNrZ3JvdW5kIjp7IiRpZCI6IjcxMCIsIkNvbG9yIjp7IiRpZCI6IjcxMSIsIkEiOjAsIlIiOjAsIkciOjAsIkIiOjB9fSwiSXNWaXNpYmxlIjp0cnVlLCJXaWR0aCI6MC4wLCJIZWlnaHQiOjAuMCwiQm9yZGVyU3R5bGUiOm51bGwsIlBhcmVudFN0eWxlIjpudWxsfSwiRGF0ZVN0eWxlIjp7IiRpZCI6IjcxMiIsIkZvbnRTZXR0aW5ncyI6eyIkaWQiOiI3MTMiLCJGb250U2l6ZSI6MTAsIkZvbnROYW1lIjoiQ2FsaWJyaSIsIklzQm9sZCI6ZmFsc2UsIklzSXRhbGljIjpmYWxzZSwiSXNVbmRlcmxpbmVkIjpmYWxzZSwiUGFyZW50U3R5bGUiOm51bGx9LCJBdXRvU2l6ZSI6MCwiRm9yZWdyb3VuZCI6eyIkaWQiOiI3MTQiLCJDb2xvciI6eyIkaWQiOiI3MTU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cxNiIsIlRvcCI6MC4wLCJMZWZ0IjowLjAsIlJpZ2h0IjowLjAsIkJvdHRvbSI6MC4wfSwiUGFkZGluZyI6eyIkaWQiOiI3MTciLCJUb3AiOjAuMCwiTGVmdCI6MC4wLCJSaWdodCI6MC4wLCJCb3R0b20iOjAuMH0sIkJhY2tncm91bmQiOnsiJGlkIjoiNzE4IiwiQ29sb3IiOnsiJGlkIjoiNzE5IiwiQSI6MCwiUiI6MCwiRyI6MCwiQiI6MH19LCJJc1Zpc2libGUiOnRydWUsIldpZHRoIjowLjAsIkhlaWdodCI6MC4wLCJCb3JkZXJTdHlsZSI6bnVsbCwiUGFyZW50U3R5bGUiOm51bGx9LCJEYXRlRm9ybWF0Ijp7IiRpZCI6Ijcy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3MjEiLCJGb3JtYXQiOjAsIklzVmlzaWJsZSI6ZmFsc2UsIkxhc3RLbm93blZpc2liaWxpdHlTdGF0ZSI6ZmFsc2V9LCJJc1Zpc2libGUiOnRydWUsIlBhcmVudFN0eWxlIjpudWxsLCJfZXhwbGljaXRseVNldCI6eyIkaWQiOiI3MjI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3JpZGxpbmVQYW5lbFN0eWxlIjp7IiRpZCI6IjcyMyIsIkdyaWRsaW5lU3R5bGUiOnsiJGlkIjoiNzI0IiwiTGluZUNvbG9yIjp7IiRpZCI6IjcyNSIsIiR0eXBlIjoiTkxSRS5Db21tb24uRG9tLlNvbGlkQ29sb3JCcnVzaCwgTkxSRS5Db21tb24iLCJDb2xvciI6eyIkaWQiOiI3MjYiLCJBIjozOCwiUiI6MjQ1LCJHIjoxMzgsIkIiOjEwNH19LCJMaW5lV2VpZ2h0IjoxLjAsIkxpbmVUeXBlIjowLCJQYXJlbnRTdHlsZSI6bnVsbH0sIk1hcmdpbiI6eyIkaWQiOiI3MjciLCJUb3AiOjAuMCwiTGVmdCI6MC4wLCJSaWdodCI6MC4wLCJCb3R0b20iOjAuMH0sIlBhZGRpbmciOnsiJGlkIjoiNzI4IiwiVG9wIjowLjAsIkxlZnQiOjAuMCwiUmlnaHQiOjAuMCwiQm90dG9tIjowLjB9LCJCYWNrZ3JvdW5kIjpudWxsLCJJc1Zpc2libGUiOnRydWUsIldpZHRoIjowLjAsIkhlaWdodCI6MC4wLCJCb3JkZXJTdHlsZSI6eyIkaWQiOiI3MjkiLCJMaW5lQ29sb3IiOm51bGwsIkxpbmVXZWlnaHQiOjAuMCwiTGluZVR5cGUiOjAsIlBhcmVudFN0eWxlIjpudWxsfSwiUGFyZW50U3R5bGUiOm51bGx9LCJBY3Rpdml0eUxpbmVQYW5lbFN0eWxlIjp7IiRpZCI6IjczMCIsIkFjdGl2aXR5TGluZVN0eWxlIjp7IiRpZCI6IjczMSIsIkxpbmVDb2xvciI6eyIkaWQiOiI3MzIiLCIkdHlwZSI6Ik5MUkUuQ29tbW9uLkRvbS5Tb2xpZENvbG9yQnJ1c2gsIE5MUkUuQ29tbW9uIiwiQ29sb3IiOnsiJGlkIjoiNzMzIiwiQSI6MzgsIlIiOjY4LCJHIjoxMTQsIkIiOjE5Nn19LCJMaW5lV2VpZ2h0IjoxLjAsIkxpbmVUeXBlIjowLCJQYXJlbnRTdHlsZSI6bnVsbH0sIk1hcmdpbiI6eyIkaWQiOiI3MzQiLCJUb3AiOjAuMCwiTGVmdCI6MC4wLCJSaWdodCI6MC4wLCJCb3R0b20iOjAuMH0sIlBhZGRpbmciOnsiJGlkIjoiNzM1IiwiVG9wIjowLjAsIkxlZnQiOjAuMCwiUmlnaHQiOjAuMCwiQm90dG9tIjowLjB9LCJCYWNrZ3JvdW5kIjpudWxsLCJJc1Zpc2libGUiOnRydWUsIldpZHRoIjowLjAsIkhlaWdodCI6MC4wLCJCb3JkZXJTdHlsZSI6eyIkaWQiOiI3MzYiLCJMaW5lQ29sb3IiOm51bGwsIkxpbmVXZWlnaHQiOjAuMCwiTGluZVR5cGUiOjAsIlBhcmVudFN0eWxlIjpudWxsfSwiUGFyZW50U3R5bGUiOm51bGx9LCJTaG93RWxhcHNlZFRpbWVHcmFkaWVudFN0eWxlIjpmYWxzZSwiVGltZWJhbmRSZXNlcnZlZExlZnRBcmVhU3R5bGUiOnsiJGlkIjoiNzM3IiwiQWN0aXZpdHlIZWFkZXJXaWR0aCI6MC4wLCJJc1NldCI6ZmFsc2V9LCJEZWZhdWx0U3dpbWxhbmVTdHlsZSI6bnVsbH0sIlNjYWxlIjpudWxsLCJTY2FsZVYyIjp7IiRpZCI6IjczOCIsIlN0YXJ0RGF0ZSI6IjAwMDEtMDEtMDFUMDA6MDA6MDAiLCJFbmREYXRlIjoiMjAyOS0wMS0xM1QyMzo1OTowMCIsIkF1dG9EYXRlUmFuZ2UiOnRydWUsIldvcmtpbmdEYXlzIjozMSwiRmlzY2FsWWVhciI6eyIkaWQiOiI3MzkiLCJTdGFydE1vbnRoIjoxLCJVc2VTdGFydGluZ1llYXJGb3JOdW1iZXJpbmciOnRydWUsIlNob3dGaXNjYWxZZWFyTGFiZWwiOnRydWV9LCJUb2RheU1hcmtlclRleHQiOiJUb2RheSIsIkF1dG9TY2FsZVR5cGUiOnRydWUsIlRpbWViYW5kU2NhbGVzIjp7IiRpZCI6Ijc0MCIsIlRvcFNjYWxlTGF5ZXIiOnsiJGlkIjoiNzQxIiwiRm9ybWF0IjoiTU1NIiwiVHlwZSI6Mn0sIk1pZGRsZVNjYWxlTGF5ZXIiOnsiJGlkIjoiNzQyIiwiRm9ybWF0IjpudWxsLCJUeXBlIjowfSwiQm90dG9tU2NhbGVMYXllciI6eyIkaWQiOiI3NDMiLCJGb3JtYXQiOm51bGwsIlR5cGUiOjB9fX0sIk1pbGVzdG9uZXMiOltdLCJUYXNrcyI6W10sIlN3aW1sYW5lcyI6W10sIk1zUHJvamVjdEl0ZW1zVHJlZSI6eyIkaWQiOiI3NDQiLCJSb290Ijp7IkltcG9ydElkIjpudWxsLCJJc0ltcG9ydGVkIjpmYWxzZSwiQ2hpbGRyZW4iOltdfX0sIk1ldGFkYXRhIjp7IiRpZCI6Ijc0NSIsIlJlY2VudENvbG9yc0NvbGxlY3Rpb24iOiJbXSIsIlNvdXJjZVRlbXBsYXRlIjoie1wiJGlkXCI6XCIxXCIsXCJJZFwiOlwiY2MyNmY4NjMtMjdjZS00ODBlLWE1ODktYjNmMTJmMmQ2ZWIwXCIsXCJDdWx0dXJlSW5mb05hbWVcIjpcImVuLVVTXCIsXCJWZXJzaW9uXCI6e1wiJGlkXCI6XCIyXCIsXCJUZW1wbGF0ZURvbVZlcnNpb25cIjpcIjEuMy4xXCJ9LFwiRWZmZWN0XCI6MSxcIlN0eWxlXCI6e1wiJGlkXCI6XCIzXCIsXCJUaW1lYmFuZFN0eWxlXCI6e1wiJGlkXCI6XCI0XCIsXCJTY2FsZU1hcmtpbmdcIjoxLFwiU2hhcGVcIjoxMCxcIlNoYXBlU3R5bGVcIjp7XCIkaWRcIjpcIjVcIixcIk1hcmdpblwiOntcIiRpZFwiOlwiNlwiLFwiVG9wXCI6MC4wLFwiTGVmdFwiOjEwLjAsXCJSaWdodFwiOjEwLjAsXCJCb3R0b21cIjowLjB9LFwiUGFkZGluZ1wiOntcIiRpZFwiOlwiN1wiLFwiVG9wXCI6My4wLFwiTGVmdFwiOjAuMCxcIlJpZ2h0XCI6MC4wLFwiQm90dG9tXCI6My4wfSxcIkJhY2tncm91bmRcIjp7XCIkaWRcIjpcIjhcIixcIkNvbG9yXCI6e1wiJGlkXCI6XCI5XCIsXCJBXCI6MjU1LFwiUlwiOjY4LFwiR1wiOjg0LFwiQlwiOjEwNn19LFwiSXNWaXNpYmxlXCI6dHJ1ZSxcIldpZHRoXCI6ODU4LjAsXCJIZWlnaHRcIjoyMC4wLFwiQm9yZGVyU3R5bGVcIjp7XCIkaWRcIjpcIjEwXCIsXCJMaW5lQ29sb3JcIjp7XCIkaWRcIjpcIjExXCIsXCIkdHlwZVwiOlwiTkxSRS5Db21tb24uRG9tLlNvbGlkQ29sb3JCcnVzaCwgTkxSRS5Db21tb25cIixcIkNvbG9yXCI6e1wiJGlkXCI6XCIxMlwiLFwiQVwiOjI1NSxcIlJcIjoyNTUsXCJHXCI6MCxcIkJcIjowfX0sXCJMaW5lV2VpZ2h0XCI6MC4wLFwiTGluZVR5cGVcIjowfX0sXCJNaWRkbGVUaWVyU2hhcGVTdHlsZVwiOntcIiRpZFwiOlwiMTNcIixcIk1hcmdpblwiOntcIiRpZFwiOlwiMTRcIixcIlRvcFwiOjAuMCxcIkxlZnRcIjoxMC4wLFwiUmlnaHRcIjoxMC4wLFwiQm90dG9tXCI6MC4wfSxcIlBhZGRpbmdcIjp7XCIkaWRcIjpcIjE1XCIsXCJUb3BcIjozLjAsXCJMZWZ0XCI6MC4wLFwiUmlnaHRcIjowLjAsXCJCb3R0b21cIjozLjB9LFwiQmFja2dyb3VuZFwiOntcIiRpZFwiOlwiMTZcIixcIkNvbG9yXCI6e1wiJGlkXCI6XCIxN1wiLFwiQVwiOjI1NSxcIlJcIjo2OCxcIkdcIjo4NCxcIkJcIjoxMDZ9fSxcIklzVmlzaWJsZVwiOnRydWUsXCJXaWR0aFwiOjg1OC4wLFwiSGVpZ2h0XCI6MjAuMCxcIkJvcmRlclN0eWxlXCI6e1wiJGlkXCI6XCIxOFwiLFwiTGluZUNvbG9yXCI6e1wiJGlkXCI6XCIxOVwiLFwiJHR5cGVcIjpcIk5MUkUuQ29tbW9uLkRvbS5Tb2xpZENvbG9yQnJ1c2gsIE5MUkUuQ29tbW9uXCIsXCJDb2xvclwiOntcIiRpZFwiOlwiMjBcIixcIkFcIjoyNTUsXCJSXCI6MjU1LFwiR1wiOjAsXCJCXCI6MH19LFwiTGluZVdlaWdodFwiOjAuMCxcIkxpbmVUeXBlXCI6MH19LFwiQm90dG9tVGllclNoYXBlU3R5bGVcIjp7XCIkaWRcIjpcIjIxXCIsXCJNYXJnaW5cIjp7XCIkaWRcIjpcIjIyXCIsXCJUb3BcIjowLjAsXCJMZWZ0XCI6MTAuMCxcIlJpZ2h0XCI6MTAuMCxcIkJvdHRvbVwiOjAuMH0sXCJQYWRkaW5nXCI6e1wiJGlkXCI6XCIyM1wiLFwiVG9wXCI6My4wLFwiTGVmdFwiOjAuMCxcIlJpZ2h0XCI6MC4wLFwiQm90dG9tXCI6My4wfSxcIkJhY2tncm91bmRcIjp7XCIkaWRcIjpcIjI0XCIsXCJDb2xvclwiOntcIiRpZFwiOlwiMjVcIixcIkFcIjoyNTUsXCJSXCI6NjgsXCJHXCI6ODQsXCJCXCI6MTA2fX0sXCJJc1Zpc2libGVcIjp0cnVlLFwiV2lkdGhcIjo4NTguMCxcIkhlaWdodFwiOjIwLjAsXCJCb3JkZXJTdHlsZVwiOntcIiRpZFwiOlwiMjZcIixcIkxpbmVDb2xvclwiOntcIiRpZFwiOlwiMjdcIixcIiR0eXBlXCI6XCJOTFJFLkNvbW1vbi5Eb20uU29saWRDb2xvckJydXNoLCBOTFJFLkNvbW1vblwiLFwiQ29sb3JcIjp7XCIkaWRcIjpcIjI4XCIsXCJBXCI6MjU1LFwiUlwiOjI1NSxcIkdcIjowLFwiQlwiOjB9fSxcIkxpbmVXZWlnaHRcIjowLjAsXCJMaW5lVHlwZVwiOjB9fSxcIlJpZ2h0RW5kQ2Fwc1N0eWxlXCI6e1wiJGlkXCI6XCIyOVwiLFwiRm9udFNldHRpbmdzXCI6e1wiJGlkXCI6XCIzMFwiLFwiRm9udFNpemVcIjoxOCxcIkZvbnROYW1lXCI6XCJDYWxpYnJpXCIsXCJJc0JvbGRcIjp0cnVlLFwiSXNJdGFsaWNcIjpmYWxzZSxcIklzVW5kZXJsaW5lZFwiOmZhbHNlfSxcIkF1dG9TaXplXCI6MCxcIkZvcmVncm91bmRcIjp7XCIkaWRcIjpcIjMxXCIsXCJDb2xvclwiOntcIiRpZFwiOlwiMzJcIixcIkFcIjoyNTUsXCJSXCI6MjM3LFwiR1wiOjEyNSxcIkJcIjo0OX19LFwiQmFja2dyb3VuZEZpbGxUeXBlXCI6MCxcIk1heFdpZHRoXCI6XCJJbmZpbml0eVwiLFwiTWF4SGVpZ2h0XCI6XCJJbmZpbml0eVwiLFwiU21hcnRGb3JlZ3JvdW5kSXNBY3RpdmVcIjpmYWxzZSxcIkhvcml6b250YWxBbGlnbm1lbnRcIjowLFwiVmVydGljYWxBbGlnbm1lbnRcIjowLFwiU21hcnRGb3JlZ3JvdW5kXCI6bnVsbCxcIk1hcmdpblwiOntcIiRpZFwiOlwiMzNcIixcIlRvcFwiOjAuMCxcIkxlZnRcIjowLjAsXCJSaWdodFwiOjIwLjAsXCJCb3R0b21cIjowLjB9LFwiUGFkZGluZ1wiOntcIiRpZFwiOlwiMzRcIixcIlRvcFwiOjAuMCxcIkxlZnRcIjowLjAsXCJSaWdodFwiOjAuMCxcIkJvdHRvbVwiOjAuMH0sXCJCYWNrZ3JvdW5kXCI6e1wiJGlkXCI6XCIzNVwiLFwiQ29sb3JcIjp7XCIkaWRcIjpcIjM2XCIsXCJBXCI6MCxcIlJcIjowLFwiR1wiOjAsXCJCXCI6MH19LFwiSXNWaXNpYmxlXCI6dHJ1ZSxcIldpZHRoXCI6MC4wLFwiSGVpZ2h0XCI6MC4wLFwiQm9yZGVyU3R5bGVcIjpudWxsfSxcIkxlZnRFbmRDYXBzU3R5bGVcIjp7XCIkaWRcIjpcIjM3XCIsXCJGb250U2V0dGluZ3NcIjp7XCIkaWRcIjpcIjM4XCIsXCJGb250U2l6ZVwiOjE4LFwiRm9udE5hbWVcIjpcIkNhbGlicmlcIixcIklzQm9sZFwiOnRydWUsXCJJc0l0YWxpY1wiOmZhbHNlLFwiSXNVbmRlcmxpbmVkXCI6ZmFsc2V9LFwiQXV0b1NpemVcIjowLFwiRm9yZWdyb3VuZFwiOntcIiRpZFwiOlwiMzlcIixcIkNvbG9yXCI6e1wiJGlkXCI6XCI0MFwiLFwiQVwiOjI1NSxcIlJcIjoyMzcsXCJHXCI6MTI1LFwiQlwiOjQ5fX0sXCJCYWNrZ3JvdW5kRmlsbFR5cGVcIjowLFwiTWF4V2lkdGhcIjpcIkluZmluaXR5XCIsXCJNYXhIZWlnaHRcIjpcIkluZmluaXR5XCIsXCJTbWFydEZvcmVncm91bmRJc0FjdGl2ZVwiOmZhbHNlLFwiSG9yaXpvbnRhbEFsaWdubWVudFwiOjAsXCJWZXJ0aWNhbEFsaWdubWVudFwiOjAsXCJTbWFydEZvcmVncm91bmRcIjpudWxsLFwiTWFyZ2luXCI6e1wiJGlkXCI6XCI0MVwiLFwiVG9wXCI6MC4wLFwiTGVmdFwiOjIwLjAsXCJSaWdodFwiOjAuMCxcIkJvdHRvbVwiOjAuMH0sXCJQYWRkaW5nXCI6e1wiJGlkXCI6XCI0MlwiLFwiVG9wXCI6MC4wLFwiTGVmdFwiOjAuMCxcIlJpZ2h0XCI6MC4wLFwiQm90dG9tXCI6MC4wfSxcIkJhY2tncm91bmRcIjp7XCIkaWRcIjpcIjQzXCIsXCJDb2xvclwiOntcIiRyZWZcIjpcIjM2XCJ9fSxcIklzVmlzaWJsZVwiOmZhbHNlLFwiV2lkdGhcIjowLjAsXCJIZWlnaHRcIjowLjAsXCJCb3JkZXJTdHlsZVwiOm51bGx9LFwiVG9kYXlUZXh0U3R5bGVcIjp7XCIkaWRcIjpcIjQ0XCIsXCJGb250U2V0dGluZ3NcIjp7XCIkaWRcIjpcIjQ1XCIsXCJGb250U2l6ZVwiOjEyLFwiRm9udE5hbWVcIjpcIkNhbGlicmlcIixcIklzQm9sZFwiOmZhbHNlLFwiSXNJdGFsaWNcIjpmYWxzZSxcIklzVW5kZXJsaW5lZFwiOmZhbHNlfSxcIkF1dG9TaXplXCI6MCxcIkZvcmVncm91bmRcIjp7XCIkaWRcIjpcIjQ2XCIsXCJDb2xvclwiOntcIiRpZFwiOlwiNDdcIixcIkFcIjoyNTUsXCJSXCI6MCxcIkdcIjowLFwiQlwiOjB9fSxcIkJhY2tncm91bmRGaWxsVHlwZVwiOjAsXCJNYXhXaWR0aFwiOjIwMC4wLFwiTWF4SGVpZ2h0XCI6XCJJbmZpbml0eVwiLFwiU21hcnRGb3JlZ3JvdW5kSXNBY3RpdmVcIjpmYWxzZSxcIkhvcml6b250YWxBbGlnbm1lbnRcIjowLFwiVmVydGljYWxBbGlnbm1lbnRcIjowLFwiU21hcnRGb3JlZ3JvdW5kXCI6bnVsbCxcIk1hcmdpblwiOntcIiRpZFwiOlwiNDhcIixcIlRvcFwiOjAuMCxcIkxlZnRcIjowLjAsXCJSaWdodFwiOjAuMCxcIkJvdHRvbVwiOjAuMH0sXCJQYWRkaW5nXCI6e1wiJGlkXCI6XCI0OVwiLFwiVG9wXCI6MC4wLFwiTGVmdFwiOjAuMCxcIlJpZ2h0XCI6MC4wLFwiQm90dG9tXCI6MC4wfSxcIkJhY2tncm91bmRcIjp7XCIkaWRcIjpcIjUwXCIsXCJDb2xvclwiOntcIiRyZWZcIjpcIjM2XCJ9fSxcIklzVmlzaWJsZVwiOnRydWUsXCJXaWR0aFwiOjAuMCxcIkhlaWdodFwiOjAuMCxcIkJvcmRlclN0eWxlXCI6bnVsbH0sXCJUb2RheU1hcmtlclN0eWxlXCI6e1wiJGlkXCI6XCI1MVwiLFwiTWFyZ2luXCI6e1wiJGlkXCI6XCI1MlwiLFwiVG9wXCI6MC4wLFwiTGVmdFwiOjAuMCxcIlJpZ2h0XCI6MC4wLFwiQm90dG9tXCI6MC4wfSxcIlBhZGRpbmdcIjp7XCIkaWRcIjpcIjUzXCIsXCJUb3BcIjowLjAsXCJMZWZ0XCI6MC4wLFwiUmlnaHRcIjowLjAsXCJCb3R0b21cIjowLjB9LFwiQmFja2dyb3VuZFwiOntcIiRpZFwiOlwiNTRcIixcIkNvbG9yXCI6e1wiJGlkXCI6XCI1NVwiLFwiQVwiOjI1NSxcIlJcIjoyNTUsXCJHXCI6MCxcIkJcIjowfX0sXCJJc1Zpc2libGVcIjp0cnVlLFwiV2lkdGhcIjowLjAsXCJIZWlnaHRcIjowLjAsXCJCb3JkZXJTdHlsZVwiOm51bGx9LFwiU2NhbGVTdHlsZVwiOntcIiRpZFwiOlwiNTZcIixcIlNob3dTZWdtZW50U2VwYXJhdG9yc1wiOnRydWUsXCJTZWdtZW50U2VwYXJhdG9yT3BhY2l0eVwiOjMwLFwiU2hhcGVcIjozLFwiSGFzQmVlblZpc2libGVCZWZvcmVcIjp0cnVlLFwiRm9udFNldHRpbmdzXCI6e1wiJGlkXCI6XCI1N1wiLFwiRm9udFNpemVcIjoxMixcIkZvbnROYW1lXCI6XCJDYWxpYnJpXCIsXCJJc0JvbGRcIjpmYWxzZSxcIklzSXRhbGljXCI6ZmFsc2UsXCJJc1VuZGVybGluZWRcIjpmYWxzZX0sXCJBdXRvU2l6ZVwiOjAsXCJGb3JlZ3JvdW5kXCI6e1wiJGlkXCI6XCI1OFwiLFwiQ29sb3JcIjp7XCIkaWRcIjpcIjU5XCIsXCJBXCI6MjU1LFwiUlwiOjI1NSxcIkdcIjoyNTUsXCJCXCI6MjU1fX0sXCJCYWNrZ3JvdW5kRmlsbFR5cGVcIjowLFwiTWF4V2lkdGhcIjoyMDAuMCxcIk1heEhlaWdodFwiOlwiSW5maW5pdHlcIixcIlNtYXJ0Rm9yZWdyb3VuZElzQWN0aXZlXCI6ZmFsc2UsXCJIb3Jpem9udGFsQWxpZ25tZW50XCI6MCxcIlZlcnRpY2FsQWxpZ25tZW50XCI6MSxcIlNtYXJ0Rm9yZWdyb3VuZFwiOm51bGwsXCJNYXJnaW5cIjp7XCIkaWRcIjpcIjYwXCIsXCJUb3BcIjowLjAsXCJMZWZ0XCI6NS4wLFwiUmlnaHRcIjowLjAsXCJCb3R0b21cIjowLjB9LFwiUGFkZGluZ1wiOntcIiRpZFwiOlwiNjFcIixcIlRvcFwiOjAuMCxcIkxlZnRcIjowLjAsXCJSaWdodFwiOjAuMCxcIkJvdHRvbVwiOjAuMH0sXCJCYWNrZ3JvdW5kXCI6e1wiJGlkXCI6XCI2MlwiLFwiQ29sb3JcIjp7XCIkcmVmXCI6XCIzNlwifX0sXCJJc1Zpc2libGVcIjp0cnVlLFwiV2lkdGhcIjowLjAsXCJIZWlnaHRcIjowLjAsXCJCb3JkZXJTdHlsZVwiOm51bGx9LFwiTWlkZGxlVGllclNjYWxlU3R5bGVcIjp7XCIkaWRcIjpcIjYzXCIsXCJTaG93U2VnbWVudFNlcGFyYXRvcnNcIjp0cnVlLFwiU2VnbWVudFNlcGFyYXRvck9wYWNpdHlcIjozMCxcIlNoYXBlXCI6MyxcIkhhc0JlZW5WaXNpYmxlQmVmb3JlXCI6ZmFsc2UsXCJGb250U2V0dGluZ3NcIjp7XCIkaWRcIjpcIjY0XCIsXCJGb250U2l6ZVwiOjEyLFwiRm9udE5hbWVcIjpcIkNhbGlicmlcIixcIklzQm9sZFwiOmZhbHNlLFwiSXNJdGFsaWNcIjpmYWxzZSxcIklzVW5kZXJsaW5lZFwiOmZhbHNlfSxcIkF1dG9TaXplXCI6MCxcIkZvcmVncm91bmRcIjp7XCIkaWRcIjpcIjY1XCIsXCJDb2xvclwiOntcIiRpZFwiOlwiNjZcIixcIkFcIjoyNTUsXCJSXCI6MjU1LFwiR1wiOjI1NSxcIkJcIjoyNTV9fSxcIkJhY2tncm91bmRGaWxsVHlwZVwiOjAsXCJNYXhXaWR0aFwiOjIwMC4wLFwiTWF4SGVpZ2h0XCI6XCJJbmZpbml0eVwiLFwiU21hcnRGb3JlZ3JvdW5kSXNBY3RpdmVcIjpmYWxzZSxcIkhvcml6b250YWxBbGlnbm1lbnRcIjowLFwiVmVydGljYWxBbGlnbm1lbnRcIjoxLFwiU21hcnRGb3JlZ3JvdW5kXCI6bnVsbCxcIk1hcmdpblwiOntcIiRpZFwiOlwiNjdcIixcIlRvcFwiOjAuMCxcIkxlZnRcIjo1LjAsXCJSaWdodFwiOjAuMCxcIkJvdHRvbVwiOjAuMH0sXCJQYWRkaW5nXCI6e1wiJGlkXCI6XCI2OFwiLFwiVG9wXCI6MC4wLFwiTGVmdFwiOjAuMCxcIlJpZ2h0XCI6MC4wLFwiQm90dG9tXCI6MC4wfSxcIkJhY2tncm91bmRcIjp7XCIkaWRcIjpcIjY5XCIsXCJDb2xvclwiOntcIiRpZFwiOlwiNzBcIixcIkFcIjowLFwiUlwiOjAsXCJHXCI6MCxcIkJcIjowfX0sXCJJc1Zpc2libGVcIjpmYWxzZSxcIldpZHRoXCI6MC4wLFwiSGVpZ2h0XCI6MC4wLFwiQm9yZGVyU3R5bGVcIjpudWxsfSxcIkJvdHRvbVRpZXJTY2FsZVN0eWxlXCI6e1wiJGlkXCI6XCI3MVwiLFwiU2hvd1NlZ21lbnRTZXBhcmF0b3JzXCI6dHJ1ZSxcIlNlZ21lbnRTZXBhcmF0b3JPcGFjaXR5XCI6MzAsXCJTaGFwZVwiOjMsXCJIYXNCZWVuVmlzaWJsZUJlZm9yZVwiOmZhbHNlLFwiRm9udFNldHRpbmdzXCI6e1wiJGlkXCI6XCI3MlwiLFwiRm9udFNpemVcIjoxMixcIkZvbnROYW1lXCI6XCJDYWxpYnJpXCIsXCJJc0JvbGRcIjpmYWxzZSxcIklzSXRhbGljXCI6ZmFsc2UsXCJJc1VuZGVybGluZWRcIjpmYWxzZX0sXCJBdXRvU2l6ZVwiOjAsXCJGb3JlZ3JvdW5kXCI6e1wiJGlkXCI6XCI3M1wiLFwiQ29sb3JcIjp7XCIkaWRcIjpcIjc0XCIsXCJBXCI6MjU1LFwiUlwiOjI1NSxcIkdcIjoyNTUsXCJCXCI6MjU1fX0sXCJCYWNrZ3JvdW5kRmlsbFR5cGVcIjowLFwiTWF4V2lkdGhcIjoyMDAuMCxcIk1heEhlaWdodFwiOlwiSW5maW5pdHlcIixcIlNtYXJ0Rm9yZWdyb3VuZElzQWN0aXZlXCI6ZmFsc2UsXCJIb3Jpem9udGFsQWxpZ25tZW50XCI6MCxcIlZlcnRpY2FsQWxpZ25tZW50XCI6MSxcIlNtYXJ0Rm9yZWdyb3VuZFwiOm51bGwsXCJNYXJnaW5cIjp7XCIkaWRcIjpcIjc1XCIsXCJUb3BcIjowLjAsXCJMZWZ0XCI6NS4wLFwiUmlnaHRcIjowLjAsXCJCb3R0b21cIjowLjB9LFwiUGFkZGluZ1wiOntcIiRpZFwiOlwiNzZcIixcIlRvcFwiOjAuMCxcIkxlZnRcIjowLjAsXCJSaWdodFwiOjAuMCxcIkJvdHRvbVwiOjAuMH0sXCJCYWNrZ3JvdW5kXCI6e1wiJGlkXCI6XCI3N1wiLFwiQ29sb3JcIjp7XCIkaWRcIjpcIjc4XCIsXCJBXCI6MCxcIlJcIjowLFwiR1wiOjAsXCJCXCI6MH19LFwiSXNWaXNpYmxlXCI6ZmFsc2UsXCJXaWR0aFwiOjAuMCxcIkhlaWdodFwiOjAuMCxcIkJvcmRlclN0eWxlXCI6bnVsbH0sXCJTaW5nbGVTY2FsZVNoYXBlU3R5bGVcIjpudWxsLFwiRWxhcHNlZFRpbWVCYWNrZ3JvdW5kXCI6e1wiJGlkXCI6XCI3OVwiLFwiQ29sb3JcIjp7XCIkaWRcIjpcIjgwXCIsXCJBXCI6MTkxLFwiUlwiOjI1NSxcIkdcIjowLFwiQlwiOjB9fSxcIkFwcGVuZFllYXJPblllYXJDaGFuZ2VcIjpmYWxzZSxcIkVsYXBzZWRUaW1lRm9ybWF0XCI6MixcIlRvZGF5TWFya2VyUG9zaXRpb25cIjozLFwiUXVpY2tQb3NpdGlvblwiOjIsXCJBYnNvbHV0ZVBvc2l0aW9uXCI6NDA1LjAsXCJNYXJnaW5cIjp7XCIkaWRcIjpcIjgxXCIsXCJUb3BcIjowLjAsXCJMZWZ0XCI6MTAuMCxcIlJpZ2h0XCI6MTAuMCxcIkJvdHRvbVwiOjAuMH0sXCJQYWRkaW5nXCI6e1wiJGlkXCI6XCI4MlwiLFwiVG9wXCI6MC4wLFwiTGVmdFwiOjAuMCxcIlJpZ2h0XCI6MC4wLFwiQm90dG9tXCI6MC4wfSxcIkJhY2tncm91bmRcIjp7XCIkaWRcIjpcIjgzXCIsXCJDb2xvclwiOntcIiRpZFwiOlwiODRcIixcIkFcIjoyNTUsXCJSXCI6NDcsXCJHXCI6NTQsXCJCXCI6MTUzfX0sXCJJc1Zpc2libGVcIjp0cnVlLFwiV2lkdGhcIjowLjAsXCJIZWlnaHRcIjowLjAsXCJCb3JkZXJTdHlsZVwiOm51bGx9LFwiRGVmYXVsdE1pbGVzdG9uZVN0eWxlXCI6e1wiJGlkXCI6XCI4NVwiLFwiU2hhcGVcIjoyLFwiQ29ubmVjdG9yTWFyZ2luXCI6e1wiJGlkXCI6XCI4NlwiLFwiVG9wXCI6MC4wLFwiTGVmdFwiOjIuMCxcIlJpZ2h0XCI6Mi4wLFwiQm90dG9tXCI6MC4wfSxcIkNvbm5lY3RvclN0eWxlXCI6e1wiJGlkXCI6XCI4N1wiLFwiTGluZUNvbG9yXCI6e1wiJGlkXCI6XCI4OFwiLFwiJHR5cGVcIjpcIk5MUkUuQ29tbW9uLkRvbS5Tb2xpZENvbG9yQnJ1c2gsIE5MUkUuQ29tbW9uXCIsXCJDb2xvclwiOntcIiRpZFwiOlwiODlcIixcIkFcIjoxMjcsXCJSXCI6NzksXCJHXCI6MTI5LFwiQlwiOjE4OX19LFwiTGluZVdlaWdodFwiOjEuMCxcIkxpbmVUeXBlXCI6MH0sXCJJc0JlbG93VGltZWJhbmRcIjpmYWxzZSxcIkhpZGVEYXRlXCI6ZmFsc2UsXCJTaGFwZVNpemVcIjoxLFwiU3BhY2luZ1wiOjIuMCxcIlBhZGRpbmdcIjp7XCIkaWRcIjpcIjkwXCIsXCJUb3BcIjo3LjAsXCJMZWZ0XCI6My4wLFwiUmlnaHRcIjowLjAsXCJCb3R0b21cIjoyLjB9LFwiUG9zaXRpb25cIjpudWxsLFwiUG9zaXRpb25PblRhc2tcIjowLFwiU2hhcGVTdHlsZVwiOntcIiRpZFwiOlwiOTFcIixcIk1hcmdpblwiOntcIiRpZFwiOlwiOTJcIixcIlRvcFwiOjAuMCxcIkxlZnRcIjowLjAsXCJSaWdodFwiOjAuMCxcIkJvdHRvbVwiOjAuMH0sXCJQYWRkaW5nXCI6e1wiJGlkXCI6XCI5M1wiLFwiVG9wXCI6MC4wLFwiTGVmdFwiOjAuMCxcIlJpZ2h0XCI6MC4wLFwiQm90dG9tXCI6MC4wfSxcIkJhY2tncm91bmRcIjp7XCIkaWRcIjpcIjk0XCIsXCJDb2xvclwiOntcIiRpZFwiOlwiOTVcIixcIkFcIjoyNTUsXCJSXCI6MCxcIkdcIjoxMTQsXCJCXCI6MTg4fX0sXCJJc1Zpc2libGVcIjp0cnVlLFwiV2lkdGhcIjoxMy4wLFwiSGVpZ2h0XCI6MTMuMCxcIkJvcmRlclN0eWxlXCI6e1wiJGlkXCI6XCI5NlwiLFwiTGluZUNvbG9yXCI6e1wiJGlkXCI6XCI5N1wiLFwiJHR5cGVcIjpcIk5MUkUuQ29tbW9uLkRvbS5Tb2xpZENvbG9yQnJ1c2gsIE5MUkUuQ29tbW9uXCIsXCJDb2xvclwiOntcIiRpZFwiOlwiOThcIixcIkFcIjoyNTUsXCJSXCI6MjU1LFwiR1wiOjAsXCJCXCI6MH19LFwiTGluZVdlaWdodFwiOjAuMCxcIkxpbmVUeXBlXCI6MH19LFwiVGl0bGVTdHlsZVwiOntcIiRpZFwiOlwiOTlcIixcIkZvbnRTZXR0aW5nc1wiOntcIiRpZFwiOlwiMTAwXCIsXCJGb250U2l6ZVwiOjExLFwiRm9udE5hbWVcIjpcIkNhbGlicmlcIixcIklzQm9sZFwiOnRydWUsXCJJc0l0YWxpY1wiOmZhbHNlLFwiSXNVbmRlcmxpbmVkXCI6ZmFsc2V9LFwiQXV0b1NpemVcIjowLFwiRm9yZWdyb3VuZFwiOntcIiRpZFwiOlwiMTAxXCIsXCJDb2xvclwiOntcIiRpZFwiOlwiMTAyXCIsXCJBXCI6MjU1LFwiUlwiOjAsXCJHXCI6MC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EwM1wiLFwiVG9wXCI6MC4wLFwiTGVmdFwiOjAuMCxcIlJpZ2h0XCI6MC4wLFwiQm90dG9tXCI6MC4wfSxcIlBhZGRpbmdcIjp7XCIkaWRcIjpcIjEwNFwiLFwiVG9wXCI6MC4wLFwiTGVmdFwiOjAuMCxcIlJpZ2h0XCI6MC4wLFwiQm90dG9tXCI6MC4wfSxcIkJhY2tncm91bmRcIjp7XCIkaWRcIjpcIjEwNVwiLFwiQ29sb3JcIjp7XCIkcmVmXCI6XCIzNlwifX0sXCJJc1Zpc2libGVcIjp0cnVlLFwiV2lkdGhcIjowLjAsXCJIZWlnaHRcIjowLjAsXCJCb3JkZXJTdHlsZVwiOm51bGx9LFwiRGF0ZVN0eWxlXCI6e1wiJGlkXCI6XCIxMDZcIixcIkZvbnRTZXR0aW5nc1wiOntcIiRpZFwiOlwiMTA3XCIsXCJGb250U2l6ZVwiOjEwLFwiRm9udE5hbWVcIjpcIkNhbGlicmlcIixcIklzQm9sZFwiOmZhbHNlLFwiSXNJdGFsaWNcIjpmYWxzZSxcIklzVW5kZXJsaW5lZFwiOmZhbHNlfSxcIkF1dG9TaXplXCI6MCxcIkZvcmVncm91bmRcIjp7XCIkaWRcIjpcIjEwOFwiLFwiQ29sb3JcIjp7XCIkaWRcIjpcIjEwOVwiLFwiQVwiOjI1NSxcIlJcIjo2OCxcIkdcIjo4NCxcIkJcIjoxMDZ9fSxcIkJhY2tncm91bmRGaWxsVHlwZVwiOjAsXCJNYXhXaWR0aFwiOjIwMC4wLFwiTWF4SGVpZ2h0XCI6XCJJbmZpbml0eVwiLFwiU21hcnRGb3JlZ3JvdW5kSXNBY3RpdmVcIjpmYWxzZSxcIkhvcml6b250YWxBbGlnbm1lbnRcIjowLFwiVmVydGljYWxBbGlnbm1lbnRcIjowLFwiU21hcnRGb3JlZ3JvdW5kXCI6bnVsbCxcIk1hcmdpblwiOntcIiRpZFwiOlwiMTEwXCIsXCJUb3BcIjowLjAsXCJMZWZ0XCI6MC4wLFwiUmlnaHRcIjowLjAsXCJCb3R0b21cIjowLjB9LFwiUGFkZGluZ1wiOntcIiRpZFwiOlwiMTExXCIsXCJUb3BcIjowLjAsXCJMZWZ0XCI6MC4wLFwiUmlnaHRcIjowLjAsXCJCb3R0b21cIjowLjB9LFwiQmFja2dyb3VuZFwiOntcIiRpZFwiOlwiMTEyXCIsXCJDb2xvclwiOntcIiRyZWZcIjpcIjM2XCJ9fSxcIklzVmlzaWJsZVwiOnRydWUsXCJXaWR0aFwiOjAuMCxcIkhlaWdodFwiOjAuMCxcIkJvcmRlclN0eWxlXCI6bnVsbH0sXCJEYXRlRm9ybWF0XCI6e1wiJGlkXCI6XCIxMTN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V9LFwiRGVmYXVsdFRhc2tTdHlsZVwiOntcIiRpZFwiOlwiMTE0XCIsXCJTaGFwZVwiOjEsXCJTaGFwZVRoaWNrbmVzc1wiOjAsXCJEdXJhdGlvbkZvcm1hdFwiOjAsXCJQZXJjZW50YWdlQ29tcGxldGVTdHlsZVwiOntcIiRpZFwiOlwiMTE1XCIsXCJGb250U2V0dGluZ3NcIjp7XCIkaWRcIjpcIjExNlwiLFwiRm9udFNpemVcIjoxMCxcIkZvbnROYW1lXCI6XCJDYWxpYnJpXCIsXCJJc0JvbGRcIjpmYWxzZSxcIklzSXRhbGljXCI6ZmFsc2UsXCJJc1VuZGVybGluZWRcIjpmYWxzZX0sXCJBdXRvU2l6ZVwiOjAsXCJGb3JlZ3JvdW5kXCI6e1wiJGlkXCI6XCIxMTdcIixcIkNvbG9yXCI6e1wiJGlkXCI6XCIxMThcIixcIkFcIjoyNTUsXCJSXCI6MjM3LFwiR1wiOjEyNSxcIkJcIjo0OX19LFwiQmFja2dyb3VuZEZpbGxUeXBlXCI6MCxcIk1heFdpZHRoXCI6MjAwLjAsXCJNYXhIZWlnaHRcIjpcIkluZmluaXR5XCIsXCJTbWFydEZvcmVncm91bmRJc0FjdGl2ZVwiOmZhbHNlLFwiSG9yaXpvbnRhbEFsaWdubWVudFwiOjAsXCJWZXJ0aWNhbEFsaWdubWVudFwiOjAsXCJTbWFydEZvcmVncm91bmRcIjpudWxsLFwiTWFyZ2luXCI6e1wiJGlkXCI6XCIxMTlcIixcIlRvcFwiOjAuMCxcIkxlZnRcIjowLjAsXCJSaWdodFwiOjAuMCxcIkJvdHRvbVwiOjAuMH0sXCJQYWRkaW5nXCI6e1wiJGlkXCI6XCIxMjBcIixcIlRvcFwiOjAuMCxcIkxlZnRcIjowLjAsXCJSaWdodFwiOjAuMCxcIkJvdHRvbVwiOjAuMH0sXCJCYWNrZ3JvdW5kXCI6e1wiJGlkXCI6XCIxMjFcIixcIkNvbG9yXCI6e1wiJHJlZlwiOlwiMzZcIn19LFwiSXNWaXNpYmxlXCI6dHJ1ZSxcIldpZHRoXCI6MC4wLFwiSGVpZ2h0XCI6MC4wLFwiQm9yZGVyU3R5bGVcIjpudWxsfSxcIkR1cmF0aW9uU3R5bGVcIjp7XCIkaWRcIjpcIjEyMlwiLFwiRm9udFNldHRpbmdzXCI6e1wiJGlkXCI6XCIxMjNcIixcIkZvbnRTaXplXCI6MTAsXCJGb250TmFtZVwiOlwiQ2FsaWJyaVwiLFwiSXNCb2xkXCI6ZmFsc2UsXCJJc0l0YWxpY1wiOmZhbHNlLFwiSXNVbmRlcmxpbmVkXCI6ZmFsc2V9LFwiQXV0b1NpemVcIjowLFwiRm9yZWdyb3VuZFwiOntcIiRpZFwiOlwiMTI0XCIsXCJDb2xvclwiOntcIiRpZFwiOlwiMTI1XCIsXCJBXCI6MjU1LFwiUlwiOjIzNyxcIkdcIjoxMjUsXCJCXCI6NDl9fSxcIkJhY2tncm91bmRGaWxsVHlwZVwiOjAsXCJNYXhXaWR0aFwiOjIwMC4wLFwiTWF4SGVpZ2h0XCI6XCJJbmZpbml0eVwiLFwiU21hcnRGb3JlZ3JvdW5kSXNBY3RpdmVcIjpmYWxzZSxcIkhvcml6b250YWxBbGlnbm1lbnRcIjowLFwiVmVydGljYWxBbGlnbm1lbnRcIjowLFwiU21hcnRGb3JlZ3JvdW5kXCI6bnVsbCxcIk1hcmdpblwiOntcIiRpZFwiOlwiMTI2XCIsXCJUb3BcIjowLjAsXCJMZWZ0XCI6MC4wLFwiUmlnaHRcIjowLjAsXCJCb3R0b21cIjowLjB9LFwiUGFkZGluZ1wiOntcIiRpZFwiOlwiMTI3XCIsXCJUb3BcIjowLjAsXCJMZWZ0XCI6MC4wLFwiUmlnaHRcIjowLjAsXCJCb3R0b21cIjowLjB9LFwiQmFja2dyb3VuZFwiOntcIiRpZFwiOlwiMTI4XCIsXCJDb2xvclwiOntcIiRyZWZcIjpcIjM2XCJ9fSxcIklzVmlzaWJsZVwiOnRydWUsXCJXaWR0aFwiOjAuMCxcIkhlaWdodFwiOjAuMCxcIkJvcmRlclN0eWxlXCI6bnVsbH0sXCJIb3Jpem9udGFsQ29ubmVjdG9yU3R5bGVcIjp7XCIkaWRcIjpcIjEyOVwiLFwiTGluZUNvbG9yXCI6e1wiJGlkXCI6XCIxMzBcIixcIiR0eXBlXCI6XCJOTFJFLkNvbW1vbi5Eb20uU29saWRDb2xvckJydXNoLCBOTFJFLkNvbW1vblwiLFwiQ29sb3JcIjp7XCIkaWRcIjpcIjEzMVwiLFwiQVwiOjI1NSxcIlJcIjoyMDQsXCJHXCI6MjA0LFwiQlwiOjIwNH19LFwiTGluZVdlaWdodFwiOjEuMCxcIkxpbmVUeXBlXCI6MH0sXCJWZXJ0aWNhbENvbm5lY3RvclN0eWxlXCI6e1wiJGlkXCI6XCIxMzJcIixcIkxpbmVDb2xvclwiOntcIiRpZFwiOlwiMTMzXCIsXCIkdHlwZVwiOlwiTkxSRS5Db21tb24uRG9tLlNvbGlkQ29sb3JCcnVzaCwgTkxSRS5Db21tb25cIixcIkNvbG9yXCI6e1wiJGlkXCI6XCIxMzRcIixcIkFcIjoyNTUsXCJSXCI6MjA0LFwiR1wiOjIwNCxcIkJcIjoyMDR9fSxcIkxpbmVXZWlnaHRcIjowLjAsXCJMaW5lVHlwZVwiOjB9LFwiTWFyZ2luXCI6bnVsbCxcIlN0YXJ0RGF0ZVBvc2l0aW9uXCI6MyxcIkVuZERhdGVQb3NpdGlvblwiOjMsXCJUaXRsZVBvc2l0aW9uXCI6NCxcIkR1cmF0aW9uUG9zaXRpb25cIjo2LFwiUGVyY2VudGFnZUNvbXBsZXRlZFBvc2l0aW9uXCI6NixcIlNwYWNpbmdcIjo1LFwiSXNCZWxvd1RpbWViYW5kXCI6ZmFsc2UsXCJQZXJjZW50YWdlQ29tcGxldGVTaGFwZU9wYWNpdHlcIjozNSxcIkdyb3VwTmFtZVwiOm51bGwsXCJBdHRhY2hlZE1pbGVzdG9uZXNTdHlsZXNcIjpudWxsLFwiU2hhcGVTdHlsZVwiOntcIiRpZFwiOlwiMTM1XCIsXCJNYXJnaW5cIjp7XCIkaWRcIjpcIjEzNlwiLFwiVG9wXCI6MC4wLFwiTGVmdFwiOjQuMCxcIlJpZ2h0XCI6NC4wLFwiQm90dG9tXCI6MC4wfSxcIlBhZGRpbmdcIjp7XCIkaWRcIjpcIjEzN1wiLFwiVG9wXCI6MC4wLFwiTGVmdFwiOjAuMCxcIlJpZ2h0XCI6MC4wLFwiQm90dG9tXCI6MC4wfSxcIkJhY2tncm91bmRcIjp7XCIkaWRcIjpcIjEzOFwiLFwiQ29sb3JcIjp7XCIkaWRcIjpcIjEzOVwiLFwiQVwiOjI1NSxcIlJcIjowLFwiR1wiOjExNCxcIkJcIjoxODh9fSxcIklzVmlzaWJsZVwiOnRydWUsXCJXaWR0aFwiOjAuMCxcIkhlaWdodFwiOjEwLjAsXCJCb3JkZXJTdHlsZVwiOntcIiRpZFwiOlwiMTQwXCIsXCJMaW5lQ29sb3JcIjp7XCIkaWRcIjpcIjE0MVwiLFwiJHR5cGVcIjpcIk5MUkUuQ29tbW9uLkRvbS5Tb2xpZENvbG9yQnJ1c2gsIE5MUkUuQ29tbW9uXCIsXCJDb2xvclwiOntcIiRpZFwiOlwiMTQyXCIsXCJBXCI6MjU1LFwiUlwiOjI1NSxcIkdcIjowLFwiQlwiOjB9fSxcIkxpbmVXZWlnaHRcIjowLjAsXCJMaW5lVHlwZVwiOjB9fSxcIlRpdGxlU3R5bGVcIjp7XCIkaWRcIjpcIjE0M1wiLFwiRm9udFNldHRpbmdzXCI6e1wiJGlkXCI6XCIxNDRcIixcIkZvbnRTaXplXCI6MTEsXCJGb250TmFtZVwiOlwiQ2FsaWJyaVwiLFwiSXNCb2xkXCI6dHJ1ZSxcIklzSXRhbGljXCI6ZmFsc2UsXCJJc1VuZGVybGluZWRcIjpmYWxzZX0sXCJBdXRvU2l6ZVwiOjAsXCJGb3JlZ3JvdW5kXCI6e1wiJGlkXCI6XCIxNDVcIixcIkNvbG9yXCI6e1wiJGlkXCI6XCIxNDZcIixcIkFcIjoyNTUsXCJSXCI6MCxcIkdcIjowLFwiQlwiOjB9fSxcIkJhY2tncm91bmRGaWxsVHlwZVwiOjAsXCJNYXhXaWR0aFwiOjk2MC4wLFwiTWF4SGVpZ2h0XCI6XCJJbmZpbml0eVwiLFwiU21hcnRGb3JlZ3JvdW5kSXNBY3RpdmVcIjpmYWxzZSxcIkhvcml6b250YWxBbGlnbm1lbnRcIjowLFwiVmVydGljYWxBbGlnbm1lbnRcIjowLFwiU21hcnRGb3JlZ3JvdW5kXCI6bnVsbCxcIk1hcmdpblwiOntcIiRpZFwiOlwiMTQ3XCIsXCJUb3BcIjowLjAsXCJMZWZ0XCI6MC4wLFwiUmlnaHRcIjowLjAsXCJCb3R0b21cIjowLjB9LFwiUGFkZGluZ1wiOntcIiRpZFwiOlwiMTQ4XCIsXCJUb3BcIjowLjAsXCJMZWZ0XCI6MC4wLFwiUmlnaHRcIjowLjAsXCJCb3R0b21cIjowLjB9LFwiQmFja2dyb3VuZFwiOntcIiRpZFwiOlwiMTQ5XCIsXCJDb2xvclwiOntcIiRyZWZcIjpcIjM2XCJ9fSxcIklzVmlzaWJsZVwiOnRydWUsXCJXaWR0aFwiOjAuMCxcIkhlaWdodFwiOjAuMCxcIkJvcmRlclN0eWxlXCI6bnVsbH0sXCJEYXRlU3R5bGVcIjp7XCIkaWRcIjpcIjE1MFwiLFwiRm9udFNldHRpbmdzXCI6e1wiJGlkXCI6XCIxNTFcIixcIkZvbnRTaXplXCI6MTAsXCJGb250TmFtZVwiOlwiQ2FsaWJyaVwiLFwiSXNCb2xkXCI6ZmFsc2UsXCJJc0l0YWxpY1wiOmZhbHNlLFwiSXNVbmRlcmxpbmVkXCI6ZmFsc2V9LFwiQXV0b1NpemVcIjowLFwiRm9yZWdyb3VuZFwiOntcIiRpZFwiOlwiMTUyXCIsXCJDb2xvclwiOntcIiRpZFwiOlwiMTUzXCIsXCJBXCI6MjU1LFwiUlwiOjY4LFwiR1wiOjg0LFwiQlwiOjEwNn19LFwiQmFja2dyb3VuZEZpbGxUeXBlXCI6MCxcIk1heFdpZHRoXCI6MjAwLjAsXCJNYXhIZWlnaHRcIjpcIkluZmluaXR5XCIsXCJTbWFydEZvcmVncm91bmRJc0FjdGl2ZVwiOmZhbHNlLFwiSG9yaXpvbnRhbEFsaWdubWVudFwiOjIsXCJWZXJ0aWNhbEFsaWdubWVudFwiOjAsXCJTbWFydEZvcmVncm91bmRcIjpudWxsLFwiTWFyZ2luXCI6e1wiJGlkXCI6XCIxNTRcIixcIlRvcFwiOjAuMCxcIkxlZnRcIjowLjAsXCJSaWdodFwiOjAuMCxcIkJvdHRvbVwiOjAuMH0sXCJQYWRkaW5nXCI6e1wiJGlkXCI6XCIxNTVcIixcIlRvcFwiOjAuMCxcIkxlZnRcIjowLjAsXCJSaWdodFwiOjAuMCxcIkJvdHRvbVwiOjAuMH0sXCJCYWNrZ3JvdW5kXCI6e1wiJGlkXCI6XCIxNTZcIixcIkNvbG9yXCI6e1wiJHJlZlwiOlwiMzZcIn19LFwiSXNWaXNpYmxlXCI6dHJ1ZSxcIldpZHRoXCI6MC4wLFwiSGVpZ2h0XCI6MC4wLFwiQm9yZGVyU3R5bGVcIjpudWxsfSxcIkRhdGVGb3JtYXRcIjp7XCIkaWRcIjpcIjE1N1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X0sXCJTaG93RWxhcHNlZFRpbWVHcmFkaWVudFN0eWxlXCI6ZmFsc2UsXCJUaW1lYmFuZFJlc2VydmVkTGVmdEFyZWFTdHlsZVwiOm51bGwsXCJEZWZhdWx0U3dpbWxhbmVTdHlsZVwiOntcIiRpZFwiOlwiMTU4XCIsXCJIZWFkZXJTdHlsZVwiOntcIiRpZFwiOlwiMTU5XCIsXCJUZXh0U3R5bGVcIjp7XCIkaWRcIjpcIjE2MFwiLFwiRm9udFNldHRpbmdzXCI6e1wiJGlkXCI6XCIxNjFcIixcIkZvbnRTaXplXCI6MTIsXCJGb250TmFtZVwiOlwiQ2FsaWJyaVwiLFwiSXNCb2xkXCI6ZmFsc2UsXCJJc0l0YWxpY1wiOmZhbHNlLFwiSXNVbmRlcmxpbmVkXCI6ZmFsc2V9LFwiQXV0b1NpemVcIjowLFwiRm9yZWdyb3VuZFwiOntcIiRpZFwiOlwiMTYyXCIsXCJDb2xvclwiOntcIiRpZFwiOlwiMTYzXCIsXCJBXCI6MjU1LFwiUlwiOjMyLFwiR1wiOjU2LFwiQlwiOjEwMH19LFwiQmFja2dyb3VuZEZpbGxUeXBlXCI6MCxcIk1heFdpZHRoXCI6MC4wLFwiTWF4SGVpZ2h0XCI6MC4wLFwiU21hcnRGb3JlZ3JvdW5kSXNBY3RpdmVcIjpmYWxzZSxcIkhvcml6b250YWxBbGlnbm1lbnRcIjowLFwiVmVydGljYWxBbGlnbm1lbnRcIjowLFwiU21hcnRGb3JlZ3JvdW5kXCI6bnVsbCxcIk1hcmdpblwiOntcIiRpZFwiOlwiMTY0XCIsXCJUb3BcIjowLjAsXCJMZWZ0XCI6MC4wLFwiUmlnaHRcIjowLjAsXCJCb3R0b21cIjowLjB9LFwiUGFkZGluZ1wiOntcIiRpZFwiOlwiMTY1XCIsXCJUb3BcIjowLjAsXCJMZWZ0XCI6MC4wLFwiUmlnaHRcIjowLjAsXCJCb3R0b21cIjowLjB9LFwiQmFja2dyb3VuZFwiOm51bGwsXCJJc1Zpc2libGVcIjpmYWxzZSxcIldpZHRoXCI6MC4wLFwiSGVpZ2h0XCI6MC4wLFwiQm9yZGVyU3R5bGVcIjpudWxsfSxcIlJlY3RhbmdsZVN0eWxlXCI6e1wiJGlkXCI6XCIxNjZcIixcIk1hcmdpblwiOntcIiRpZFwiOlwiMTY3XCIsXCJUb3BcIjowLjAsXCJMZWZ0XCI6MC4wLFwiUmlnaHRcIjowLjAsXCJCb3R0b21cIjowLjB9LFwiUGFkZGluZ1wiOntcIiRpZFwiOlwiMTY4XCIsXCJUb3BcIjowLjAsXCJMZWZ0XCI6MC4wLFwiUmlnaHRcIjowLjAsXCJCb3R0b21cIjowLjB9LFwiQmFja2dyb3VuZFwiOntcIiRpZFwiOlwiMTY5XCIsXCJDb2xvclwiOntcIiRpZFwiOlwiMTcwXCIsXCJBXCI6MTI3LFwiUlwiOjkxLFwiR1wiOjE1NSxcIkJcIjoyMTN9fSxcIklzVmlzaWJsZVwiOmZhbHNlLFwiV2lkdGhcIjowLjAsXCJIZWlnaHRcIjowLjAsXCJCb3JkZXJTdHlsZVwiOntcIiRpZFwiOlwiMTcxXCIsXCJMaW5lQ29sb3JcIjp7XCIkaWRcIjpcIjE3MlwiLFwiJHR5cGVcIjpcIk5MUkUuQ29tbW9uLkRvbS5Tb2xpZENvbG9yQnJ1c2gsIE5MUkUuQ29tbW9uXCIsXCJDb2xvclwiOntcIiRpZFwiOlwiMTczXCIsXCJBXCI6MjU1LFwiUlwiOjI1NSxcIkdcIjowLFwiQlwiOjB9fSxcIkxpbmVXZWlnaHRcIjowLjAsXCJMaW5lVHlwZVwiOjB9fSxcIlRleHRJc1ZlcnRpY2FsXCI6ZmFsc2V9LFwiQmFja2dyb3VuZFN0eWxlXCI6e1wiJGlkXCI6XCIxNzRcIixcIk1hcmdpblwiOntcIiRpZFwiOlwiMTc1XCIsXCJUb3BcIjowLjAsXCJMZWZ0XCI6MC4wLFwiUmlnaHRcIjowLjAsXCJCb3R0b21cIjowLjB9LFwiUGFkZGluZ1wiOntcIiRpZFwiOlwiMTc2XCIsXCJUb3BcIjowLjAsXCJMZWZ0XCI6MC4wLFwiUmlnaHRcIjowLjAsXCJCb3R0b21cIjowLjB9LFwiQmFja2dyb3VuZFwiOntcIiRpZFwiOlwiMTc3XCIsXCJDb2xvclwiOntcIiRpZFwiOlwiMTc4XCIsXCJBXCI6MzgsXCJSXCI6OTEsXCJHXCI6MTU1LFwiQlwiOjIxM319LFwiSXNWaXNpYmxlXCI6dHJ1ZSxcIldpZHRoXCI6MC4wLFwiSGVpZ2h0XCI6MC4wLFwiQm9yZGVyU3R5bGVcIjp7XCIkaWRcIjpcIjE3OVwiLFwiTGluZUNvbG9yXCI6e1wiJGlkXCI6XCIxODBcIixcIiR0eXBlXCI6XCJOTFJFLkNvbW1vbi5Eb20uU29saWRDb2xvckJydXNoLCBOTFJFLkNvbW1vblwiLFwiQ29sb3JcIjp7XCIkaWRcIjpcIjE4MVwiLFwiQVwiOjI1NSxcIlJcIjoyNTUsXCJHXCI6MCxcIkJcIjowfX0sXCJMaW5lV2VpZ2h0XCI6MC4wLFwiTGluZVR5cGVcIjowfX0sXCJJc0Fib3ZlVGltZWJhbmRcIjpmYWxzZX0sXCJDdXN0b21NaWxlc3RvbmVTdHlsZUxpc3RcIjpbXSxcIkN1c3RvbVRhc2tTdHlsZUxpc3RcIjpbXSxcIkN1c3RvbVN3aW1sYW5lRGVmaW5pdGlvblN0eWxlTGlzdFwiOltdLFwiQ3VzdG9tU3dpbWxhbmVWMlN0eWxlTGlzdFwiOltdLFwiR3JpZGxpbmVQYW5lbFN0eWxlXCI6e1wiJGlkXCI6XCIxODJcIixcIkdyaWRsaW5lU3R5bGVcIjp7XCIkaWRcIjpcIjE4M1wiLFwiTGluZUNvbG9yXCI6e1wiJGlkXCI6XCIxODRcIixcIiR0eXBlXCI6XCJOTFJFLkNvbW1vbi5Eb20uU29saWRDb2xvckJydXNoLCBOTFJFLkNvbW1vblwiLFwiQ29sb3JcIjp7XCIkaWRcIjpcIjE4NVwiLFwiQVwiOjM4LFwiUlwiOjkxLFwiR1wiOjE1NSxcIkJcIjoyMTN9fSxcIkxpbmVXZWlnaHRcIjoxLjAsXCJMaW5lVHlwZVwiOjB9LFwiSXNWaXNpYmxlXCI6dHJ1ZX0sXCJBY3Rpdml0eUxpbmVQYW5lbFN0eWxlXCI6e1wiJGlkXCI6XCIxODZcIixcIkFjdGl2aXR5TGluZVN0eWxlXCI6e1wiJGlkXCI6XCIxODdcIixcIkxpbmVDb2xvclwiOntcIiRpZFwiOlwiMTg4XCIsXCIkdHlwZVwiOlwiTkxSRS5Db21tb24uRG9tLlNvbGlkQ29sb3JCcnVzaCwgTkxSRS5Db21tb25cIixcIkNvbG9yXCI6e1wiJGlkXCI6XCIxODlcIixcIkFcIjozOCxcIlJcIjo2OCxcIkdcIjoxMTQsXCJCXCI6MTk2fX0sXCJMaW5lV2VpZ2h0XCI6MS4wLFwiTGluZVR5cGVcIjowfSxcIklzVmlzaWJsZVwiOnRydWV9LFwiRGVmYXVsdERlcGVuZGVuY3lTdHlsZVwiOntcIiRpZFwiOlwiMTkwXCIsXCJMaW5lU3R5bGVcIjp7XCIkaWRcIjpcIjE5MVwiLFwiTGluZUNvbG9yXCI6e1wiJGlkXCI6XCIxOTJcIixcIiR0eXBlXCI6XCJOTFJFLkNvbW1vbi5Eb20uU29saWRDb2xvckJydXNoLCBOTFJFLkNvbW1vblwiLFwiQ29sb3JcIjp7XCIkaWRcIjpcIjE5M1wiLFwiQVwiOjI1NSxcIlJcIjowLFwiR1wiOjAsXCJCXCI6MH19LFwiTGluZVdlaWdodFwiOjEuMCxcIkxpbmVUeXBlXCI6MH0sXCJFbmRBcnJvd2hlYWRMaW5lU3R5bGVcIjp7XCIkaWRcIjpcIjE5NFwiLFwiS2luZFwiOjEsXCJXaWR0aFwiOjEsXCJMZW5ndGhcIjowLFwiUGFyZW50U3R5bGVcIjpudWxsfSxcIkJyaW5nVG9Gcm9udFwiOnRydWUsXCJJc1Zpc2libGVcIjp0cnVlLFwiUmFkaXVzXCI6MC4wfSxcIkNyaXRpY2FsUGF0aFN0eWxlXCI6e1wiJGlkXCI6XCIxOTVcIixcIkNyaXRpY2FsUGF0aFN0eWxlT3B0aW9uc1wiOjE1LFwiTGluZVN0eWxlXCI6e1wiJGlkXCI6XCIxOTZcIixcIkxpbmVDb2xvclwiOntcIiRpZFwiOlwiMTk3XCIsXCIkdHlwZVwiOlwiTkxSRS5Db21tb24uRG9tLlNvbGlkQ29sb3JCcnVzaCwgTkxSRS5Db21tb25cIixcIkNvbG9yXCI6e1wiJGlkXCI6XCIxOThcIixcIkFcIjoyNTUsXCJSXCI6MjIyLFwiR1wiOjUwLFwiQlwiOjUwfX0sXCJMaW5lV2VpZ2h0XCI6MS4wLFwiTGluZVR5cGVcIjowfSxcIlRpdGxlRm9yZWdyb3VuZFwiOntcIiRpZFwiOlwiMTk5XCIsXCJDb2xvclwiOntcIiRpZFwiOlwiMjAwXCIsXCJBXCI6MjU1LFwiUlwiOjE3NixcIkdcIjoxOSxcIkJcIjoyNX19LFwiU2hhcGVzQmFja2dyb3VuZFwiOntcIiRpZFwiOlwiMjAxXCIsXCJDb2xvclwiOntcIiRpZFwiOlwiMjAyXCIsXCJBXCI6MjU1LFwiUlwiOjI1MyxcIkdcIjoyMDMsXCJCXCI6MjA4fX0sXCJTaGFwZXNCb3JkZXJTdHlsZVwiOntcIiRpZFwiOlwiMjAzXCIsXCJMaW5lQ29sb3JcIjp7XCIkaWRcIjpcIjIwNFwiLFwiJHR5cGVcIjpcIk5MUkUuQ29tbW9uLkRvbS5Tb2xpZENvbG9yQnJ1c2gsIE5MUkUuQ29tbW9uXCIsXCJDb2xvclwiOntcIiRpZFwiOlwiMjA1XCIsXCJBXCI6MjU1LFwiUlwiOjIyMixcIkdcIjo1MCxcIkJcIjo1MH19LFwiTGluZVdlaWdodFwiOjEuNSxcIkxpbmVUeXBlXCI6MH0sXCJJc1Zpc2libGVcIjpmYWxzZX19LFwiU2NhbGVcIjp7XCIkaWRcIjpcIjIwNlwiLFwiU3RhcnREYXRlXCI6XCIwMDAxLTAxLTAxVDAwOjAwOjAwXCIsXCJFbmREYXRlXCI6XCIwMDAxLTAxLTAxVDAwOjAwOjAwXCIsXCJGb3JtYXRcIjpcIndcIixcIlR5cGVcIjoxLFwiQXV0b0RhdGVSYW5nZVwiOnRydWUsXCJXb3JraW5nRGF5c1wiOjMxLFwiVG9kYXlNYXJrZXJUZXh0XCI6XCJUb2RheVwiLFwiQXV0b1NjYWxlVHlwZVwiOnRydWV9LFwiU2NhbGVWMlwiOntcIiRpZFwiOlwiMjA3XCIsXCJTdGFydERhdGVcIjpcIjAwMDEtMDEtMDFUMDA6MDA6MDBcIixcIkVuZERhdGVcIjpcIjAwMDEtMDEtMDFUMDA6MDA6MDBcIixcIkF1dG9EYXRlUmFuZ2VcIjp0cnVlLFwiV29ya2luZ0RheXNcIjozMSxcIlRvZGF5TWFya2VyVGV4dFwiOlwiVG9kYXlcIixcIkF1dG9TY2FsZVR5cGVcIjp0cnVlLFwiVGltZWJhbmRTY2FsZXNcIjp7XCIkaWRcIjpcIjIwOFwiLFwiVG9wU2NhbGVMYXllclwiOntcIiRpZFwiOlwiMjA5XCIsXCJGb3JtYXRcIjpcIndcIixcIlR5cGVcIjoxfSxcIk1pZGRsZVNjYWxlTGF5ZXJcIjp7XCIkaWRcIjpcIjIxMFwiLFwiRm9ybWF0XCI6bnVsbCxcIlR5cGVcIjowfSxcIkJvdHRvbVNjYWxlTGF5ZXJcIjp7XCIkaWRcIjpcIjIxMVwiLFwiRm9ybWF0XCI6bnVsbCxcIlR5cGVcIjowfX19LFwiTWlsZXN0b25lc1wiOltdLFwiVGFza3NcIjpbXSxcIlN3aW1sYW5lc1wiOltdLFwiU3dpbWxhbmVzVjJcIjpbXSxcIkRlcGVuZGVuY2llc1wiOltdLFwiRGVwZW5kZW5jeVNldHRpbmdzXCI6e1wiJGlkXCI6XCIyMTJcIixcIkRlcGVuZGVuY3lNb2R1bGVFbmFibGVkXCI6ZmFsc2UsXCJTY2hlZHVsaW5nU2V0dGluZ3NcIjp7XCIkaWRcIjpcIjIxM1wiLFwiRGVwZW5kZW5jaWVzU2NoZWR1bGluZ01vZGVTZXR0aW5nXCI6MSxcIkRlcGVuZGVuY2llc1ByZXZpb3VzU2NoZWR1bGluZ01vZGVcIjoxLFwiT25CcmVha2luZ0ZsZXhpYmxlU2NoZWR1bGluZ01vZGVTZXR0aW5nXCI6MCxcIk9uQnJlYWtpbmdTdHJpY3RTY2hlZHVsaW5nTW9kZVNldHRpbmdcIjowfX0sXCJTZXR0aW5nc1wiOntcIiRpZFwiOlwiMjE0XCIsXCJJbXBhT3B0aW9uc1wiOntcIiRpZFwiOlwiMjE1XCIsXCJMZWZ0VG9SaWdodFwiOmZhbHNlLFwiUGF5bG9hZE9wdGlvbnNcIjoyfX0sXCJUaW1lQ29uZmlndXJhdGlvblwiOntcIiRpZFwiOlwiMjE2XCIsXCJVc2VUaW1lXCI6ZmFsc2UsXCJXb3JrRGF5U3RhcnRcIjpcIjAwOjAwOjAwXCIsXCJXb3JrRGF5RW5kXCI6XCIyMzo1OTowMFwifX0ifSwiU2V0dGluZ3MiOnsiJGlkIjoiNzQ2IiwiSW1wYU9wdGlvbnMiOnsiJGlkIjoiNzQ3IiwiTGVmdFRvUmlnaHQiOmZhbHNlLCJQYXlsb2FkT3B0aW9ucyI6Mn0sIlVzZUNvbXByZXNzaW9uIjpmYWxzZSwiQ29tcHJlc2lvblBlcmNlbnRhZ2UiOjUwLjAsIkluYWN0aXZlSW50ZXJ2YWxXaWR0aFRocmVzaG9sZCI6MzAuMCwiSW5hY3RpdmVJbnRlcnZhbFdpZHRoIjoxLjAsIlNwbGl0VGFza3MiOmZhbHNlLCJVc2VDbHVzdGVyIjpmYWxzZSwiRXBzaWxvbiI6NS4wLCJNaW5Qb2ludHNUb0Zvcm1BQ2x1c3RlciI6MiwiR2VuZXJhdGVJbnZpc2libGVTaGFwZXMiOmZhbHNlLCJTbWFydFRpbWVsaW5lVGFza1BlcmNlbnRhZ2VGaXQiOmZhbHNlfSwiSXNOZXciOmZhbHNlLCJJbXBvcnRUeXBlIjowLCJGaWxlUGF0aCI6bnVsbCwiVGltZUNvbmZpZ3VyYXRpb24iOnsiJGlkIjoiNzQ4IiwiVXNlVGltZSI6ZmFsc2UsIldvcmtEYXlTdGFydCI6IjAwOjAwOjAwIiwiV29ya0RheUVuZCI6IjIzOjU5OjAwIn0sIkxhc3RVc2VkVGVtcGxhdGVJZCI6ImNjMjZmODYzLTI3Y2UtNDgwZS1hNTg5LWIzZjEyZjJkNmViMCIsIkZpcnN0V2Vla09mWWVhciI6MCwiUGxhY2VNaWxlc3RvbmVBdFRoZUJlZ2lubmluZ09mVGhlRGF5IjpmYWxzZSwiRGVwZW5kZW5jeVNjaGVkdWxpbmdTZXR0aW5ncyI6eyIkaWQiOiI3NDkiLCJEZXBlbmRlbmNpZXNTY2hlZHVsaW5nTW9kZVNldHRpbmciOiJGbGV4aWJsZSIsIkRlcGVuZGVuY2llc1ByZXZpb3VzU2NoZWR1bGluZ01vZGUiOiJGbGV4aWJsZSIsIk9uQnJlYWtpbmdGbGV4aWJsZVNjaGVkdWxpbmdNb2RlU2V0dGluZyI6IkFza0V2ZXJ5dGltZSIsIk9uQnJlYWtpbmdTdHJpY3RTY2hlZHVsaW5nTW9kZVNldHRpbmciOiJBc2tFdmVyeXRpbWUifSwiRGVwZW5kZW5jeU1vZHVsZUVuYWJsZWQiOmZhbHNlLCJEZXBlbmRlbmNpZXMiOnsiX2RlcGVuZGVuY2llcyI6W119fQ=="/>
  <p:tag name="__MASTER" val="__part_0"/>
</p:tagLst>
</file>

<file path=ppt/tags/tag2.xml><?xml version="1.0" encoding="utf-8"?>
<p:tagLst xmlns:a="http://schemas.openxmlformats.org/drawingml/2006/main" xmlns:r="http://schemas.openxmlformats.org/officeDocument/2006/relationships" xmlns:p="http://schemas.openxmlformats.org/presentationml/2006/main">
  <p:tag name="OTLMARKERSHAPE" val="OTL"/>
</p:tagLst>
</file>

<file path=ppt/tags/tag3.xml><?xml version="1.0" encoding="utf-8"?>
<p:tagLst xmlns:a="http://schemas.openxmlformats.org/drawingml/2006/main" xmlns:r="http://schemas.openxmlformats.org/officeDocument/2006/relationships" xmlns:p="http://schemas.openxmlformats.org/presentationml/2006/main">
  <p:tag name="OTLMARKERSHAPE" val="OTL"/>
</p:tagLst>
</file>

<file path=ppt/tags/tag4.xml><?xml version="1.0" encoding="utf-8"?>
<p:tagLst xmlns:a="http://schemas.openxmlformats.org/drawingml/2006/main" xmlns:r="http://schemas.openxmlformats.org/officeDocument/2006/relationships" xmlns:p="http://schemas.openxmlformats.org/presentationml/2006/main">
  <p:tag name="OTLMARKERSHAPE" val="OTL"/>
</p:tagLst>
</file>

<file path=ppt/tags/tag5.xml><?xml version="1.0" encoding="utf-8"?>
<p:tagLst xmlns:a="http://schemas.openxmlformats.org/drawingml/2006/main" xmlns:r="http://schemas.openxmlformats.org/officeDocument/2006/relationships" xmlns:p="http://schemas.openxmlformats.org/presentationml/2006/main">
  <p:tag name="OTLMARKERSHAPE" val="OTL"/>
</p:tagLst>
</file>

<file path=ppt/tags/tag6.xml><?xml version="1.0" encoding="utf-8"?>
<p:tagLst xmlns:a="http://schemas.openxmlformats.org/drawingml/2006/main" xmlns:r="http://schemas.openxmlformats.org/officeDocument/2006/relationships" xmlns:p="http://schemas.openxmlformats.org/presentationml/2006/main">
  <p:tag name="OTLMARKERSHAPE" val="OTL"/>
</p:tagLst>
</file>

<file path=ppt/tags/tag7.xml><?xml version="1.0" encoding="utf-8"?>
<p:tagLst xmlns:a="http://schemas.openxmlformats.org/drawingml/2006/main" xmlns:r="http://schemas.openxmlformats.org/officeDocument/2006/relationships" xmlns:p="http://schemas.openxmlformats.org/presentationml/2006/main">
  <p:tag name="OTLMARKERSHAPE" val="OTL"/>
</p:tagLst>
</file>

<file path=ppt/tags/tag8.xml><?xml version="1.0" encoding="utf-8"?>
<p:tagLst xmlns:a="http://schemas.openxmlformats.org/drawingml/2006/main" xmlns:r="http://schemas.openxmlformats.org/officeDocument/2006/relationships" xmlns:p="http://schemas.openxmlformats.org/presentationml/2006/main">
  <p:tag name="OTLMARKERSHAPE" val="OTL"/>
</p:tagLst>
</file>

<file path=ppt/tags/tag9.xml><?xml version="1.0" encoding="utf-8"?>
<p:tagLst xmlns:a="http://schemas.openxmlformats.org/drawingml/2006/main" xmlns:r="http://schemas.openxmlformats.org/officeDocument/2006/relationships" xmlns:p="http://schemas.openxmlformats.org/presentationml/2006/main">
  <p:tag name="OTLMARKERSHAPE" val="OTL"/>
</p:tagLst>
</file>

<file path=ppt/tags/tag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xml><?xml version="1.0" encoding="utf-8"?>
<p:tagLst xmlns:a="http://schemas.openxmlformats.org/drawingml/2006/main" xmlns:r="http://schemas.openxmlformats.org/officeDocument/2006/relationships" xmlns:p="http://schemas.openxmlformats.org/presentationml/2006/main">
  <p:tag name="OTLMARKERSHAPE" val="OTL"/>
</p:tagLst>
</file>

<file path=ppt/tags/tag12.xml><?xml version="1.0" encoding="utf-8"?>
<p:tagLst xmlns:a="http://schemas.openxmlformats.org/drawingml/2006/main" xmlns:r="http://schemas.openxmlformats.org/officeDocument/2006/relationships" xmlns:p="http://schemas.openxmlformats.org/presentationml/2006/main">
  <p:tag name="OTLMARKERSHAPE" val="OTL"/>
</p:tagLst>
</file>

<file path=ppt/tags/tag13.xml><?xml version="1.0" encoding="utf-8"?>
<p:tagLst xmlns:a="http://schemas.openxmlformats.org/drawingml/2006/main" xmlns:r="http://schemas.openxmlformats.org/officeDocument/2006/relationships" xmlns:p="http://schemas.openxmlformats.org/presentationml/2006/main">
  <p:tag name="OTLMARKERSHAPE" val="OTL"/>
</p:tagLst>
</file>

<file path=ppt/tags/tag14.xml><?xml version="1.0" encoding="utf-8"?>
<p:tagLst xmlns:a="http://schemas.openxmlformats.org/drawingml/2006/main" xmlns:r="http://schemas.openxmlformats.org/officeDocument/2006/relationships" xmlns:p="http://schemas.openxmlformats.org/presentationml/2006/main">
  <p:tag name="OTLMARKERSHAPE" val="OTL"/>
</p:tagLst>
</file>

<file path=ppt/tags/tag15.xml><?xml version="1.0" encoding="utf-8"?>
<p:tagLst xmlns:a="http://schemas.openxmlformats.org/drawingml/2006/main" xmlns:r="http://schemas.openxmlformats.org/officeDocument/2006/relationships" xmlns:p="http://schemas.openxmlformats.org/presentationml/2006/main">
  <p:tag name="OTLMARKERSHAPE" val="OTL"/>
</p:tagLst>
</file>

<file path=ppt/tags/tag16.xml><?xml version="1.0" encoding="utf-8"?>
<p:tagLst xmlns:a="http://schemas.openxmlformats.org/drawingml/2006/main" xmlns:r="http://schemas.openxmlformats.org/officeDocument/2006/relationships" xmlns:p="http://schemas.openxmlformats.org/presentationml/2006/main">
  <p:tag name="OTLMARKERSHAPE" val="OTL"/>
</p:tagLst>
</file>

<file path=ppt/tags/tag17.xml><?xml version="1.0" encoding="utf-8"?>
<p:tagLst xmlns:a="http://schemas.openxmlformats.org/drawingml/2006/main" xmlns:r="http://schemas.openxmlformats.org/officeDocument/2006/relationships" xmlns:p="http://schemas.openxmlformats.org/presentationml/2006/main">
  <p:tag name="OTLMARKERSHAPE" val="OTL"/>
</p:tagLst>
</file>

<file path=ppt/tags/tag18.xml><?xml version="1.0" encoding="utf-8"?>
<p:tagLst xmlns:a="http://schemas.openxmlformats.org/drawingml/2006/main" xmlns:r="http://schemas.openxmlformats.org/officeDocument/2006/relationships" xmlns:p="http://schemas.openxmlformats.org/presentationml/2006/main">
  <p:tag name="OTLMARKERSHAPE" val="OTL"/>
</p:tagLst>
</file>

<file path=ppt/tags/tag19.xml><?xml version="1.0" encoding="utf-8"?>
<p:tagLst xmlns:a="http://schemas.openxmlformats.org/drawingml/2006/main" xmlns:r="http://schemas.openxmlformats.org/officeDocument/2006/relationships" xmlns:p="http://schemas.openxmlformats.org/presentationml/2006/main">
  <p:tag name="OTLMARKERSHAPE" val="OTL"/>
</p:tagLst>
</file>

<file path=ppt/tags/tag20.xml><?xml version="1.0" encoding="utf-8"?>
<p:tagLst xmlns:a="http://schemas.openxmlformats.org/drawingml/2006/main" xmlns:r="http://schemas.openxmlformats.org/officeDocument/2006/relationships" xmlns:p="http://schemas.openxmlformats.org/presentationml/2006/main">
  <p:tag name="OTLMARKERSHAPE" val="OTL"/>
</p:tagLst>
</file>

<file path=ppt/tags/tag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xml><?xml version="1.0" encoding="utf-8"?>
<p:tagLst xmlns:a="http://schemas.openxmlformats.org/drawingml/2006/main" xmlns:r="http://schemas.openxmlformats.org/officeDocument/2006/relationships" xmlns:p="http://schemas.openxmlformats.org/presentationml/2006/main">
  <p:tag name="OTLMARKERSHAPE" val="OTL"/>
</p:tagLst>
</file>

<file path=ppt/tags/tag23.xml><?xml version="1.0" encoding="utf-8"?>
<p:tagLst xmlns:a="http://schemas.openxmlformats.org/drawingml/2006/main" xmlns:r="http://schemas.openxmlformats.org/officeDocument/2006/relationships" xmlns:p="http://schemas.openxmlformats.org/presentationml/2006/main">
  <p:tag name="OTLMARKERSHAPE" val="OTL"/>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Lst>
</file>

<file path=ppt/tags/tag25.xml><?xml version="1.0" encoding="utf-8"?>
<p:tagLst xmlns:a="http://schemas.openxmlformats.org/drawingml/2006/main" xmlns:r="http://schemas.openxmlformats.org/officeDocument/2006/relationships" xmlns:p="http://schemas.openxmlformats.org/presentationml/2006/main">
  <p:tag name="OTLMARKERSHAPE" val="OTL"/>
</p:tagLst>
</file>

<file path=ppt/tags/tag26.xml><?xml version="1.0" encoding="utf-8"?>
<p:tagLst xmlns:a="http://schemas.openxmlformats.org/drawingml/2006/main" xmlns:r="http://schemas.openxmlformats.org/officeDocument/2006/relationships" xmlns:p="http://schemas.openxmlformats.org/presentationml/2006/main">
  <p:tag name="OTLMARKERSHAPE" val="OTL"/>
  <p:tag name="OTLTIMEBANDSHAPETYPE" val="RoundedCornerRectangleTimeband"/>
  <p:tag name="OTLTIMEBANDSHAPEHEIGHT" val="20"/>
  <p:tag name="OTLTIMEBANDSHAPEPADDINGLEFT" val="0"/>
  <p:tag name="OTLTIMEBANDCULTUREINFO" val="en-US"/>
  <p:tag name="OTLTIMEBANDTHREEDEFFECTS" val="Gel"/>
  <p:tag name="OTLTIMEBANDAUTODATERANGE" val="True"/>
  <p:tag name="OTLTIMEBANDSTARTDATE" val="0001-01-01T00:00:00.0000000"/>
  <p:tag name="OTLTIMEBANDWORKINGDAYS" val="Standard"/>
  <p:tag name="OTLTIMEBANDELAPSEDTIMEEXTENSION" val="False"/>
  <p:tag name="OTLTIMEBANDUSETIME" val="False"/>
  <p:tag name="OTLTIMEBANDTIMECONFIGWORKDAYSTART" val="00:00:00"/>
  <p:tag name="OTLTIMEBANDTIMECONFIGWORKDAYEND" val="23:59:00"/>
  <p:tag name="OTLTIMEBANDAPPENDYEARONYEARCHANGE" val="False"/>
  <p:tag name="OTLTIMEBANDSCALEMARKING" val="Years"/>
  <p:tag name="OTLRIGHTENDCAPSMARGINRIGHT" val="20"/>
  <p:tag name="OTLLEFTENDCAPSMARGINLEFT" val="33.6433333333333"/>
  <p:tag name="OTLTIMEBANDFYSTARTMONTH" val="January"/>
  <p:tag name="OTLTIMEBANDSHOWFYLABEL" val="True"/>
  <p:tag name="OTLTIMEBANDUSESTARTINGOFTHEYEARFORFYNUMBERING" val="True"/>
  <p:tag name="OTLTIMEBANDRESERVEDLEFTAREAWIDTH" val="0"/>
  <p:tag name="OTLTIMEBANDRESERVEDLEFTAREAISSET" val="False"/>
  <p:tag name="OTLTIMEBANDDEPENABLED" val="False"/>
  <p:tag name="OTLTIMEBANDDEPSCHEDULINGMODE" val="Flexible"/>
  <p:tag name="OTLTIMEBANDDEPPREVIOUSSCHEDULINGMODE" val="Flexible"/>
  <p:tag name="OTLTIMEBANDDEPONBREAKINGSTRICTSCHEDULINGMODE" val="AskEverytime"/>
  <p:tag name="OTLTIMEBANDDEPONBREAKINGFLEXIBLESCHEDULINGMODE" val="AskEverytime"/>
  <p:tag name="OTLTIMEBANDSCALEFORMAT" val="MMM"/>
  <p:tag name="OTLTIMEBANDQUICKPOSITION" val="Custom"/>
  <p:tag name="OTLTIMEBANDENDDATE" val="2029-01-13T23:59:00.0000000"/>
  <p:tag name="OTLTIMEBANDSCALETYPE" val="Months"/>
</p:tagLst>
</file>

<file path=ppt/tags/tag27.xml><?xml version="1.0" encoding="utf-8"?>
<p:tagLst xmlns:a="http://schemas.openxmlformats.org/drawingml/2006/main" xmlns:r="http://schemas.openxmlformats.org/officeDocument/2006/relationships" xmlns:p="http://schemas.openxmlformats.org/presentationml/2006/main">
  <p:tag name="OTLMARKERSHAPE" val="OTL"/>
</p:tagLst>
</file>

<file path=ppt/tags/tag28.xml><?xml version="1.0" encoding="utf-8"?>
<p:tagLst xmlns:a="http://schemas.openxmlformats.org/drawingml/2006/main" xmlns:r="http://schemas.openxmlformats.org/officeDocument/2006/relationships" xmlns:p="http://schemas.openxmlformats.org/presentationml/2006/main">
  <p:tag name="OTLMARKERSHAPE" val="OTL"/>
</p:tagLst>
</file>

<file path=ppt/tags/tag29.xml><?xml version="1.0" encoding="utf-8"?>
<p:tagLst xmlns:a="http://schemas.openxmlformats.org/drawingml/2006/main" xmlns:r="http://schemas.openxmlformats.org/officeDocument/2006/relationships" xmlns:p="http://schemas.openxmlformats.org/presentationml/2006/main">
  <p:tag name="OTLMARKERSHAPE" val="OTL"/>
</p:tagLst>
</file>

<file path=ppt/tags/tag30.xml><?xml version="1.0" encoding="utf-8"?>
<p:tagLst xmlns:a="http://schemas.openxmlformats.org/drawingml/2006/main" xmlns:r="http://schemas.openxmlformats.org/officeDocument/2006/relationships" xmlns:p="http://schemas.openxmlformats.org/presentationml/2006/main">
  <p:tag name="OTLMARKERSHAPE" val="OTL"/>
</p:tagLst>
</file>

<file path=ppt/tags/tag31.xml><?xml version="1.0" encoding="utf-8"?>
<p:tagLst xmlns:a="http://schemas.openxmlformats.org/drawingml/2006/main" xmlns:r="http://schemas.openxmlformats.org/officeDocument/2006/relationships" xmlns:p="http://schemas.openxmlformats.org/presentationml/2006/main">
  <p:tag name="OTLMARKERSHAPE" val="OTL"/>
</p:tagLst>
</file>

<file path=ppt/tags/tag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xml><?xml version="1.0" encoding="utf-8"?>
<p:tagLst xmlns:a="http://schemas.openxmlformats.org/drawingml/2006/main" xmlns:r="http://schemas.openxmlformats.org/officeDocument/2006/relationships" xmlns:p="http://schemas.openxmlformats.org/presentationml/2006/main">
  <p:tag name="OTLMARKERSHAPE" val="OTL"/>
</p:tagLst>
</file>

<file path=ppt/tags/tag34.xml><?xml version="1.0" encoding="utf-8"?>
<p:tagLst xmlns:a="http://schemas.openxmlformats.org/drawingml/2006/main" xmlns:r="http://schemas.openxmlformats.org/officeDocument/2006/relationships" xmlns:p="http://schemas.openxmlformats.org/presentationml/2006/main">
  <p:tag name="OTLMARKERSHAPE" val="OTL"/>
</p:tagLst>
</file>

<file path=ppt/tags/tag35.xml><?xml version="1.0" encoding="utf-8"?>
<p:tagLst xmlns:a="http://schemas.openxmlformats.org/drawingml/2006/main" xmlns:r="http://schemas.openxmlformats.org/officeDocument/2006/relationships" xmlns:p="http://schemas.openxmlformats.org/presentationml/2006/main">
  <p:tag name="OTLMARKERSHAPE" val="OTL"/>
</p:tagLst>
</file>

<file path=ppt/tags/tag36.xml><?xml version="1.0" encoding="utf-8"?>
<p:tagLst xmlns:a="http://schemas.openxmlformats.org/drawingml/2006/main" xmlns:r="http://schemas.openxmlformats.org/officeDocument/2006/relationships" xmlns:p="http://schemas.openxmlformats.org/presentationml/2006/main">
  <p:tag name="OTLMARKERSHAPE" val="OTL"/>
</p:tagLst>
</file>

<file path=ppt/tags/tag37.xml><?xml version="1.0" encoding="utf-8"?>
<p:tagLst xmlns:a="http://schemas.openxmlformats.org/drawingml/2006/main" xmlns:r="http://schemas.openxmlformats.org/officeDocument/2006/relationships" xmlns:p="http://schemas.openxmlformats.org/presentationml/2006/main">
  <p:tag name="OTLELAPSEDSTYLE" val="Thin"/>
  <p:tag name="OTLMARKERSHAPE" val="OTL"/>
</p:tagLst>
</file>

<file path=ppt/tags/tag38.xml><?xml version="1.0" encoding="utf-8"?>
<p:tagLst xmlns:a="http://schemas.openxmlformats.org/drawingml/2006/main" xmlns:r="http://schemas.openxmlformats.org/officeDocument/2006/relationships" xmlns:p="http://schemas.openxmlformats.org/presentationml/2006/main">
  <p:tag name="OTLDATE" val="2025-12-03T23:59:00.0000000"/>
  <p:tag name="OTLDATEFORMATAMPMDESIGNATOR" val="AmPmLowerCase"/>
  <p:tag name="OTLDATEFORMATDATEISVISIBLE" val="True"/>
  <p:tag name="OTLDATEFORMATHOURDIGITS" val="H"/>
  <p:tag name="OTLDATEFORMATSEPARATOR" val="/"/>
  <p:tag name="OTLDATEFORMATSTRING" val="MMM yyyy"/>
  <p:tag name="OTLDATEFORMATTIMEISVISIBLE" val="False"/>
  <p:tag name="OTLDATEFORMATTRIM00MINUTES" val="False"/>
  <p:tag name="OTLDATEFORMATUSEUS" val="True"/>
  <p:tag name="OTLMARKERSHAPE" val="OTL"/>
  <p:tag name="OTLMTITLE" val="FSGS- gPh3 (1434-0017)"/>
  <p:tag name="OTLPOSITIONONTASK" val="None"/>
  <p:tag name="OTLRELATEDTASKID" val="00000000-0000-0000-0000-000000000000"/>
  <p:tag name="OTLWEEKNUMBERINGFORMAT" val="WNFormat1"/>
  <p:tag name="OTLWEEKNUMBERINGISVISIBLE" val="False"/>
</p:tagLst>
</file>

<file path=ppt/tags/tag39.xml><?xml version="1.0" encoding="utf-8"?>
<p:tagLst xmlns:a="http://schemas.openxmlformats.org/drawingml/2006/main" xmlns:r="http://schemas.openxmlformats.org/officeDocument/2006/relationships" xmlns:p="http://schemas.openxmlformats.org/presentationml/2006/main">
  <p:tag name="OTLMARKERSHAPE" val="OTL"/>
  <p:tag name="OTLTODAYPOSITION" val="Below"/>
</p:tagLst>
</file>

<file path=ppt/tags/tag40.xml><?xml version="1.0" encoding="utf-8"?>
<p:tagLst xmlns:a="http://schemas.openxmlformats.org/drawingml/2006/main" xmlns:r="http://schemas.openxmlformats.org/officeDocument/2006/relationships" xmlns:p="http://schemas.openxmlformats.org/presentationml/2006/main">
  <p:tag name="OTLMARKERSHAPE" val="OTL"/>
</p:tagLst>
</file>

<file path=ppt/tags/tag41.xml><?xml version="1.0" encoding="utf-8"?>
<p:tagLst xmlns:a="http://schemas.openxmlformats.org/drawingml/2006/main" xmlns:r="http://schemas.openxmlformats.org/officeDocument/2006/relationships" xmlns:p="http://schemas.openxmlformats.org/presentationml/2006/main">
  <p:tag name="OTLMARKERSHAPE" val="OTL"/>
</p:tagLst>
</file>

<file path=ppt/tags/tag42.xml><?xml version="1.0" encoding="utf-8"?>
<p:tagLst xmlns:a="http://schemas.openxmlformats.org/drawingml/2006/main" xmlns:r="http://schemas.openxmlformats.org/officeDocument/2006/relationships" xmlns:p="http://schemas.openxmlformats.org/presentationml/2006/main">
  <p:tag name="OTLMARKERSHAPE" val="OTL"/>
</p:tagLst>
</file>

<file path=ppt/tags/tag43.xml><?xml version="1.0" encoding="utf-8"?>
<p:tagLst xmlns:a="http://schemas.openxmlformats.org/drawingml/2006/main" xmlns:r="http://schemas.openxmlformats.org/officeDocument/2006/relationships" xmlns:p="http://schemas.openxmlformats.org/presentationml/2006/main">
  <p:tag name="OTLMARKERSHAPE" val="OTL"/>
</p:tagLst>
</file>

<file path=ppt/tags/tag44.xml><?xml version="1.0" encoding="utf-8"?>
<p:tagLst xmlns:a="http://schemas.openxmlformats.org/drawingml/2006/main" xmlns:r="http://schemas.openxmlformats.org/officeDocument/2006/relationships" xmlns:p="http://schemas.openxmlformats.org/presentationml/2006/main">
  <p:tag name="OTLMARKERSHAPE" val="OTL"/>
</p:tagLst>
</file>

<file path=ppt/tags/tag45.xml><?xml version="1.0" encoding="utf-8"?>
<p:tagLst xmlns:a="http://schemas.openxmlformats.org/drawingml/2006/main" xmlns:r="http://schemas.openxmlformats.org/officeDocument/2006/relationships" xmlns:p="http://schemas.openxmlformats.org/presentationml/2006/main">
  <p:tag name="OTLMARKERSHAPE" val="OTL"/>
</p:tagLst>
</file>

<file path=ppt/tags/tag46.xml><?xml version="1.0" encoding="utf-8"?>
<p:tagLst xmlns:a="http://schemas.openxmlformats.org/drawingml/2006/main" xmlns:r="http://schemas.openxmlformats.org/officeDocument/2006/relationships" xmlns:p="http://schemas.openxmlformats.org/presentationml/2006/main">
  <p:tag name="OTLMARKERSHAPE" val="OTL"/>
</p:tagLst>
</file>

<file path=ppt/tags/tag47.xml><?xml version="1.0" encoding="utf-8"?>
<p:tagLst xmlns:a="http://schemas.openxmlformats.org/drawingml/2006/main" xmlns:r="http://schemas.openxmlformats.org/officeDocument/2006/relationships" xmlns:p="http://schemas.openxmlformats.org/presentationml/2006/main">
  <p:tag name="OTLMARKERSHAPE" val="OTL"/>
</p:tagLst>
</file>

<file path=ppt/tags/tag48.xml><?xml version="1.0" encoding="utf-8"?>
<p:tagLst xmlns:a="http://schemas.openxmlformats.org/drawingml/2006/main" xmlns:r="http://schemas.openxmlformats.org/officeDocument/2006/relationships" xmlns:p="http://schemas.openxmlformats.org/presentationml/2006/main">
  <p:tag name="OTLMARKERSHAPE" val="OTL"/>
</p:tagLst>
</file>

<file path=ppt/tags/tag49.xml><?xml version="1.0" encoding="utf-8"?>
<p:tagLst xmlns:a="http://schemas.openxmlformats.org/drawingml/2006/main" xmlns:r="http://schemas.openxmlformats.org/officeDocument/2006/relationships" xmlns:p="http://schemas.openxmlformats.org/presentationml/2006/main">
  <p:tag name="OTLMARKERSHAPE" val="OTL"/>
</p:tagLst>
</file>

<file path=ppt/tags/tag50.xml><?xml version="1.0" encoding="utf-8"?>
<p:tagLst xmlns:a="http://schemas.openxmlformats.org/drawingml/2006/main" xmlns:r="http://schemas.openxmlformats.org/officeDocument/2006/relationships" xmlns:p="http://schemas.openxmlformats.org/presentationml/2006/main">
  <p:tag name="OTLMARKERSHAPE" val="OTL"/>
</p:tagLst>
</file>

<file path=ppt/tags/tag51.xml><?xml version="1.0" encoding="utf-8"?>
<p:tagLst xmlns:a="http://schemas.openxmlformats.org/drawingml/2006/main" xmlns:r="http://schemas.openxmlformats.org/officeDocument/2006/relationships" xmlns:p="http://schemas.openxmlformats.org/presentationml/2006/main">
  <p:tag name="OTLMARKERSHAPE" val="OTL"/>
</p:tagLst>
</file>

<file path=ppt/tags/tag52.xml><?xml version="1.0" encoding="utf-8"?>
<p:tagLst xmlns:a="http://schemas.openxmlformats.org/drawingml/2006/main" xmlns:r="http://schemas.openxmlformats.org/officeDocument/2006/relationships" xmlns:p="http://schemas.openxmlformats.org/presentationml/2006/main">
  <p:tag name="OTLMARKERSHAPE" val="OTL"/>
</p:tagLst>
</file>

<file path=ppt/tags/tag53.xml><?xml version="1.0" encoding="utf-8"?>
<p:tagLst xmlns:a="http://schemas.openxmlformats.org/drawingml/2006/main" xmlns:r="http://schemas.openxmlformats.org/officeDocument/2006/relationships" xmlns:p="http://schemas.openxmlformats.org/presentationml/2006/main">
  <p:tag name="OTLMARKERSHAPE" val="OTL"/>
</p:tagLst>
</file>

<file path=ppt/tags/tag54.xml><?xml version="1.0" encoding="utf-8"?>
<p:tagLst xmlns:a="http://schemas.openxmlformats.org/drawingml/2006/main" xmlns:r="http://schemas.openxmlformats.org/officeDocument/2006/relationships" xmlns:p="http://schemas.openxmlformats.org/presentationml/2006/main">
  <p:tag name="OTLMARKERSHAPE" val="OTL"/>
</p:tagLst>
</file>

<file path=ppt/tags/tag55.xml><?xml version="1.0" encoding="utf-8"?>
<p:tagLst xmlns:a="http://schemas.openxmlformats.org/drawingml/2006/main" xmlns:r="http://schemas.openxmlformats.org/officeDocument/2006/relationships" xmlns:p="http://schemas.openxmlformats.org/presentationml/2006/main">
  <p:tag name="OTLMARKERSHAPE" val="OTL"/>
</p:tagLst>
</file>

<file path=ppt/tags/tag56.xml><?xml version="1.0" encoding="utf-8"?>
<p:tagLst xmlns:a="http://schemas.openxmlformats.org/drawingml/2006/main" xmlns:r="http://schemas.openxmlformats.org/officeDocument/2006/relationships" xmlns:p="http://schemas.openxmlformats.org/presentationml/2006/main">
  <p:tag name="OTLMARKERSHAPE" val="OTL"/>
</p:tagLst>
</file>

<file path=ppt/tags/tag57.xml><?xml version="1.0" encoding="utf-8"?>
<p:tagLst xmlns:a="http://schemas.openxmlformats.org/drawingml/2006/main" xmlns:r="http://schemas.openxmlformats.org/officeDocument/2006/relationships" xmlns:p="http://schemas.openxmlformats.org/presentationml/2006/main">
  <p:tag name="OTLMARKERSHAPE" val="OTL"/>
</p:tagLst>
</file>

<file path=ppt/tags/tag58.xml><?xml version="1.0" encoding="utf-8"?>
<p:tagLst xmlns:a="http://schemas.openxmlformats.org/drawingml/2006/main" xmlns:r="http://schemas.openxmlformats.org/officeDocument/2006/relationships" xmlns:p="http://schemas.openxmlformats.org/presentationml/2006/main">
  <p:tag name="OTLMARKERSHAPE" val="OTL"/>
</p:tagLst>
</file>

<file path=ppt/tags/tag59.xml><?xml version="1.0" encoding="utf-8"?>
<p:tagLst xmlns:a="http://schemas.openxmlformats.org/drawingml/2006/main" xmlns:r="http://schemas.openxmlformats.org/officeDocument/2006/relationships" xmlns:p="http://schemas.openxmlformats.org/presentationml/2006/main">
  <p:tag name="OTLMARKERSHAPE" val="OTL"/>
</p:tagLst>
</file>

<file path=ppt/tags/tag60.xml><?xml version="1.0" encoding="utf-8"?>
<p:tagLst xmlns:a="http://schemas.openxmlformats.org/drawingml/2006/main" xmlns:r="http://schemas.openxmlformats.org/officeDocument/2006/relationships" xmlns:p="http://schemas.openxmlformats.org/presentationml/2006/main">
  <p:tag name="OTLMARKERSHAPE" val="OTL"/>
</p:tagLst>
</file>

<file path=ppt/tags/tag61.xml><?xml version="1.0" encoding="utf-8"?>
<p:tagLst xmlns:a="http://schemas.openxmlformats.org/drawingml/2006/main" xmlns:r="http://schemas.openxmlformats.org/officeDocument/2006/relationships" xmlns:p="http://schemas.openxmlformats.org/presentationml/2006/main">
  <p:tag name="OTLMARKERSHAPE" val="OTL"/>
</p:tagLst>
</file>

<file path=ppt/tags/tag62.xml><?xml version="1.0" encoding="utf-8"?>
<p:tagLst xmlns:a="http://schemas.openxmlformats.org/drawingml/2006/main" xmlns:r="http://schemas.openxmlformats.org/officeDocument/2006/relationships" xmlns:p="http://schemas.openxmlformats.org/presentationml/2006/main">
  <p:tag name="OTLMARKERSHAPE" val="OTL"/>
</p:tagLst>
</file>

<file path=ppt/tags/tag63.xml><?xml version="1.0" encoding="utf-8"?>
<p:tagLst xmlns:a="http://schemas.openxmlformats.org/drawingml/2006/main" xmlns:r="http://schemas.openxmlformats.org/officeDocument/2006/relationships" xmlns:p="http://schemas.openxmlformats.org/presentationml/2006/main">
  <p:tag name="OTLMARKERSHAPE" val="OTL"/>
</p:tagLst>
</file>

<file path=ppt/tags/tag64.xml><?xml version="1.0" encoding="utf-8"?>
<p:tagLst xmlns:a="http://schemas.openxmlformats.org/drawingml/2006/main" xmlns:r="http://schemas.openxmlformats.org/officeDocument/2006/relationships" xmlns:p="http://schemas.openxmlformats.org/presentationml/2006/main">
  <p:tag name="OTLMARKERSHAPE" val="OTL"/>
</p:tagLst>
</file>

<file path=ppt/tags/tag65.xml><?xml version="1.0" encoding="utf-8"?>
<p:tagLst xmlns:a="http://schemas.openxmlformats.org/drawingml/2006/main" xmlns:r="http://schemas.openxmlformats.org/officeDocument/2006/relationships" xmlns:p="http://schemas.openxmlformats.org/presentationml/2006/main">
  <p:tag name="OTLMARKERSHAPE" val="OTL"/>
</p:tagLst>
</file>

<file path=ppt/tags/tag66.xml><?xml version="1.0" encoding="utf-8"?>
<p:tagLst xmlns:a="http://schemas.openxmlformats.org/drawingml/2006/main" xmlns:r="http://schemas.openxmlformats.org/officeDocument/2006/relationships" xmlns:p="http://schemas.openxmlformats.org/presentationml/2006/main">
  <p:tag name="OTLMARKERSHAPE" val="OTL"/>
</p:tagLst>
</file>

<file path=ppt/tags/tag67.xml><?xml version="1.0" encoding="utf-8"?>
<p:tagLst xmlns:a="http://schemas.openxmlformats.org/drawingml/2006/main" xmlns:r="http://schemas.openxmlformats.org/officeDocument/2006/relationships" xmlns:p="http://schemas.openxmlformats.org/presentationml/2006/main">
  <p:tag name="OTLMARKERSHAPE" val="OTL"/>
</p:tagLst>
</file>

<file path=ppt/tags/tag68.xml><?xml version="1.0" encoding="utf-8"?>
<p:tagLst xmlns:a="http://schemas.openxmlformats.org/drawingml/2006/main" xmlns:r="http://schemas.openxmlformats.org/officeDocument/2006/relationships" xmlns:p="http://schemas.openxmlformats.org/presentationml/2006/main">
  <p:tag name="OTLMARKERSHAPE" val="OTL"/>
</p:tagLst>
</file>

<file path=ppt/tags/tag69.xml><?xml version="1.0" encoding="utf-8"?>
<p:tagLst xmlns:a="http://schemas.openxmlformats.org/drawingml/2006/main" xmlns:r="http://schemas.openxmlformats.org/officeDocument/2006/relationships" xmlns:p="http://schemas.openxmlformats.org/presentationml/2006/main">
  <p:tag name="OTLMARKERSHAPE" val="OTL"/>
</p:tagLst>
</file>

<file path=ppt/tags/tag70.xml><?xml version="1.0" encoding="utf-8"?>
<p:tagLst xmlns:a="http://schemas.openxmlformats.org/drawingml/2006/main" xmlns:r="http://schemas.openxmlformats.org/officeDocument/2006/relationships" xmlns:p="http://schemas.openxmlformats.org/presentationml/2006/main">
  <p:tag name="OTLMARKERSHAPE" val="OTL"/>
</p:tagLst>
</file>

<file path=ppt/tags/tag71.xml><?xml version="1.0" encoding="utf-8"?>
<p:tagLst xmlns:a="http://schemas.openxmlformats.org/drawingml/2006/main" xmlns:r="http://schemas.openxmlformats.org/officeDocument/2006/relationships" xmlns:p="http://schemas.openxmlformats.org/presentationml/2006/main">
  <p:tag name="OTLMARKERSHAPE" val="OTL"/>
</p:tagLst>
</file>

<file path=ppt/tags/tag72.xml><?xml version="1.0" encoding="utf-8"?>
<p:tagLst xmlns:a="http://schemas.openxmlformats.org/drawingml/2006/main" xmlns:r="http://schemas.openxmlformats.org/officeDocument/2006/relationships" xmlns:p="http://schemas.openxmlformats.org/presentationml/2006/main">
  <p:tag name="OTLMARKERSHAPE" val="OTL"/>
</p:tagLst>
</file>

<file path=ppt/tags/tag73.xml><?xml version="1.0" encoding="utf-8"?>
<p:tagLst xmlns:a="http://schemas.openxmlformats.org/drawingml/2006/main" xmlns:r="http://schemas.openxmlformats.org/officeDocument/2006/relationships" xmlns:p="http://schemas.openxmlformats.org/presentationml/2006/main">
  <p:tag name="OTLMARKERSHAPE" val="OTL"/>
</p:tagLst>
</file>

<file path=ppt/tags/tag74.xml><?xml version="1.0" encoding="utf-8"?>
<p:tagLst xmlns:a="http://schemas.openxmlformats.org/drawingml/2006/main" xmlns:r="http://schemas.openxmlformats.org/officeDocument/2006/relationships" xmlns:p="http://schemas.openxmlformats.org/presentationml/2006/main">
  <p:tag name="OTLDATE" val="2025-12-03T23:59:00.0000000"/>
  <p:tag name="OTLDATEFORMATAMPMDESIGNATOR" val="AmPmLowerCase"/>
  <p:tag name="OTLDATEFORMATDATEISVISIBLE" val="True"/>
  <p:tag name="OTLDATEFORMATHOURDIGITS" val="H"/>
  <p:tag name="OTLDATEFORMATSEPARATOR" val="/"/>
  <p:tag name="OTLDATEFORMATSTRING" val="MMM yyyy"/>
  <p:tag name="OTLDATEFORMATTIMEISVISIBLE" val="False"/>
  <p:tag name="OTLDATEFORMATTRIM00MINUTES" val="False"/>
  <p:tag name="OTLDATEFORMATUSEUS" val="True"/>
  <p:tag name="OTLMARKERSHAPE" val="OTL"/>
  <p:tag name="OTLMTITLE" val="FSGS- gPh3 (1434-0017)"/>
  <p:tag name="OTLPOSITIONONTASK" val="None"/>
  <p:tag name="OTLRELATEDTASKID" val="00000000-0000-0000-0000-000000000000"/>
  <p:tag name="OTLWEEKNUMBERINGFORMAT" val="WNFormat1"/>
  <p:tag name="OTLWEEKNUMBERINGISVISIBLE" val="False"/>
</p:tagLst>
</file>

<file path=ppt/tags/tag75.xml><?xml version="1.0" encoding="utf-8"?>
<p:tagLst xmlns:a="http://schemas.openxmlformats.org/drawingml/2006/main" xmlns:r="http://schemas.openxmlformats.org/officeDocument/2006/relationships" xmlns:p="http://schemas.openxmlformats.org/presentationml/2006/main">
  <p:tag name="OTLMARKERSHAPE" val="OTL"/>
</p:tagLst>
</file>

<file path=ppt/tags/tag76.xml><?xml version="1.0" encoding="utf-8"?>
<p:tagLst xmlns:a="http://schemas.openxmlformats.org/drawingml/2006/main" xmlns:r="http://schemas.openxmlformats.org/officeDocument/2006/relationships" xmlns:p="http://schemas.openxmlformats.org/presentationml/2006/main">
  <p:tag name="OTLMARKERSHAPE" val="OTL"/>
</p:tagLst>
</file>

<file path=ppt/tags/tag77.xml><?xml version="1.0" encoding="utf-8"?>
<p:tagLst xmlns:a="http://schemas.openxmlformats.org/drawingml/2006/main" xmlns:r="http://schemas.openxmlformats.org/officeDocument/2006/relationships" xmlns:p="http://schemas.openxmlformats.org/presentationml/2006/main">
  <p:tag name="OTLMARKERSHAPE" val="OTL"/>
</p:tagLst>
</file>

<file path=ppt/tags/tag78.xml><?xml version="1.0" encoding="utf-8"?>
<p:tagLst xmlns:a="http://schemas.openxmlformats.org/drawingml/2006/main" xmlns:r="http://schemas.openxmlformats.org/officeDocument/2006/relationships" xmlns:p="http://schemas.openxmlformats.org/presentationml/2006/main">
  <p:tag name="OTLMARKERSHAPE" val="OTL"/>
</p:tagLst>
</file>

<file path=ppt/tags/tag79.xml><?xml version="1.0" encoding="utf-8"?>
<p:tagLst xmlns:a="http://schemas.openxmlformats.org/drawingml/2006/main" xmlns:r="http://schemas.openxmlformats.org/officeDocument/2006/relationships" xmlns:p="http://schemas.openxmlformats.org/presentationml/2006/main">
  <p:tag name="OTLMARKERSHAPE" val="OTL"/>
</p:tagLst>
</file>

<file path=ppt/tags/tag80.xml><?xml version="1.0" encoding="utf-8"?>
<p:tagLst xmlns:a="http://schemas.openxmlformats.org/drawingml/2006/main" xmlns:r="http://schemas.openxmlformats.org/officeDocument/2006/relationships" xmlns:p="http://schemas.openxmlformats.org/presentationml/2006/main">
  <p:tag name="OTLMARKERSHAPE" val="OTL"/>
</p:tagLst>
</file>

<file path=ppt/tags/tag81.xml><?xml version="1.0" encoding="utf-8"?>
<p:tagLst xmlns:a="http://schemas.openxmlformats.org/drawingml/2006/main" xmlns:r="http://schemas.openxmlformats.org/officeDocument/2006/relationships" xmlns:p="http://schemas.openxmlformats.org/presentationml/2006/main">
  <p:tag name="OTLMARKERSHAPE" val="OTL"/>
</p:tagLst>
</file>

<file path=ppt/tags/tag82.xml><?xml version="1.0" encoding="utf-8"?>
<p:tagLst xmlns:a="http://schemas.openxmlformats.org/drawingml/2006/main" xmlns:r="http://schemas.openxmlformats.org/officeDocument/2006/relationships" xmlns:p="http://schemas.openxmlformats.org/presentationml/2006/main">
  <p:tag name="OTLMARKERSHAPE" val="OTL"/>
</p:tagLst>
</file>

<file path=ppt/tags/tag83.xml><?xml version="1.0" encoding="utf-8"?>
<p:tagLst xmlns:a="http://schemas.openxmlformats.org/drawingml/2006/main" xmlns:r="http://schemas.openxmlformats.org/officeDocument/2006/relationships" xmlns:p="http://schemas.openxmlformats.org/presentationml/2006/main">
  <p:tag name="OTLDATE" val="2025-12-03T23:59:00.0000000"/>
  <p:tag name="OTLDATEFORMATAMPMDESIGNATOR" val="AmPmLowerCase"/>
  <p:tag name="OTLDATEFORMATDATEISVISIBLE" val="True"/>
  <p:tag name="OTLDATEFORMATHOURDIGITS" val="H"/>
  <p:tag name="OTLDATEFORMATSEPARATOR" val="/"/>
  <p:tag name="OTLDATEFORMATSTRING" val="MMM yyyy"/>
  <p:tag name="OTLDATEFORMATTIMEISVISIBLE" val="False"/>
  <p:tag name="OTLDATEFORMATTRIM00MINUTES" val="False"/>
  <p:tag name="OTLDATEFORMATUSEUS" val="True"/>
  <p:tag name="OTLMARKERSHAPE" val="OTL"/>
  <p:tag name="OTLMTITLE" val="FSGS- gPh3 (1434-0017)"/>
  <p:tag name="OTLPOSITIONONTASK" val="None"/>
  <p:tag name="OTLRELATEDTASKID" val="00000000-0000-0000-0000-000000000000"/>
  <p:tag name="OTLWEEKNUMBERINGFORMAT" val="WNFormat1"/>
  <p:tag name="OTLWEEKNUMBERINGISVISIBLE" val="False"/>
</p:tagLst>
</file>

<file path=ppt/tags/tag84.xml><?xml version="1.0" encoding="utf-8"?>
<p:tagLst xmlns:a="http://schemas.openxmlformats.org/drawingml/2006/main" xmlns:r="http://schemas.openxmlformats.org/officeDocument/2006/relationships" xmlns:p="http://schemas.openxmlformats.org/presentationml/2006/main">
  <p:tag name="OTLMARKERSHAPE" val="OTL"/>
</p:tagLst>
</file>

<file path=ppt/tags/tag85.xml><?xml version="1.0" encoding="utf-8"?>
<p:tagLst xmlns:a="http://schemas.openxmlformats.org/drawingml/2006/main" xmlns:r="http://schemas.openxmlformats.org/officeDocument/2006/relationships" xmlns:p="http://schemas.openxmlformats.org/presentationml/2006/main">
  <p:tag name="OTLMARKERSHAPE" val="OTL"/>
</p:tagLst>
</file>

<file path=ppt/tags/tag86.xml><?xml version="1.0" encoding="utf-8"?>
<p:tagLst xmlns:a="http://schemas.openxmlformats.org/drawingml/2006/main" xmlns:r="http://schemas.openxmlformats.org/officeDocument/2006/relationships" xmlns:p="http://schemas.openxmlformats.org/presentationml/2006/main">
  <p:tag name="OTLMARKERSHAPE" val="OTL"/>
</p:tagLst>
</file>

<file path=ppt/tags/tag87.xml><?xml version="1.0" encoding="utf-8"?>
<p:tagLst xmlns:a="http://schemas.openxmlformats.org/drawingml/2006/main" xmlns:r="http://schemas.openxmlformats.org/officeDocument/2006/relationships" xmlns:p="http://schemas.openxmlformats.org/presentationml/2006/main">
  <p:tag name="OTLMARKERSHAPE" val="OTL"/>
</p:tagLst>
</file>

<file path=ppt/tags/tag88.xml><?xml version="1.0" encoding="utf-8"?>
<p:tagLst xmlns:a="http://schemas.openxmlformats.org/drawingml/2006/main" xmlns:r="http://schemas.openxmlformats.org/officeDocument/2006/relationships" xmlns:p="http://schemas.openxmlformats.org/presentationml/2006/main">
  <p:tag name="OTLMARKERSHAPE" val="OTL"/>
</p:tagLst>
</file>

<file path=ppt/tags/tag89.xml><?xml version="1.0" encoding="utf-8"?>
<p:tagLst xmlns:a="http://schemas.openxmlformats.org/drawingml/2006/main" xmlns:r="http://schemas.openxmlformats.org/officeDocument/2006/relationships" xmlns:p="http://schemas.openxmlformats.org/presentationml/2006/main">
  <p:tag name="OTLMARKERSHAPE" val="OTL"/>
</p:tagLst>
</file>

<file path=ppt/tags/tag90.xml><?xml version="1.0" encoding="utf-8"?>
<p:tagLst xmlns:a="http://schemas.openxmlformats.org/drawingml/2006/main" xmlns:r="http://schemas.openxmlformats.org/officeDocument/2006/relationships" xmlns:p="http://schemas.openxmlformats.org/presentationml/2006/main">
  <p:tag name="OTLMARKERSHAPE" val="OTL"/>
</p:tagLst>
</file>

<file path=ppt/tags/tag91.xml><?xml version="1.0" encoding="utf-8"?>
<p:tagLst xmlns:a="http://schemas.openxmlformats.org/drawingml/2006/main" xmlns:r="http://schemas.openxmlformats.org/officeDocument/2006/relationships" xmlns:p="http://schemas.openxmlformats.org/presentationml/2006/main">
  <p:tag name="OTLMARKERSHAPE" val="OTL"/>
</p:tagLst>
</file>

<file path=ppt/tags/tag92.xml><?xml version="1.0" encoding="utf-8"?>
<p:tagLst xmlns:a="http://schemas.openxmlformats.org/drawingml/2006/main" xmlns:r="http://schemas.openxmlformats.org/officeDocument/2006/relationships" xmlns:p="http://schemas.openxmlformats.org/presentationml/2006/main">
  <p:tag name="OTLMARKERSHAPE" val="OTL"/>
</p:tagLst>
</file>

<file path=ppt/tags/tag93.xml><?xml version="1.0" encoding="utf-8"?>
<p:tagLst xmlns:a="http://schemas.openxmlformats.org/drawingml/2006/main" xmlns:r="http://schemas.openxmlformats.org/officeDocument/2006/relationships" xmlns:p="http://schemas.openxmlformats.org/presentationml/2006/main">
  <p:tag name="OTLDATE" val="2025-12-03T23:59:00.0000000"/>
  <p:tag name="OTLDATEFORMATAMPMDESIGNATOR" val="AmPmLowerCase"/>
  <p:tag name="OTLDATEFORMATDATEISVISIBLE" val="True"/>
  <p:tag name="OTLDATEFORMATHOURDIGITS" val="H"/>
  <p:tag name="OTLDATEFORMATSEPARATOR" val="/"/>
  <p:tag name="OTLDATEFORMATSTRING" val="MMM yyyy"/>
  <p:tag name="OTLDATEFORMATTIMEISVISIBLE" val="False"/>
  <p:tag name="OTLDATEFORMATTRIM00MINUTES" val="False"/>
  <p:tag name="OTLDATEFORMATUSEUS" val="True"/>
  <p:tag name="OTLMARKERSHAPE" val="OTL"/>
  <p:tag name="OTLMTITLE" val="FSGS- gPh3 (1434-0017)"/>
  <p:tag name="OTLPOSITIONONTASK" val="None"/>
  <p:tag name="OTLRELATEDTASKID" val="00000000-0000-0000-0000-000000000000"/>
  <p:tag name="OTLWEEKNUMBERINGFORMAT" val="WNFormat1"/>
  <p:tag name="OTLWEEKNUMBERINGISVISIBLE" val="False"/>
</p:tagLst>
</file>

<file path=ppt/tags/tag94.xml><?xml version="1.0" encoding="utf-8"?>
<p:tagLst xmlns:a="http://schemas.openxmlformats.org/drawingml/2006/main" xmlns:r="http://schemas.openxmlformats.org/officeDocument/2006/relationships" xmlns:p="http://schemas.openxmlformats.org/presentationml/2006/main">
  <p:tag name="OTLMARKERSHAPE" val="OTL"/>
</p:tagLst>
</file>

<file path=ppt/tags/tag95.xml><?xml version="1.0" encoding="utf-8"?>
<p:tagLst xmlns:a="http://schemas.openxmlformats.org/drawingml/2006/main" xmlns:r="http://schemas.openxmlformats.org/officeDocument/2006/relationships" xmlns:p="http://schemas.openxmlformats.org/presentationml/2006/main">
  <p:tag name="OTLMARKERSHAPE" val="OTL"/>
</p:tagLst>
</file>

<file path=ppt/tags/tag96.xml><?xml version="1.0" encoding="utf-8"?>
<p:tagLst xmlns:a="http://schemas.openxmlformats.org/drawingml/2006/main" xmlns:r="http://schemas.openxmlformats.org/officeDocument/2006/relationships" xmlns:p="http://schemas.openxmlformats.org/presentationml/2006/main">
  <p:tag name="OTLMARKERSHAPE" val="OTL"/>
</p:tagLst>
</file>

<file path=ppt/tags/tag97.xml><?xml version="1.0" encoding="utf-8"?>
<p:tagLst xmlns:a="http://schemas.openxmlformats.org/drawingml/2006/main" xmlns:r="http://schemas.openxmlformats.org/officeDocument/2006/relationships" xmlns:p="http://schemas.openxmlformats.org/presentationml/2006/main">
  <p:tag name="OTLMARKERSHAPE" val="OTL"/>
</p:tagLst>
</file>

<file path=ppt/tags/tag98.xml><?xml version="1.0" encoding="utf-8"?>
<p:tagLst xmlns:a="http://schemas.openxmlformats.org/drawingml/2006/main" xmlns:r="http://schemas.openxmlformats.org/officeDocument/2006/relationships" xmlns:p="http://schemas.openxmlformats.org/presentationml/2006/main">
  <p:tag name="OTLMARKERSHAPE" val="OTL"/>
</p:tagLst>
</file>

<file path=ppt/tags/tag99.xml><?xml version="1.0" encoding="utf-8"?>
<p:tagLst xmlns:a="http://schemas.openxmlformats.org/drawingml/2006/main" xmlns:r="http://schemas.openxmlformats.org/officeDocument/2006/relationships" xmlns:p="http://schemas.openxmlformats.org/presentationml/2006/main">
  <p:tag name="OTLMARKERSHAPE" val="OTL"/>
</p:tagLst>
</file>

<file path=ppt/tags/tag100.xml><?xml version="1.0" encoding="utf-8"?>
<p:tagLst xmlns:a="http://schemas.openxmlformats.org/drawingml/2006/main" xmlns:r="http://schemas.openxmlformats.org/officeDocument/2006/relationships" xmlns:p="http://schemas.openxmlformats.org/presentationml/2006/main">
  <p:tag name="OTLMARKERSHAPE" val="OTL"/>
</p:tagLst>
</file>

<file path=ppt/tags/tag101.xml><?xml version="1.0" encoding="utf-8"?>
<p:tagLst xmlns:a="http://schemas.openxmlformats.org/drawingml/2006/main" xmlns:r="http://schemas.openxmlformats.org/officeDocument/2006/relationships" xmlns:p="http://schemas.openxmlformats.org/presentationml/2006/main">
  <p:tag name="OTLMARKERSHAPE" val="OTL"/>
</p:tagLst>
</file>

<file path=ppt/tags/tag102.xml><?xml version="1.0" encoding="utf-8"?>
<p:tagLst xmlns:a="http://schemas.openxmlformats.org/drawingml/2006/main" xmlns:r="http://schemas.openxmlformats.org/officeDocument/2006/relationships" xmlns:p="http://schemas.openxmlformats.org/presentationml/2006/main">
  <p:tag name="OTLMARKERSHAPE" val="OTL"/>
</p:tagLst>
</file>

<file path=ppt/tags/tag103.xml><?xml version="1.0" encoding="utf-8"?>
<p:tagLst xmlns:a="http://schemas.openxmlformats.org/drawingml/2006/main" xmlns:r="http://schemas.openxmlformats.org/officeDocument/2006/relationships" xmlns:p="http://schemas.openxmlformats.org/presentationml/2006/main">
  <p:tag name="OTLMARKERSHAPE" val="OTL"/>
</p:tagLst>
</file>

<file path=ppt/tags/tag104.xml><?xml version="1.0" encoding="utf-8"?>
<p:tagLst xmlns:a="http://schemas.openxmlformats.org/drawingml/2006/main" xmlns:r="http://schemas.openxmlformats.org/officeDocument/2006/relationships" xmlns:p="http://schemas.openxmlformats.org/presentationml/2006/main">
  <p:tag name="OTLMARKERSHAPE" val="OTL"/>
</p:tagLst>
</file>

<file path=ppt/tags/tag105.xml><?xml version="1.0" encoding="utf-8"?>
<p:tagLst xmlns:a="http://schemas.openxmlformats.org/drawingml/2006/main" xmlns:r="http://schemas.openxmlformats.org/officeDocument/2006/relationships" xmlns:p="http://schemas.openxmlformats.org/presentationml/2006/main">
  <p:tag name="OTLMARKERSHAPE" val="OTL"/>
</p:tagLst>
</file>

<file path=ppt/tags/tag106.xml><?xml version="1.0" encoding="utf-8"?>
<p:tagLst xmlns:a="http://schemas.openxmlformats.org/drawingml/2006/main" xmlns:r="http://schemas.openxmlformats.org/officeDocument/2006/relationships" xmlns:p="http://schemas.openxmlformats.org/presentationml/2006/main">
  <p:tag name="OTLDATE" val="2025-12-03T23:59:00.0000000"/>
  <p:tag name="OTLDATEFORMATAMPMDESIGNATOR" val="AmPmLowerCase"/>
  <p:tag name="OTLDATEFORMATDATEISVISIBLE" val="True"/>
  <p:tag name="OTLDATEFORMATHOURDIGITS" val="H"/>
  <p:tag name="OTLDATEFORMATSEPARATOR" val="/"/>
  <p:tag name="OTLDATEFORMATSTRING" val="MMM yyyy"/>
  <p:tag name="OTLDATEFORMATTIMEISVISIBLE" val="False"/>
  <p:tag name="OTLDATEFORMATTRIM00MINUTES" val="False"/>
  <p:tag name="OTLDATEFORMATUSEUS" val="True"/>
  <p:tag name="OTLMARKERSHAPE" val="OTL"/>
  <p:tag name="OTLMTITLE" val="FSGS- gPh3 (1434-0017)"/>
  <p:tag name="OTLPOSITIONONTASK" val="None"/>
  <p:tag name="OTLRELATEDTASKID" val="00000000-0000-0000-0000-000000000000"/>
  <p:tag name="OTLWEEKNUMBERINGFORMAT" val="WNFormat1"/>
  <p:tag name="OTLWEEKNUMBERINGISVISIBLE" val="False"/>
</p:tagLst>
</file>

<file path=ppt/tags/tag107.xml><?xml version="1.0" encoding="utf-8"?>
<p:tagLst xmlns:a="http://schemas.openxmlformats.org/drawingml/2006/main" xmlns:r="http://schemas.openxmlformats.org/officeDocument/2006/relationships" xmlns:p="http://schemas.openxmlformats.org/presentationml/2006/main">
  <p:tag name="OTLMARKERSHAPE" val="OTL"/>
</p:tagLst>
</file>

<file path=ppt/tags/tag108.xml><?xml version="1.0" encoding="utf-8"?>
<p:tagLst xmlns:a="http://schemas.openxmlformats.org/drawingml/2006/main" xmlns:r="http://schemas.openxmlformats.org/officeDocument/2006/relationships" xmlns:p="http://schemas.openxmlformats.org/presentationml/2006/main">
  <p:tag name="OTLMARKERSHAPE" val="OTL"/>
</p:tagLst>
</file>

<file path=ppt/tags/tag109.xml><?xml version="1.0" encoding="utf-8"?>
<p:tagLst xmlns:a="http://schemas.openxmlformats.org/drawingml/2006/main" xmlns:r="http://schemas.openxmlformats.org/officeDocument/2006/relationships" xmlns:p="http://schemas.openxmlformats.org/presentationml/2006/main">
  <p:tag name="OTLMARKERSHAPE" val="OTL"/>
</p:tagLst>
</file>

<file path=ppt/tags/tag1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1.xml><?xml version="1.0" encoding="utf-8"?>
<p:tagLst xmlns:a="http://schemas.openxmlformats.org/drawingml/2006/main" xmlns:r="http://schemas.openxmlformats.org/officeDocument/2006/relationships" xmlns:p="http://schemas.openxmlformats.org/presentationml/2006/main">
  <p:tag name="OTLMARKERSHAPE" val="OTL"/>
</p:tagLst>
</file>

<file path=ppt/tags/tag112.xml><?xml version="1.0" encoding="utf-8"?>
<p:tagLst xmlns:a="http://schemas.openxmlformats.org/drawingml/2006/main" xmlns:r="http://schemas.openxmlformats.org/officeDocument/2006/relationships" xmlns:p="http://schemas.openxmlformats.org/presentationml/2006/main">
  <p:tag name="OTLMARKERSHAPE" val="OTL"/>
</p:tagLst>
</file>

<file path=ppt/tags/tag113.xml><?xml version="1.0" encoding="utf-8"?>
<p:tagLst xmlns:a="http://schemas.openxmlformats.org/drawingml/2006/main" xmlns:r="http://schemas.openxmlformats.org/officeDocument/2006/relationships" xmlns:p="http://schemas.openxmlformats.org/presentationml/2006/main">
  <p:tag name="OTLMARKERSHAPE" val="OTL"/>
</p:tagLst>
</file>

<file path=ppt/tags/tag114.xml><?xml version="1.0" encoding="utf-8"?>
<p:tagLst xmlns:a="http://schemas.openxmlformats.org/drawingml/2006/main" xmlns:r="http://schemas.openxmlformats.org/officeDocument/2006/relationships" xmlns:p="http://schemas.openxmlformats.org/presentationml/2006/main">
  <p:tag name="OTLMARKERSHAPE" val="OTL"/>
</p:tagLst>
</file>

<file path=ppt/tags/tag115.xml><?xml version="1.0" encoding="utf-8"?>
<p:tagLst xmlns:a="http://schemas.openxmlformats.org/drawingml/2006/main" xmlns:r="http://schemas.openxmlformats.org/officeDocument/2006/relationships" xmlns:p="http://schemas.openxmlformats.org/presentationml/2006/main">
  <p:tag name="OTLMARKERSHAPE" val="OTL"/>
</p:tagLst>
</file>

<file path=ppt/tags/tag116.xml><?xml version="1.0" encoding="utf-8"?>
<p:tagLst xmlns:a="http://schemas.openxmlformats.org/drawingml/2006/main" xmlns:r="http://schemas.openxmlformats.org/officeDocument/2006/relationships" xmlns:p="http://schemas.openxmlformats.org/presentationml/2006/main">
  <p:tag name="OTLMARKERSHAPE" val="OTL"/>
</p:tagLst>
</file>

<file path=ppt/tags/tag117.xml><?xml version="1.0" encoding="utf-8"?>
<p:tagLst xmlns:a="http://schemas.openxmlformats.org/drawingml/2006/main" xmlns:r="http://schemas.openxmlformats.org/officeDocument/2006/relationships" xmlns:p="http://schemas.openxmlformats.org/presentationml/2006/main">
  <p:tag name="OTLMARKERSHAPE" val="OTL"/>
</p:tagLst>
</file>

<file path=ppt/tags/tag118.xml><?xml version="1.0" encoding="utf-8"?>
<p:tagLst xmlns:a="http://schemas.openxmlformats.org/drawingml/2006/main" xmlns:r="http://schemas.openxmlformats.org/officeDocument/2006/relationships" xmlns:p="http://schemas.openxmlformats.org/presentationml/2006/main">
  <p:tag name="OTLMARKERSHAPE" val="OTL"/>
</p:tagLst>
</file>

<file path=ppt/tags/tag119.xml><?xml version="1.0" encoding="utf-8"?>
<p:tagLst xmlns:a="http://schemas.openxmlformats.org/drawingml/2006/main" xmlns:r="http://schemas.openxmlformats.org/officeDocument/2006/relationships" xmlns:p="http://schemas.openxmlformats.org/presentationml/2006/main">
  <p:tag name="OTLMARKERSHAPE" val="OTL"/>
</p:tagLst>
</file>

<file path=ppt/tags/tag120.xml><?xml version="1.0" encoding="utf-8"?>
<p:tagLst xmlns:a="http://schemas.openxmlformats.org/drawingml/2006/main" xmlns:r="http://schemas.openxmlformats.org/officeDocument/2006/relationships" xmlns:p="http://schemas.openxmlformats.org/presentationml/2006/main">
  <p:tag name="OTLMARKERSHAPE" val="OTL"/>
</p:tagLst>
</file>

<file path=ppt/tags/tag121.xml><?xml version="1.0" encoding="utf-8"?>
<p:tagLst xmlns:a="http://schemas.openxmlformats.org/drawingml/2006/main" xmlns:r="http://schemas.openxmlformats.org/officeDocument/2006/relationships" xmlns:p="http://schemas.openxmlformats.org/presentationml/2006/main">
  <p:tag name="OTLMARKERSHAPE" val="OTL"/>
</p:tagLst>
</file>

<file path=ppt/tags/tag122.xml><?xml version="1.0" encoding="utf-8"?>
<p:tagLst xmlns:a="http://schemas.openxmlformats.org/drawingml/2006/main" xmlns:r="http://schemas.openxmlformats.org/officeDocument/2006/relationships" xmlns:p="http://schemas.openxmlformats.org/presentationml/2006/main">
  <p:tag name="OTLMARKERSHAPE" val="OTL"/>
</p:tagLst>
</file>

<file path=ppt/tags/tag123.xml><?xml version="1.0" encoding="utf-8"?>
<p:tagLst xmlns:a="http://schemas.openxmlformats.org/drawingml/2006/main" xmlns:r="http://schemas.openxmlformats.org/officeDocument/2006/relationships" xmlns:p="http://schemas.openxmlformats.org/presentationml/2006/main">
  <p:tag name="OTLMARKERSHAPE" val="OTL"/>
</p:tagLst>
</file>

<file path=ppt/tags/tag124.xml><?xml version="1.0" encoding="utf-8"?>
<p:tagLst xmlns:a="http://schemas.openxmlformats.org/drawingml/2006/main" xmlns:r="http://schemas.openxmlformats.org/officeDocument/2006/relationships" xmlns:p="http://schemas.openxmlformats.org/presentationml/2006/main">
  <p:tag name="OTLMARKERSHAPE" val="OTL"/>
</p:tagLst>
</file>

<file path=ppt/tags/tag125.xml><?xml version="1.0" encoding="utf-8"?>
<p:tagLst xmlns:a="http://schemas.openxmlformats.org/drawingml/2006/main" xmlns:r="http://schemas.openxmlformats.org/officeDocument/2006/relationships" xmlns:p="http://schemas.openxmlformats.org/presentationml/2006/main">
  <p:tag name="OTLMARKERSHAPE" val="OTL"/>
</p:tagLst>
</file>

<file path=ppt/tags/tag126.xml><?xml version="1.0" encoding="utf-8"?>
<p:tagLst xmlns:a="http://schemas.openxmlformats.org/drawingml/2006/main" xmlns:r="http://schemas.openxmlformats.org/officeDocument/2006/relationships" xmlns:p="http://schemas.openxmlformats.org/presentationml/2006/main">
  <p:tag name="OTLMARKERSHAPE" val="OTL"/>
</p:tagLst>
</file>

<file path=ppt/tags/tag127.xml><?xml version="1.0" encoding="utf-8"?>
<p:tagLst xmlns:a="http://schemas.openxmlformats.org/drawingml/2006/main" xmlns:r="http://schemas.openxmlformats.org/officeDocument/2006/relationships" xmlns:p="http://schemas.openxmlformats.org/presentationml/2006/main">
  <p:tag name="OTLMARKERSHAPE" val="OTL"/>
</p:tagLst>
</file>

<file path=ppt/tags/tag128.xml><?xml version="1.0" encoding="utf-8"?>
<p:tagLst xmlns:a="http://schemas.openxmlformats.org/drawingml/2006/main" xmlns:r="http://schemas.openxmlformats.org/officeDocument/2006/relationships" xmlns:p="http://schemas.openxmlformats.org/presentationml/2006/main">
  <p:tag name="OTLMARKERSHAPE" val="OTL"/>
</p:tagLst>
</file>

<file path=ppt/tags/tag129.xml><?xml version="1.0" encoding="utf-8"?>
<p:tagLst xmlns:a="http://schemas.openxmlformats.org/drawingml/2006/main" xmlns:r="http://schemas.openxmlformats.org/officeDocument/2006/relationships" xmlns:p="http://schemas.openxmlformats.org/presentationml/2006/main">
  <p:tag name="OTLMARKERSHAPE" val="OTL"/>
</p:tagLst>
</file>

<file path=ppt/tags/tag130.xml><?xml version="1.0" encoding="utf-8"?>
<p:tagLst xmlns:a="http://schemas.openxmlformats.org/drawingml/2006/main" xmlns:r="http://schemas.openxmlformats.org/officeDocument/2006/relationships" xmlns:p="http://schemas.openxmlformats.org/presentationml/2006/main">
  <p:tag name="OTLMARKERSHAPE" val="OTL"/>
</p:tagLst>
</file>

<file path=ppt/tags/tag131.xml><?xml version="1.0" encoding="utf-8"?>
<p:tagLst xmlns:a="http://schemas.openxmlformats.org/drawingml/2006/main" xmlns:r="http://schemas.openxmlformats.org/officeDocument/2006/relationships" xmlns:p="http://schemas.openxmlformats.org/presentationml/2006/main">
  <p:tag name="OTLMARKERSHAPE" val="OTL"/>
</p:tagLst>
</file>

<file path=ppt/tags/tag132.xml><?xml version="1.0" encoding="utf-8"?>
<p:tagLst xmlns:a="http://schemas.openxmlformats.org/drawingml/2006/main" xmlns:r="http://schemas.openxmlformats.org/officeDocument/2006/relationships" xmlns:p="http://schemas.openxmlformats.org/presentationml/2006/main">
  <p:tag name="OTLMARKERSHAPE" val="OTL"/>
</p:tagLst>
</file>

<file path=ppt/tags/tag133.xml><?xml version="1.0" encoding="utf-8"?>
<p:tagLst xmlns:a="http://schemas.openxmlformats.org/drawingml/2006/main" xmlns:r="http://schemas.openxmlformats.org/officeDocument/2006/relationships" xmlns:p="http://schemas.openxmlformats.org/presentationml/2006/main">
  <p:tag name="OTLMARKERSHAPE" val="OTL"/>
</p:tagLst>
</file>

<file path=ppt/tags/tag134.xml><?xml version="1.0" encoding="utf-8"?>
<p:tagLst xmlns:a="http://schemas.openxmlformats.org/drawingml/2006/main" xmlns:r="http://schemas.openxmlformats.org/officeDocument/2006/relationships" xmlns:p="http://schemas.openxmlformats.org/presentationml/2006/main">
  <p:tag name="OTLMARKERSHAPE" val="OTL"/>
</p:tagLst>
</file>

<file path=ppt/tags/tag135.xml><?xml version="1.0" encoding="utf-8"?>
<p:tagLst xmlns:a="http://schemas.openxmlformats.org/drawingml/2006/main" xmlns:r="http://schemas.openxmlformats.org/officeDocument/2006/relationships" xmlns:p="http://schemas.openxmlformats.org/presentationml/2006/main">
  <p:tag name="OTLMARKERSHAPE" val="OTL"/>
</p:tagLst>
</file>

<file path=ppt/tags/tag136.xml><?xml version="1.0" encoding="utf-8"?>
<p:tagLst xmlns:a="http://schemas.openxmlformats.org/drawingml/2006/main" xmlns:r="http://schemas.openxmlformats.org/officeDocument/2006/relationships" xmlns:p="http://schemas.openxmlformats.org/presentationml/2006/main">
  <p:tag name="OTLMARKERSHAPE" val="OTL"/>
</p:tagLst>
</file>

<file path=ppt/tags/tag137.xml><?xml version="1.0" encoding="utf-8"?>
<p:tagLst xmlns:a="http://schemas.openxmlformats.org/drawingml/2006/main" xmlns:r="http://schemas.openxmlformats.org/officeDocument/2006/relationships" xmlns:p="http://schemas.openxmlformats.org/presentationml/2006/main">
  <p:tag name="OTLMARKERSHAPE" val="OTL"/>
</p:tagLst>
</file>

<file path=ppt/tags/tag138.xml><?xml version="1.0" encoding="utf-8"?>
<p:tagLst xmlns:a="http://schemas.openxmlformats.org/drawingml/2006/main" xmlns:r="http://schemas.openxmlformats.org/officeDocument/2006/relationships" xmlns:p="http://schemas.openxmlformats.org/presentationml/2006/main">
  <p:tag name="OTLMARKERSHAPE" val="OTL"/>
</p:tagLst>
</file>

<file path=ppt/tags/tag139.xml><?xml version="1.0" encoding="utf-8"?>
<p:tagLst xmlns:a="http://schemas.openxmlformats.org/drawingml/2006/main" xmlns:r="http://schemas.openxmlformats.org/officeDocument/2006/relationships" xmlns:p="http://schemas.openxmlformats.org/presentationml/2006/main">
  <p:tag name="OTLMARKERSHAPE" val="OTL"/>
</p:tagLst>
</file>

<file path=ppt/tags/tag140.xml><?xml version="1.0" encoding="utf-8"?>
<p:tagLst xmlns:a="http://schemas.openxmlformats.org/drawingml/2006/main" xmlns:r="http://schemas.openxmlformats.org/officeDocument/2006/relationships" xmlns:p="http://schemas.openxmlformats.org/presentationml/2006/main">
  <p:tag name="OTLMARKERSHAPE" val="OTL"/>
</p:tagLst>
</file>

<file path=ppt/tags/tag141.xml><?xml version="1.0" encoding="utf-8"?>
<p:tagLst xmlns:a="http://schemas.openxmlformats.org/drawingml/2006/main" xmlns:r="http://schemas.openxmlformats.org/officeDocument/2006/relationships" xmlns:p="http://schemas.openxmlformats.org/presentationml/2006/main">
  <p:tag name="OTLMARKERSHAPE" val="OTL"/>
</p:tagLst>
</file>

<file path=ppt/tags/tag142.xml><?xml version="1.0" encoding="utf-8"?>
<p:tagLst xmlns:a="http://schemas.openxmlformats.org/drawingml/2006/main" xmlns:r="http://schemas.openxmlformats.org/officeDocument/2006/relationships" xmlns:p="http://schemas.openxmlformats.org/presentationml/2006/main">
  <p:tag name="OTLMARKERSHAPE" val="OTL"/>
</p:tagLst>
</file>

<file path=ppt/tags/tag143.xml><?xml version="1.0" encoding="utf-8"?>
<p:tagLst xmlns:a="http://schemas.openxmlformats.org/drawingml/2006/main" xmlns:r="http://schemas.openxmlformats.org/officeDocument/2006/relationships" xmlns:p="http://schemas.openxmlformats.org/presentationml/2006/main">
  <p:tag name="OTLMARKERSHAPE" val="OTL"/>
</p:tagLst>
</file>

<file path=ppt/tags/tag144.xml><?xml version="1.0" encoding="utf-8"?>
<p:tagLst xmlns:a="http://schemas.openxmlformats.org/drawingml/2006/main" xmlns:r="http://schemas.openxmlformats.org/officeDocument/2006/relationships" xmlns:p="http://schemas.openxmlformats.org/presentationml/2006/main">
  <p:tag name="OTLMARKERSHAPE" val="OTL"/>
</p:tagLst>
</file>

<file path=ppt/tags/tag145.xml><?xml version="1.0" encoding="utf-8"?>
<p:tagLst xmlns:a="http://schemas.openxmlformats.org/drawingml/2006/main" xmlns:r="http://schemas.openxmlformats.org/officeDocument/2006/relationships" xmlns:p="http://schemas.openxmlformats.org/presentationml/2006/main">
  <p:tag name="OTLMARKERSHAPE" val="OTL"/>
</p:tagLst>
</file>

<file path=ppt/tags/tag146.xml><?xml version="1.0" encoding="utf-8"?>
<p:tagLst xmlns:a="http://schemas.openxmlformats.org/drawingml/2006/main" xmlns:r="http://schemas.openxmlformats.org/officeDocument/2006/relationships" xmlns:p="http://schemas.openxmlformats.org/presentationml/2006/main">
  <p:tag name="OTLMARKERSHAPE" val="OTL"/>
</p:tagLst>
</file>

<file path=ppt/tags/tag147.xml><?xml version="1.0" encoding="utf-8"?>
<p:tagLst xmlns:a="http://schemas.openxmlformats.org/drawingml/2006/main" xmlns:r="http://schemas.openxmlformats.org/officeDocument/2006/relationships" xmlns:p="http://schemas.openxmlformats.org/presentationml/2006/main">
  <p:tag name="OTLMARKERSHAPE" val="OTL"/>
</p:tagLst>
</file>

<file path=ppt/tags/tag148.xml><?xml version="1.0" encoding="utf-8"?>
<p:tagLst xmlns:a="http://schemas.openxmlformats.org/drawingml/2006/main" xmlns:r="http://schemas.openxmlformats.org/officeDocument/2006/relationships" xmlns:p="http://schemas.openxmlformats.org/presentationml/2006/main">
  <p:tag name="OTLMARKERSHAPE" val="OTL"/>
</p:tagLst>
</file>

<file path=ppt/tags/tag149.xml><?xml version="1.0" encoding="utf-8"?>
<p:tagLst xmlns:a="http://schemas.openxmlformats.org/drawingml/2006/main" xmlns:r="http://schemas.openxmlformats.org/officeDocument/2006/relationships" xmlns:p="http://schemas.openxmlformats.org/presentationml/2006/main">
  <p:tag name="OTLMARKERSHAPE" val="OTL"/>
</p:tagLst>
</file>

<file path=ppt/tags/tag150.xml><?xml version="1.0" encoding="utf-8"?>
<p:tagLst xmlns:a="http://schemas.openxmlformats.org/drawingml/2006/main" xmlns:r="http://schemas.openxmlformats.org/officeDocument/2006/relationships" xmlns:p="http://schemas.openxmlformats.org/presentationml/2006/main">
  <p:tag name="OTLMARKERSHAPE" val="OTL"/>
</p:tagLst>
</file>

<file path=ppt/tags/tag151.xml><?xml version="1.0" encoding="utf-8"?>
<p:tagLst xmlns:a="http://schemas.openxmlformats.org/drawingml/2006/main" xmlns:r="http://schemas.openxmlformats.org/officeDocument/2006/relationships" xmlns:p="http://schemas.openxmlformats.org/presentationml/2006/main">
  <p:tag name="OTLMARKERSHAPE" val="OTL"/>
</p:tagLst>
</file>

<file path=ppt/tags/tag152.xml><?xml version="1.0" encoding="utf-8"?>
<p:tagLst xmlns:a="http://schemas.openxmlformats.org/drawingml/2006/main" xmlns:r="http://schemas.openxmlformats.org/officeDocument/2006/relationships" xmlns:p="http://schemas.openxmlformats.org/presentationml/2006/main">
  <p:tag name="OTLMARKERSHAPE" val="OTL"/>
</p:tagLst>
</file>

<file path=ppt/tags/tag153.xml><?xml version="1.0" encoding="utf-8"?>
<p:tagLst xmlns:a="http://schemas.openxmlformats.org/drawingml/2006/main" xmlns:r="http://schemas.openxmlformats.org/officeDocument/2006/relationships" xmlns:p="http://schemas.openxmlformats.org/presentationml/2006/main">
  <p:tag name="OTLMARKERSHAPE" val="OTL"/>
</p:tagLst>
</file>

<file path=ppt/tags/tag154.xml><?xml version="1.0" encoding="utf-8"?>
<p:tagLst xmlns:a="http://schemas.openxmlformats.org/drawingml/2006/main" xmlns:r="http://schemas.openxmlformats.org/officeDocument/2006/relationships" xmlns:p="http://schemas.openxmlformats.org/presentationml/2006/main">
  <p:tag name="OTLMARKERSHAPE" val="OTL"/>
</p:tagLst>
</file>

<file path=ppt/tags/tag155.xml><?xml version="1.0" encoding="utf-8"?>
<p:tagLst xmlns:a="http://schemas.openxmlformats.org/drawingml/2006/main" xmlns:r="http://schemas.openxmlformats.org/officeDocument/2006/relationships" xmlns:p="http://schemas.openxmlformats.org/presentationml/2006/main">
  <p:tag name="OTLMARKERSHAPE" val="OTL"/>
</p:tagLst>
</file>

<file path=ppt/tags/tag156.xml><?xml version="1.0" encoding="utf-8"?>
<p:tagLst xmlns:a="http://schemas.openxmlformats.org/drawingml/2006/main" xmlns:r="http://schemas.openxmlformats.org/officeDocument/2006/relationships" xmlns:p="http://schemas.openxmlformats.org/presentationml/2006/main">
  <p:tag name="OTLMARKERSHAPE" val="OTL"/>
</p:tagLst>
</file>

<file path=ppt/tags/tag157.xml><?xml version="1.0" encoding="utf-8"?>
<p:tagLst xmlns:a="http://schemas.openxmlformats.org/drawingml/2006/main" xmlns:r="http://schemas.openxmlformats.org/officeDocument/2006/relationships" xmlns:p="http://schemas.openxmlformats.org/presentationml/2006/main">
  <p:tag name="OTLMARKERSHAPE" val="OTL"/>
</p:tagLst>
</file>

<file path=ppt/tags/tag158.xml><?xml version="1.0" encoding="utf-8"?>
<p:tagLst xmlns:a="http://schemas.openxmlformats.org/drawingml/2006/main" xmlns:r="http://schemas.openxmlformats.org/officeDocument/2006/relationships" xmlns:p="http://schemas.openxmlformats.org/presentationml/2006/main">
  <p:tag name="OTLMARKERSHAPE" val="OTL"/>
</p:tagLst>
</file>

<file path=ppt/tags/tag159.xml><?xml version="1.0" encoding="utf-8"?>
<p:tagLst xmlns:a="http://schemas.openxmlformats.org/drawingml/2006/main" xmlns:r="http://schemas.openxmlformats.org/officeDocument/2006/relationships" xmlns:p="http://schemas.openxmlformats.org/presentationml/2006/main">
  <p:tag name="OTLMARKERSHAPE" val="OTL"/>
</p:tagLst>
</file>

<file path=ppt/tags/tag160.xml><?xml version="1.0" encoding="utf-8"?>
<p:tagLst xmlns:a="http://schemas.openxmlformats.org/drawingml/2006/main" xmlns:r="http://schemas.openxmlformats.org/officeDocument/2006/relationships" xmlns:p="http://schemas.openxmlformats.org/presentationml/2006/main">
  <p:tag name="OTLMARKERSHAPE" val="OTL"/>
</p:tagLst>
</file>

<file path=ppt/tags/tag161.xml><?xml version="1.0" encoding="utf-8"?>
<p:tagLst xmlns:a="http://schemas.openxmlformats.org/drawingml/2006/main" xmlns:r="http://schemas.openxmlformats.org/officeDocument/2006/relationships" xmlns:p="http://schemas.openxmlformats.org/presentationml/2006/main">
  <p:tag name="OTLMARKERSHAPE" val="OTL"/>
</p:tagLst>
</file>

<file path=ppt/tags/tag162.xml><?xml version="1.0" encoding="utf-8"?>
<p:tagLst xmlns:a="http://schemas.openxmlformats.org/drawingml/2006/main" xmlns:r="http://schemas.openxmlformats.org/officeDocument/2006/relationships" xmlns:p="http://schemas.openxmlformats.org/presentationml/2006/main">
  <p:tag name="OTLMARKERSHAPE" val="OTL"/>
</p:tagLst>
</file>

<file path=ppt/tags/tag163.xml><?xml version="1.0" encoding="utf-8"?>
<p:tagLst xmlns:a="http://schemas.openxmlformats.org/drawingml/2006/main" xmlns:r="http://schemas.openxmlformats.org/officeDocument/2006/relationships" xmlns:p="http://schemas.openxmlformats.org/presentationml/2006/main">
  <p:tag name="OTLMARKERSHAPE" val="OTL"/>
</p:tagLst>
</file>

<file path=ppt/tags/tag164.xml><?xml version="1.0" encoding="utf-8"?>
<p:tagLst xmlns:a="http://schemas.openxmlformats.org/drawingml/2006/main" xmlns:r="http://schemas.openxmlformats.org/officeDocument/2006/relationships" xmlns:p="http://schemas.openxmlformats.org/presentationml/2006/main">
  <p:tag name="OTLMARKERSHAPE" val="OTL"/>
</p:tagLst>
</file>

<file path=ppt/tags/tag165.xml><?xml version="1.0" encoding="utf-8"?>
<p:tagLst xmlns:a="http://schemas.openxmlformats.org/drawingml/2006/main" xmlns:r="http://schemas.openxmlformats.org/officeDocument/2006/relationships" xmlns:p="http://schemas.openxmlformats.org/presentationml/2006/main">
  <p:tag name="OTLMARKERSHAPE" val="OTL"/>
</p:tagLst>
</file>

<file path=ppt/tags/tag166.xml><?xml version="1.0" encoding="utf-8"?>
<p:tagLst xmlns:a="http://schemas.openxmlformats.org/drawingml/2006/main" xmlns:r="http://schemas.openxmlformats.org/officeDocument/2006/relationships" xmlns:p="http://schemas.openxmlformats.org/presentationml/2006/main">
  <p:tag name="OTLMARKERSHAPE" val="OTL"/>
</p:tagLst>
</file>

<file path=ppt/tags/tag167.xml><?xml version="1.0" encoding="utf-8"?>
<p:tagLst xmlns:a="http://schemas.openxmlformats.org/drawingml/2006/main" xmlns:r="http://schemas.openxmlformats.org/officeDocument/2006/relationships" xmlns:p="http://schemas.openxmlformats.org/presentationml/2006/main">
  <p:tag name="OTLMARKERSHAPE" val="OTL"/>
</p:tagLst>
</file>

<file path=ppt/tags/tag168.xml><?xml version="1.0" encoding="utf-8"?>
<p:tagLst xmlns:a="http://schemas.openxmlformats.org/drawingml/2006/main" xmlns:r="http://schemas.openxmlformats.org/officeDocument/2006/relationships" xmlns:p="http://schemas.openxmlformats.org/presentationml/2006/main">
  <p:tag name="OTLDATE" val="2025-12-03T23:59:00.0000000"/>
  <p:tag name="OTLDATEFORMATAMPMDESIGNATOR" val="AmPmLowerCase"/>
  <p:tag name="OTLDATEFORMATDATEISVISIBLE" val="True"/>
  <p:tag name="OTLDATEFORMATHOURDIGITS" val="H"/>
  <p:tag name="OTLDATEFORMATSEPARATOR" val="/"/>
  <p:tag name="OTLDATEFORMATSTRING" val="MMM yyyy"/>
  <p:tag name="OTLDATEFORMATTIMEISVISIBLE" val="False"/>
  <p:tag name="OTLDATEFORMATTRIM00MINUTES" val="False"/>
  <p:tag name="OTLDATEFORMATUSEUS" val="True"/>
  <p:tag name="OTLMARKERSHAPE" val="OTL"/>
  <p:tag name="OTLMTITLE" val="FSGS- gPh3 (1434-0017)"/>
  <p:tag name="OTLPOSITIONONTASK" val="None"/>
  <p:tag name="OTLRELATEDTASKID" val="00000000-0000-0000-0000-000000000000"/>
  <p:tag name="OTLWEEKNUMBERINGFORMAT" val="WNFormat1"/>
  <p:tag name="OTLWEEKNUMBERINGISVISIBLE" val="False"/>
</p:tagLst>
</file>

<file path=ppt/tags/tag169.xml><?xml version="1.0" encoding="utf-8"?>
<p:tagLst xmlns:a="http://schemas.openxmlformats.org/drawingml/2006/main" xmlns:r="http://schemas.openxmlformats.org/officeDocument/2006/relationships" xmlns:p="http://schemas.openxmlformats.org/presentationml/2006/main">
  <p:tag name="OTLDATE" val="2025-12-03T23:59:00.0000000"/>
  <p:tag name="OTLDATEFORMATAMPMDESIGNATOR" val="AmPmLowerCase"/>
  <p:tag name="OTLDATEFORMATDATEISVISIBLE" val="True"/>
  <p:tag name="OTLDATEFORMATHOURDIGITS" val="H"/>
  <p:tag name="OTLDATEFORMATSEPARATOR" val="/"/>
  <p:tag name="OTLDATEFORMATSTRING" val="MMM yyyy"/>
  <p:tag name="OTLDATEFORMATTIMEISVISIBLE" val="False"/>
  <p:tag name="OTLDATEFORMATTRIM00MINUTES" val="False"/>
  <p:tag name="OTLDATEFORMATUSEUS" val="True"/>
  <p:tag name="OTLMARKERSHAPE" val="OTL"/>
  <p:tag name="OTLMTITLE" val="FSGS- gPh3 (1434-0017)"/>
  <p:tag name="OTLPOSITIONONTASK" val="None"/>
  <p:tag name="OTLRELATEDTASKID" val="00000000-0000-0000-0000-000000000000"/>
  <p:tag name="OTLWEEKNUMBERINGFORMAT" val="WNFormat1"/>
  <p:tag name="OTLWEEKNUMBERINGISVISIBLE" val="False"/>
</p:tagLst>
</file>

<file path=ppt/tags/tag170.xml><?xml version="1.0" encoding="utf-8"?>
<p:tagLst xmlns:a="http://schemas.openxmlformats.org/drawingml/2006/main" xmlns:r="http://schemas.openxmlformats.org/officeDocument/2006/relationships" xmlns:p="http://schemas.openxmlformats.org/presentationml/2006/main">
  <p:tag name="OTLMARKERSHAPE" val="OTL"/>
</p:tagLst>
</file>

<file path=ppt/tags/tag171.xml><?xml version="1.0" encoding="utf-8"?>
<p:tagLst xmlns:a="http://schemas.openxmlformats.org/drawingml/2006/main" xmlns:r="http://schemas.openxmlformats.org/officeDocument/2006/relationships" xmlns:p="http://schemas.openxmlformats.org/presentationml/2006/main">
  <p:tag name="OTLMARKERSHAPE" val="OTL"/>
</p:tagLst>
</file>

<file path=ppt/tags/tag172.xml><?xml version="1.0" encoding="utf-8"?>
<p:tagLst xmlns:a="http://schemas.openxmlformats.org/drawingml/2006/main" xmlns:r="http://schemas.openxmlformats.org/officeDocument/2006/relationships" xmlns:p="http://schemas.openxmlformats.org/presentationml/2006/main">
  <p:tag name="OTLMARKERSHAPE" val="OTL"/>
</p:tagLst>
</file>

<file path=ppt/tags/tag173.xml><?xml version="1.0" encoding="utf-8"?>
<p:tagLst xmlns:a="http://schemas.openxmlformats.org/drawingml/2006/main" xmlns:r="http://schemas.openxmlformats.org/officeDocument/2006/relationships" xmlns:p="http://schemas.openxmlformats.org/presentationml/2006/main">
  <p:tag name="OTLMARKERSHAPE" val="OTL"/>
</p:tagLst>
</file>

<file path=ppt/tags/tag174.xml><?xml version="1.0" encoding="utf-8"?>
<p:tagLst xmlns:a="http://schemas.openxmlformats.org/drawingml/2006/main" xmlns:r="http://schemas.openxmlformats.org/officeDocument/2006/relationships" xmlns:p="http://schemas.openxmlformats.org/presentationml/2006/main">
  <p:tag name="OTLMARKERSHAPE" val="OTL"/>
</p:tagLst>
</file>

<file path=ppt/tags/tag175.xml><?xml version="1.0" encoding="utf-8"?>
<p:tagLst xmlns:a="http://schemas.openxmlformats.org/drawingml/2006/main" xmlns:r="http://schemas.openxmlformats.org/officeDocument/2006/relationships" xmlns:p="http://schemas.openxmlformats.org/presentationml/2006/main">
  <p:tag name="OTLMARKERSHAPE" val="OTL"/>
</p:tagLst>
</file>

<file path=ppt/tags/tag176.xml><?xml version="1.0" encoding="utf-8"?>
<p:tagLst xmlns:a="http://schemas.openxmlformats.org/drawingml/2006/main" xmlns:r="http://schemas.openxmlformats.org/officeDocument/2006/relationships" xmlns:p="http://schemas.openxmlformats.org/presentationml/2006/main">
  <p:tag name="OTLMARKERSHAPE" val="OTL"/>
</p:tagLst>
</file>

<file path=ppt/tags/tag177.xml><?xml version="1.0" encoding="utf-8"?>
<p:tagLst xmlns:a="http://schemas.openxmlformats.org/drawingml/2006/main" xmlns:r="http://schemas.openxmlformats.org/officeDocument/2006/relationships" xmlns:p="http://schemas.openxmlformats.org/presentationml/2006/main">
  <p:tag name="OTLMARKERSHAPE" val="OTL"/>
</p:tagLst>
</file>

<file path=ppt/tags/tag178.xml><?xml version="1.0" encoding="utf-8"?>
<p:tagLst xmlns:a="http://schemas.openxmlformats.org/drawingml/2006/main" xmlns:r="http://schemas.openxmlformats.org/officeDocument/2006/relationships" xmlns:p="http://schemas.openxmlformats.org/presentationml/2006/main">
  <p:tag name="OTLMARKERSHAPE" val="OTL"/>
</p:tagLst>
</file>

<file path=ppt/tags/tag179.xml><?xml version="1.0" encoding="utf-8"?>
<p:tagLst xmlns:a="http://schemas.openxmlformats.org/drawingml/2006/main" xmlns:r="http://schemas.openxmlformats.org/officeDocument/2006/relationships" xmlns:p="http://schemas.openxmlformats.org/presentationml/2006/main">
  <p:tag name="OTLMARKERSHAPE" val="OTL"/>
</p:tagLst>
</file>

<file path=ppt/tags/tag180.xml><?xml version="1.0" encoding="utf-8"?>
<p:tagLst xmlns:a="http://schemas.openxmlformats.org/drawingml/2006/main" xmlns:r="http://schemas.openxmlformats.org/officeDocument/2006/relationships" xmlns:p="http://schemas.openxmlformats.org/presentationml/2006/main">
  <p:tag name="OTLMARKERSHAPE" val="OTL"/>
</p:tagLst>
</file>

<file path=ppt/tags/tag181.xml><?xml version="1.0" encoding="utf-8"?>
<p:tagLst xmlns:a="http://schemas.openxmlformats.org/drawingml/2006/main" xmlns:r="http://schemas.openxmlformats.org/officeDocument/2006/relationships" xmlns:p="http://schemas.openxmlformats.org/presentationml/2006/main">
  <p:tag name="OTLMARKERSHAPE" val="OTL"/>
</p:tagLst>
</file>

<file path=ppt/tags/tag182.xml><?xml version="1.0" encoding="utf-8"?>
<p:tagLst xmlns:a="http://schemas.openxmlformats.org/drawingml/2006/main" xmlns:r="http://schemas.openxmlformats.org/officeDocument/2006/relationships" xmlns:p="http://schemas.openxmlformats.org/presentationml/2006/main">
  <p:tag name="OTLMARKERSHAPE" val="OTL"/>
</p:tagLst>
</file>

<file path=ppt/tags/tag183.xml><?xml version="1.0" encoding="utf-8"?>
<p:tagLst xmlns:a="http://schemas.openxmlformats.org/drawingml/2006/main" xmlns:r="http://schemas.openxmlformats.org/officeDocument/2006/relationships" xmlns:p="http://schemas.openxmlformats.org/presentationml/2006/main">
  <p:tag name="OTLMARKERSHAPE" val="OTL"/>
</p:tagLst>
</file>

<file path=ppt/tags/tag184.xml><?xml version="1.0" encoding="utf-8"?>
<p:tagLst xmlns:a="http://schemas.openxmlformats.org/drawingml/2006/main" xmlns:r="http://schemas.openxmlformats.org/officeDocument/2006/relationships" xmlns:p="http://schemas.openxmlformats.org/presentationml/2006/main">
  <p:tag name="OTLMARKERSHAPE" val="OTL"/>
</p:tagLst>
</file>

<file path=ppt/tags/tag185.xml><?xml version="1.0" encoding="utf-8"?>
<p:tagLst xmlns:a="http://schemas.openxmlformats.org/drawingml/2006/main" xmlns:r="http://schemas.openxmlformats.org/officeDocument/2006/relationships" xmlns:p="http://schemas.openxmlformats.org/presentationml/2006/main">
  <p:tag name="OTLMARKERSHAPE" val="OTL"/>
</p:tagLst>
</file>

<file path=ppt/tags/tag186.xml><?xml version="1.0" encoding="utf-8"?>
<p:tagLst xmlns:a="http://schemas.openxmlformats.org/drawingml/2006/main" xmlns:r="http://schemas.openxmlformats.org/officeDocument/2006/relationships" xmlns:p="http://schemas.openxmlformats.org/presentationml/2006/main">
  <p:tag name="OTLMARKERSHAPE" val="OTL"/>
</p:tagLst>
</file>

<file path=ppt/tags/tag187.xml><?xml version="1.0" encoding="utf-8"?>
<p:tagLst xmlns:a="http://schemas.openxmlformats.org/drawingml/2006/main" xmlns:r="http://schemas.openxmlformats.org/officeDocument/2006/relationships" xmlns:p="http://schemas.openxmlformats.org/presentationml/2006/main">
  <p:tag name="OTLMARKERSHAPE" val="OTL"/>
</p:tagLst>
</file>

<file path=ppt/tags/tag188.xml><?xml version="1.0" encoding="utf-8"?>
<p:tagLst xmlns:a="http://schemas.openxmlformats.org/drawingml/2006/main" xmlns:r="http://schemas.openxmlformats.org/officeDocument/2006/relationships" xmlns:p="http://schemas.openxmlformats.org/presentationml/2006/main">
  <p:tag name="OTLMARKERSHAPE" val="OTL"/>
</p:tagLst>
</file>

<file path=ppt/tags/tag189.xml><?xml version="1.0" encoding="utf-8"?>
<p:tagLst xmlns:a="http://schemas.openxmlformats.org/drawingml/2006/main" xmlns:r="http://schemas.openxmlformats.org/officeDocument/2006/relationships" xmlns:p="http://schemas.openxmlformats.org/presentationml/2006/main">
  <p:tag name="OTLMARKERSHAPE" val="OTL"/>
</p:tagLst>
</file>

<file path=ppt/tags/tag190.xml><?xml version="1.0" encoding="utf-8"?>
<p:tagLst xmlns:a="http://schemas.openxmlformats.org/drawingml/2006/main" xmlns:r="http://schemas.openxmlformats.org/officeDocument/2006/relationships" xmlns:p="http://schemas.openxmlformats.org/presentationml/2006/main">
  <p:tag name="OTLMARKERSHAPE" val="OTL"/>
</p:tagLst>
</file>

<file path=ppt/tags/tag191.xml><?xml version="1.0" encoding="utf-8"?>
<p:tagLst xmlns:a="http://schemas.openxmlformats.org/drawingml/2006/main" xmlns:r="http://schemas.openxmlformats.org/officeDocument/2006/relationships" xmlns:p="http://schemas.openxmlformats.org/presentationml/2006/main">
  <p:tag name="OTLMARKERSHAPE" val="OTL"/>
</p:tagLst>
</file>

<file path=ppt/tags/tag192.xml><?xml version="1.0" encoding="utf-8"?>
<p:tagLst xmlns:a="http://schemas.openxmlformats.org/drawingml/2006/main" xmlns:r="http://schemas.openxmlformats.org/officeDocument/2006/relationships" xmlns:p="http://schemas.openxmlformats.org/presentationml/2006/main">
  <p:tag name="OTLMARKERSHAPE" val="OTL"/>
</p:tagLst>
</file>

<file path=ppt/tags/tag193.xml><?xml version="1.0" encoding="utf-8"?>
<p:tagLst xmlns:a="http://schemas.openxmlformats.org/drawingml/2006/main" xmlns:r="http://schemas.openxmlformats.org/officeDocument/2006/relationships" xmlns:p="http://schemas.openxmlformats.org/presentationml/2006/main">
  <p:tag name="OTLMARKERSHAPE" val="OTL"/>
</p:tagLst>
</file>

<file path=ppt/tags/tag194.xml><?xml version="1.0" encoding="utf-8"?>
<p:tagLst xmlns:a="http://schemas.openxmlformats.org/drawingml/2006/main" xmlns:r="http://schemas.openxmlformats.org/officeDocument/2006/relationships" xmlns:p="http://schemas.openxmlformats.org/presentationml/2006/main">
  <p:tag name="OTLMARKERSHAPE" val="OTL"/>
</p:tagLst>
</file>

<file path=ppt/tags/tag195.xml><?xml version="1.0" encoding="utf-8"?>
<p:tagLst xmlns:a="http://schemas.openxmlformats.org/drawingml/2006/main" xmlns:r="http://schemas.openxmlformats.org/officeDocument/2006/relationships" xmlns:p="http://schemas.openxmlformats.org/presentationml/2006/main">
  <p:tag name="OTLMARKERSHAPE" val="OTL"/>
</p:tagLst>
</file>

<file path=ppt/tags/tag196.xml><?xml version="1.0" encoding="utf-8"?>
<p:tagLst xmlns:a="http://schemas.openxmlformats.org/drawingml/2006/main" xmlns:r="http://schemas.openxmlformats.org/officeDocument/2006/relationships" xmlns:p="http://schemas.openxmlformats.org/presentationml/2006/main">
  <p:tag name="OTLMARKERSHAPE" val="OTL"/>
</p:tagLst>
</file>

<file path=ppt/tags/tag197.xml><?xml version="1.0" encoding="utf-8"?>
<p:tagLst xmlns:a="http://schemas.openxmlformats.org/drawingml/2006/main" xmlns:r="http://schemas.openxmlformats.org/officeDocument/2006/relationships" xmlns:p="http://schemas.openxmlformats.org/presentationml/2006/main">
  <p:tag name="OTLMARKERSHAPE" val="OTL"/>
</p:tagLst>
</file>

<file path=ppt/tags/tag198.xml><?xml version="1.0" encoding="utf-8"?>
<p:tagLst xmlns:a="http://schemas.openxmlformats.org/drawingml/2006/main" xmlns:r="http://schemas.openxmlformats.org/officeDocument/2006/relationships" xmlns:p="http://schemas.openxmlformats.org/presentationml/2006/main">
  <p:tag name="OTLMARKERSHAPE" val="OTL"/>
</p:tagLst>
</file>

<file path=ppt/tags/tag199.xml><?xml version="1.0" encoding="utf-8"?>
<p:tagLst xmlns:a="http://schemas.openxmlformats.org/drawingml/2006/main" xmlns:r="http://schemas.openxmlformats.org/officeDocument/2006/relationships" xmlns:p="http://schemas.openxmlformats.org/presentationml/2006/main">
  <p:tag name="OTLMARKERSHAPE" val="OTL"/>
</p:tagLst>
</file>

<file path=ppt/tags/tag200.xml><?xml version="1.0" encoding="utf-8"?>
<p:tagLst xmlns:a="http://schemas.openxmlformats.org/drawingml/2006/main" xmlns:r="http://schemas.openxmlformats.org/officeDocument/2006/relationships" xmlns:p="http://schemas.openxmlformats.org/presentationml/2006/main">
  <p:tag name="OTLMARKERSHAPE" val="OTL"/>
</p:tagLst>
</file>

<file path=ppt/tags/tag201.xml><?xml version="1.0" encoding="utf-8"?>
<p:tagLst xmlns:a="http://schemas.openxmlformats.org/drawingml/2006/main" xmlns:r="http://schemas.openxmlformats.org/officeDocument/2006/relationships" xmlns:p="http://schemas.openxmlformats.org/presentationml/2006/main">
  <p:tag name="OTLMARKERSHAPE" val="OTL"/>
</p:tagLst>
</file>

<file path=ppt/tags/tag202.xml><?xml version="1.0" encoding="utf-8"?>
<p:tagLst xmlns:a="http://schemas.openxmlformats.org/drawingml/2006/main" xmlns:r="http://schemas.openxmlformats.org/officeDocument/2006/relationships" xmlns:p="http://schemas.openxmlformats.org/presentationml/2006/main">
  <p:tag name="OTLMARKERSHAPE" val="OTL"/>
</p:tagLst>
</file>

<file path=ppt/tags/tag203.xml><?xml version="1.0" encoding="utf-8"?>
<p:tagLst xmlns:a="http://schemas.openxmlformats.org/drawingml/2006/main" xmlns:r="http://schemas.openxmlformats.org/officeDocument/2006/relationships" xmlns:p="http://schemas.openxmlformats.org/presentationml/2006/main">
  <p:tag name="OTLMARKERSHAPE" val="OTL"/>
</p:tagLst>
</file>

<file path=ppt/tags/tag204.xml><?xml version="1.0" encoding="utf-8"?>
<p:tagLst xmlns:a="http://schemas.openxmlformats.org/drawingml/2006/main" xmlns:r="http://schemas.openxmlformats.org/officeDocument/2006/relationships" xmlns:p="http://schemas.openxmlformats.org/presentationml/2006/main">
  <p:tag name="OTLMARKERSHAPE" val="OTL"/>
</p:tagLst>
</file>

<file path=ppt/tags/tag205.xml><?xml version="1.0" encoding="utf-8"?>
<p:tagLst xmlns:a="http://schemas.openxmlformats.org/drawingml/2006/main" xmlns:r="http://schemas.openxmlformats.org/officeDocument/2006/relationships" xmlns:p="http://schemas.openxmlformats.org/presentationml/2006/main">
  <p:tag name="OTLMARKERSHAPE" val="OTL"/>
</p:tagLst>
</file>

<file path=ppt/tags/tag206.xml><?xml version="1.0" encoding="utf-8"?>
<p:tagLst xmlns:a="http://schemas.openxmlformats.org/drawingml/2006/main" xmlns:r="http://schemas.openxmlformats.org/officeDocument/2006/relationships" xmlns:p="http://schemas.openxmlformats.org/presentationml/2006/main">
  <p:tag name="OTLMARKERSHAPE" val="OTL"/>
</p:tagLst>
</file>

<file path=ppt/tags/tag207.xml><?xml version="1.0" encoding="utf-8"?>
<p:tagLst xmlns:a="http://schemas.openxmlformats.org/drawingml/2006/main" xmlns:r="http://schemas.openxmlformats.org/officeDocument/2006/relationships" xmlns:p="http://schemas.openxmlformats.org/presentationml/2006/main">
  <p:tag name="OTLMARKERSHAPE" val="OTL"/>
</p:tagLst>
</file>

<file path=ppt/tags/tag208.xml><?xml version="1.0" encoding="utf-8"?>
<p:tagLst xmlns:a="http://schemas.openxmlformats.org/drawingml/2006/main" xmlns:r="http://schemas.openxmlformats.org/officeDocument/2006/relationships" xmlns:p="http://schemas.openxmlformats.org/presentationml/2006/main">
  <p:tag name="OTLMARKERSHAPE" val="OTL"/>
</p:tagLst>
</file>

<file path=ppt/tags/tag209.xml><?xml version="1.0" encoding="utf-8"?>
<p:tagLst xmlns:a="http://schemas.openxmlformats.org/drawingml/2006/main" xmlns:r="http://schemas.openxmlformats.org/officeDocument/2006/relationships" xmlns:p="http://schemas.openxmlformats.org/presentationml/2006/main">
  <p:tag name="OTLMARKERSHAPE" val="OTL"/>
</p:tagLst>
</file>

<file path=ppt/tags/tag210.xml><?xml version="1.0" encoding="utf-8"?>
<p:tagLst xmlns:a="http://schemas.openxmlformats.org/drawingml/2006/main" xmlns:r="http://schemas.openxmlformats.org/officeDocument/2006/relationships" xmlns:p="http://schemas.openxmlformats.org/presentationml/2006/main">
  <p:tag name="OTLMARKERSHAPE" val="OTL"/>
</p:tagLst>
</file>

<file path=ppt/tags/tag211.xml><?xml version="1.0" encoding="utf-8"?>
<p:tagLst xmlns:a="http://schemas.openxmlformats.org/drawingml/2006/main" xmlns:r="http://schemas.openxmlformats.org/officeDocument/2006/relationships" xmlns:p="http://schemas.openxmlformats.org/presentationml/2006/main">
  <p:tag name="OTLMARKERSHAPE" val="OTL"/>
</p:tagLst>
</file>

<file path=ppt/tags/tag212.xml><?xml version="1.0" encoding="utf-8"?>
<p:tagLst xmlns:a="http://schemas.openxmlformats.org/drawingml/2006/main" xmlns:r="http://schemas.openxmlformats.org/officeDocument/2006/relationships" xmlns:p="http://schemas.openxmlformats.org/presentationml/2006/main">
  <p:tag name="OTLMARKERSHAPE" val="OTL"/>
</p:tagLst>
</file>

<file path=ppt/tags/tag213.xml><?xml version="1.0" encoding="utf-8"?>
<p:tagLst xmlns:a="http://schemas.openxmlformats.org/drawingml/2006/main" xmlns:r="http://schemas.openxmlformats.org/officeDocument/2006/relationships" xmlns:p="http://schemas.openxmlformats.org/presentationml/2006/main">
  <p:tag name="OTLMARKERSHAPE" val="OTL"/>
</p:tagLst>
</file>

<file path=ppt/tags/tag214.xml><?xml version="1.0" encoding="utf-8"?>
<p:tagLst xmlns:a="http://schemas.openxmlformats.org/drawingml/2006/main" xmlns:r="http://schemas.openxmlformats.org/officeDocument/2006/relationships" xmlns:p="http://schemas.openxmlformats.org/presentationml/2006/main">
  <p:tag name="OTLMARKERSHAPE" val="OTL"/>
</p:tagLst>
</file>

<file path=ppt/tags/tag215.xml><?xml version="1.0" encoding="utf-8"?>
<p:tagLst xmlns:a="http://schemas.openxmlformats.org/drawingml/2006/main" xmlns:r="http://schemas.openxmlformats.org/officeDocument/2006/relationships" xmlns:p="http://schemas.openxmlformats.org/presentationml/2006/main">
  <p:tag name="OTLMARKERSHAPE" val="OTL"/>
</p:tagLst>
</file>

<file path=ppt/tags/tag216.xml><?xml version="1.0" encoding="utf-8"?>
<p:tagLst xmlns:a="http://schemas.openxmlformats.org/drawingml/2006/main" xmlns:r="http://schemas.openxmlformats.org/officeDocument/2006/relationships" xmlns:p="http://schemas.openxmlformats.org/presentationml/2006/main">
  <p:tag name="OTLMARKERSHAPE" val="OTL"/>
</p:tagLst>
</file>

<file path=ppt/tags/tag217.xml><?xml version="1.0" encoding="utf-8"?>
<p:tagLst xmlns:a="http://schemas.openxmlformats.org/drawingml/2006/main" xmlns:r="http://schemas.openxmlformats.org/officeDocument/2006/relationships" xmlns:p="http://schemas.openxmlformats.org/presentationml/2006/main">
  <p:tag name="OTLMARKERSHAPE" val="OTL"/>
</p:tagLst>
</file>

<file path=ppt/tags/tag218.xml><?xml version="1.0" encoding="utf-8"?>
<p:tagLst xmlns:a="http://schemas.openxmlformats.org/drawingml/2006/main" xmlns:r="http://schemas.openxmlformats.org/officeDocument/2006/relationships" xmlns:p="http://schemas.openxmlformats.org/presentationml/2006/main">
  <p:tag name="OTLMARKERSHAPE" val="OTL"/>
</p:tagLst>
</file>

<file path=ppt/tags/tag219.xml><?xml version="1.0" encoding="utf-8"?>
<p:tagLst xmlns:a="http://schemas.openxmlformats.org/drawingml/2006/main" xmlns:r="http://schemas.openxmlformats.org/officeDocument/2006/relationships" xmlns:p="http://schemas.openxmlformats.org/presentationml/2006/main">
  <p:tag name="OTLMARKERSHAPE" val="OTL"/>
</p:tagLst>
</file>

<file path=ppt/tags/tag220.xml><?xml version="1.0" encoding="utf-8"?>
<p:tagLst xmlns:a="http://schemas.openxmlformats.org/drawingml/2006/main" xmlns:r="http://schemas.openxmlformats.org/officeDocument/2006/relationships" xmlns:p="http://schemas.openxmlformats.org/presentationml/2006/main">
  <p:tag name="OTLMARKERSHAPE" val="OTL"/>
</p:tagLst>
</file>

<file path=ppt/tags/tag2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2.xml><?xml version="1.0" encoding="utf-8"?>
<p:tagLst xmlns:a="http://schemas.openxmlformats.org/drawingml/2006/main" xmlns:r="http://schemas.openxmlformats.org/officeDocument/2006/relationships" xmlns:p="http://schemas.openxmlformats.org/presentationml/2006/main">
  <p:tag name="OTLMARKERSHAPE" val="OTL"/>
</p:tagLst>
</file>

<file path=ppt/tags/tag223.xml><?xml version="1.0" encoding="utf-8"?>
<p:tagLst xmlns:a="http://schemas.openxmlformats.org/drawingml/2006/main" xmlns:r="http://schemas.openxmlformats.org/officeDocument/2006/relationships" xmlns:p="http://schemas.openxmlformats.org/presentationml/2006/main">
  <p:tag name="OTLMARKERSHAPE" val="OTL"/>
</p:tagLst>
</file>

<file path=ppt/tags/tag224.xml><?xml version="1.0" encoding="utf-8"?>
<p:tagLst xmlns:a="http://schemas.openxmlformats.org/drawingml/2006/main" xmlns:r="http://schemas.openxmlformats.org/officeDocument/2006/relationships" xmlns:p="http://schemas.openxmlformats.org/presentationml/2006/main">
  <p:tag name="OTLMARKERSHAPE" val="OTL"/>
</p:tagLst>
</file>

<file path=ppt/tags/tag225.xml><?xml version="1.0" encoding="utf-8"?>
<p:tagLst xmlns:a="http://schemas.openxmlformats.org/drawingml/2006/main" xmlns:r="http://schemas.openxmlformats.org/officeDocument/2006/relationships" xmlns:p="http://schemas.openxmlformats.org/presentationml/2006/main">
  <p:tag name="OTLMARKERSHAPE" val="OTL"/>
</p:tagLst>
</file>

<file path=ppt/tags/tag226.xml><?xml version="1.0" encoding="utf-8"?>
<p:tagLst xmlns:a="http://schemas.openxmlformats.org/drawingml/2006/main" xmlns:r="http://schemas.openxmlformats.org/officeDocument/2006/relationships" xmlns:p="http://schemas.openxmlformats.org/presentationml/2006/main">
  <p:tag name="OTLMARKERSHAPE" val="OTL"/>
</p:tagLst>
</file>

<file path=ppt/tags/tag227.xml><?xml version="1.0" encoding="utf-8"?>
<p:tagLst xmlns:a="http://schemas.openxmlformats.org/drawingml/2006/main" xmlns:r="http://schemas.openxmlformats.org/officeDocument/2006/relationships" xmlns:p="http://schemas.openxmlformats.org/presentationml/2006/main">
  <p:tag name="__PART_0" val="eyIkaWQiOiIxIiwiX3N3aW1sYW5lc1YyIjpbeyIkaWQiOiIyIiwiX2FjdGl2aXRpZXMiOlt7IiRpZCI6IjMiLCJfcm93cyI6W3siJGlkIjoiNCIsIl90YXNrcyI6W10sIl9taWxlc3RvbmVzIjpbeyIkaWQiOiI1IiwiSWQiOiI3YjNlYTE1Ni0zOTViLTQwZTctOTZjMy03MTc5NTZiYThkMjUiLCJJbmRleCI6MCwiR3JvdXBJZCI6bnVsbCwiVGl0bGUiOiJGU0dTLSBnUGgzICgxNDM0LTAwMTcpIiwiRGF0ZVRpbWUiOiIyMDI1LTEyLTAzVDIzOjU5OjAwIiwiUGVyY2VudGFnZUNvbXBsZXRlIjpudWxsLCJOb3RlIjpudWxsLCJTdHlsZSI6eyIkaWQiOiI2IiwiVGl0bGVQb3NpdGlvbiI6IlJpZ2h0IiwiRGF0ZVBvc2l0aW9uIjoiUmlnaHQiLCJTaGFwZVR5cGUiOjEzLCJTaGFwZVNpemUiOjMsIlNoYXBlU3R5bGUiOnsiJGlkIjoiNyIsIk1hcmdpbiI6eyIkaWQiOiI4IiwiVG9wIjowLjAsIkxlZnQiOjAuMCwiUmlnaHQiOjAuMCwiQm90dG9tIjowLjB9LCJQYWRkaW5nIjp7IiRpZCI6IjkiLCJUb3AiOjAuMCwiTGVmdCI6MC4wLCJSaWdodCI6MC4wLCJCb3R0b20iOjAuMH0sIkJhY2tncm91bmQiOnsiJGlkIjoiMTAiLCJDb2xvciI6eyIkaWQiOiIxMSIsIkEiOjI1NSwiUiI6MTM0LCJHIjozNywiQiI6Mjd9fSwiSXNWaXNpYmxlIjp0cnVlLCJXaWR0aCI6MTMuMCwiSGVpZ2h0IjoxMy4wLCJCb3JkZXJTdHlsZSI6eyIkaWQiOiIxMiIsIkxpbmVDb2xvciI6eyIkaWQiOiIxMyIsIiR0eXBlIjoiTkxSRS5Db21tb24uRG9tLlNvbGlkQ29sb3JCcnVzaCwgTkxSRS5Db21tb24iLCJDb2xvciI6eyIkaWQiOiIxNCIsIkEiOjI1NSwiUiI6MjU1LCJHIjoyNTUsIkIiOjI1NX19LCJMaW5lV2VpZ2h0IjowLjAsIkxpbmVUeXBlIjowLCJQYXJlbnRTdHlsZSI6bnVsbH0sIlBhcmVudFN0eWxlIjpudWxsfSwiVGl0bGVTdHlsZSI6eyIkaWQiOiIxNSIsIkZvbnRTZXR0aW5ncyI6eyIkaWQiOiIxNiIsIkZvbnRTaXplIjoxMSwiRm9udE5hbWUiOiJDYWxpYnJpIiwiSXNCb2xkIjp0cnVlLCJJc0l0YWxpYyI6ZmFsc2UsIklzVW5kZXJsaW5lZCI6ZmFsc2UsIlBhcmVudFN0eWxlIjpudWxsfSwiQXV0b1NpemUiOjIsIkZvcmVncm91bmQiOnsiJGlkIjoiMTciLCJDb2xvciI6eyIkaWQiOiIxOCIsIkEiOjI1NSwiUiI6MCwiRyI6MCwiQiI6MH19LCJNYXhXaWR0aCI6MTI1LjAwNzcxMzMxNzg3MTA5LCJNYXhIZWlnaHQiOiJJbmZpbml0eSIsIlNtYXJ0Rm9yZWdyb3VuZElzQWN0aXZlIjpmYWxzZSwiSG9yaXpvbnRhbEFsaWdubWVudCI6MiwiVmVydGljYWxBbGlnbm1lbnQiOjAsIlNtYXJ0Rm9yZWdyb3VuZCI6bnVsbCwiQmFja2dyb3VuZEZpbGxUeXBlIjowLCJNYXJnaW4iOnsiJGlkIjoiMTkiLCJUb3AiOjAuMCwiTGVmdCI6MC4wLCJSaWdodCI6MC4wLCJCb3R0b20iOjAuMH0sIlBhZGRpbmciOnsiJGlkIjoiMjAiLCJUb3AiOjAuMCwiTGVmdCI6MC4wLCJSaWdodCI6MC4wLCJCb3R0b20iOjAuMH0sIkJhY2tncm91bmQiOnsiJGlkIjoiMjEiLCJDb2xvciI6eyIkaWQiOiIyMiIsIkEiOjAsIlIiOjI1NSwiRyI6MjU1LCJCIjoyNTV9fSwiSXNWaXNpYmxlIjp0cnVlLCJXaWR0aCI6MC4wLCJIZWlnaHQiOjAuMCwiQm9yZGVyU3R5bGUiOm51bGwsIlBhcmVudFN0eWxlIjpudWxsfSwiRGF0ZVN0eWxlIjp7IiRpZCI6IjIzIiwiRm9udFNldHRpbmdzIjp7IiRpZCI6IjI0IiwiRm9udFNpemUiOjEwLCJGb250TmFtZSI6IkNhbGlicmkiLCJJc0JvbGQiOmZhbHNlLCJJc0l0YWxpYyI6ZmFsc2UsIklzVW5kZXJsaW5lZCI6ZmFsc2UsIlBhcmVudFN0eWxlIjpudWxsfSwiQXV0b1NpemUiOjAsIkZvcmVncm91bmQiOnsiJGlkIjoiMjUiLCJDb2xvciI6eyIkaWQiOiIyNiIsIkEiOjI1NSwiUiI6MCwiRyI6MjI4LCJCIjoxMjR9fSwiTWF4V2lkdGgiOjIwMC4wLCJNYXhIZWlnaHQiOiJJbmZpbml0eSIsIlNtYXJ0Rm9yZWdyb3VuZElzQWN0aXZlIjpmYWxzZSwiSG9yaXpvbnRhbEFsaWdubWVudCI6MCwiVmVydGljYWxBbGlnbm1lbnQiOjAsIlNtYXJ0Rm9yZWdyb3VuZCI6bnVsbCwiQmFja2dyb3VuZEZpbGxUeXBlIjowLCJNYXJnaW4iOnsiJGlkIjoiMjciLCJUb3AiOjAuMCwiTGVmdCI6MC4wLCJSaWdodCI6MC4wLCJCb3R0b20iOjAuMH0sIlBhZGRpbmciOnsiJGlkIjoiMjgiLCJUb3AiOjAuMCwiTGVmdCI6MC4wLCJSaWdodCI6MC4wLCJCb3R0b20iOjAuMH0sIkJhY2tncm91bmQiOnsiJGlkIjoiMjkiLCJDb2xvciI6eyIkaWQiOiIzMCIsIkEiOjAsIlIiOjI1NSwiRyI6MjU1LCJCIjoyNTV9fSwiSXNWaXNpYmxlIjp0cnVlLCJXaWR0aCI6MC4wLCJIZWlnaHQiOjAuMCwiQm9yZGVyU3R5bGUiOm51bGwsIlBhcmVudFN0eWxlIjpudWxsfSwiRGF0ZUZvcm1hdCI6eyIkaWQiOiIzMSIsIkZvcm1hdFN0cmluZyI6Ik1NTSB5eXl5IiwiU2VwYXJhdG9yIjoiLyIsIlVzZUludGVybmF0aW9uYWxEYXRlRm9ybWF0IjpmYWxzZSwiRGF0ZUlzVmlzaWJsZSI6dHJ1ZSwiVGltZUlzVmlzaWJsZSI6ZmFsc2UsIkhvdXJEaWdpdHMiOjEsIkFtUG1EZXNpZ25hdG9yIjoyLCJUcmltMDBNaW51dGVzIjpmYWxzZSwiTGFzdEtub3duVmlzaWJpbGl0eVN0YXRlIjp7IiRpZCI6IjMyIiwiRGF0ZVBhcnRJc1Zpc2libGUiOnRydWUsIlRpbWVQYXJ0SXNWaXNpYmxlIjpmYWxzZX19LCJXZWVrTnVtYmVyaW5nIjp7IiRpZCI6IjMzIiwiRm9ybWF0IjowLCJJc1Zpc2libGUiOmZhbHNlLCJMYXN0S25vd25WaXNpYmlsaXR5U3RhdGUiOmZhbHNlfSwiSXNWaXNpYmxlIjp0cnVlLCJQYXJlbnRTdHlsZSI6bnVsbH0sIkh5cGVybGluayI6bnVsbCwiSW1wb3J0SWQiOiIifV0sIklkIjoiMDAwMDAwMDAtMDAwMC0wMDAwLTAwMDAtMDAwMDAwMDAwMDAwIiwiSXNTaW5nbGVJdGVtUm93Ijp0cnVlfSx7IiRpZCI6IjM0IiwiX3Rhc2tzIjpbXSwiX21pbGVzdG9uZXMiOlt7IiRpZCI6IjM1IiwiSWQiOiJlZmJlZDQ1Yy01ZTk3LTQ0ZDItYjM1Ny1jMWFhNWY4MDgwYzMiLCJJbmRleCI6MSwiR3JvdXBJZCI6bnVsbCwiVGl0bGUiOiJwb2RvY3l0b3BhdGhpZXMtIGdQaDIgKDE0MzQtMDAyNykiLCJEYXRlVGltZSI6IjIwMjYtMDItMDRUMjM6NTk6MDAiLCJQZXJjZW50YWdlQ29tcGxldGUiOm51bGwsIk5vdGUiOm51bGwsIlN0eWxlIjp7IiRpZCI6IjM2IiwiVGl0bGVQb3NpdGlvbiI6IlJpZ2h0IiwiRGF0ZVBvc2l0aW9uIjoiTGVmdCIsIlNoYXBlVHlwZSI6MTMsIlNoYXBlU2l6ZSI6MywiU2hhcGVTdHlsZSI6eyIkaWQiOiIzNyIsIk1hcmdpbiI6eyIkcmVmIjoiOCJ9LCJQYWRkaW5nIjp7IiRyZWYiOiI5In0sIkJhY2tncm91bmQiOnsiJGlkIjoiMzgiLCJDb2xvciI6eyIkaWQiOiIzOSIsIkEiOjI1NSwiUiI6MTM0LCJHIjozNywiQiI6Mjd9fSwiSXNWaXNpYmxlIjp0cnVlLCJXaWR0aCI6MTMuMCwiSGVpZ2h0IjoxMy4wLCJCb3JkZXJTdHlsZSI6eyIkaWQiOiI0MCIsIkxpbmVDb2xvciI6eyIkaWQiOiI0MSIsIiR0eXBlIjoiTkxSRS5Db21tb24uRG9tLlNvbGlkQ29sb3JCcnVzaCwgTkxSRS5Db21tb24iLCJDb2xvciI6eyIkaWQiOiI0MiIsIkEiOjI1NSwiUiI6MjU1LCJHIjoyNTUsIkIiOjI1NX19LCJMaW5lV2VpZ2h0IjowLjAsIkxpbmVUeXBlIjowLCJQYXJlbnRTdHlsZSI6bnVsbH0sIlBhcmVudFN0eWxlIjpudWxsfSwiVGl0bGVTdHlsZSI6eyIkaWQiOiI0MyIsIkZvbnRTZXR0aW5ncyI6eyIkaWQiOiI0NCIsIkZvbnRTaXplIjoxMSwiRm9udE5hbWUiOiJDYWxpYnJpIiwiSXNCb2xkIjp0cnVlLCJJc0l0YWxpYyI6ZmFsc2UsIklzVW5kZXJsaW5lZCI6ZmFsc2UsIlBhcmVudFN0eWxlIjpudWxsfSwiQXV0b1NpemUiOjAsIkZvcmVncm91bmQiOnsiJGlkIjoiNDUiLCJDb2xvciI6eyIkaWQiOiI0NiIsIkEiOjI1NSwiUiI6MCwiRyI6MCwiQiI6MH19LCJNYXhXaWR0aCI6MjAwLjAsIk1heEhlaWdodCI6IkluZmluaXR5IiwiU21hcnRGb3JlZ3JvdW5kSXNBY3RpdmUiOmZhbHNlLCJIb3Jpem9udGFsQWxpZ25tZW50IjoyLCJWZXJ0aWNhbEFsaWdubWVudCI6MCwiU21hcnRGb3JlZ3JvdW5kIjpudWxsLCJCYWNrZ3JvdW5kRmlsbFR5cGUiOjAsIk1hcmdpbiI6eyIkcmVmIjoiMTkifSwiUGFkZGluZyI6eyIkcmVmIjoiMjAifSwiQmFja2dyb3VuZCI6eyIkaWQiOiI0NyIsIkNvbG9yIjp7IiRpZCI6IjQ4IiwiQSI6MCwiUiI6MCwiRyI6MCwiQiI6MH19LCJJc1Zpc2libGUiOnRydWUsIldpZHRoIjowLjAsIkhlaWdodCI6MC4wLCJCb3JkZXJTdHlsZSI6bnVsbCwiUGFyZW50U3R5bGUiOm51bGx9LCJEYXRlU3R5bGUiOnsiJGlkIjoiNDkiLCJGb250U2V0dGluZ3MiOnsiJGlkIjoiNTAiLCJGb250U2l6ZSI6MTAsIkZvbnROYW1lIjoiQ2FsaWJyaSIsIklzQm9sZCI6ZmFsc2UsIklzSXRhbGljIjpmYWxzZSwiSXNVbmRlcmxpbmVkIjpmYWxzZSwiUGFyZW50U3R5bGUiOm51bGx9LCJBdXRvU2l6ZSI6MCwiRm9yZWdyb3VuZCI6eyIkcmVmIjoiMjUifSwiTWF4V2lkdGgiOjIwMC4wLCJNYXhIZWlnaHQiOiJJbmZpbml0eSIsIlNtYXJ0Rm9yZWdyb3VuZElzQWN0aXZlIjpmYWxzZSwiSG9yaXpvbnRhbEFsaWdubWVudCI6MCwiVmVydGljYWxBbGlnbm1lbnQiOjAsIlNtYXJ0Rm9yZWdyb3VuZCI6bnVsbCwiQmFja2dyb3VuZEZpbGxUeXBlIjowLCJNYXJnaW4iOnsiJHJlZiI6IjI3In0sIlBhZGRpbmciOnsiJHJlZiI6IjI4In0sIkJhY2tncm91bmQiOnsiJGlkIjoiNTEiLCJDb2xvciI6eyIkaWQiOiI1MiIsIkEiOjAsIlIiOjAsIkciOjAsIkIiOjB9fSwiSXNWaXNpYmxlIjp0cnVlLCJXaWR0aCI6MC4wLCJIZWlnaHQiOjAuMCwiQm9yZGVyU3R5bGUiOm51bGwsIlBhcmVudFN0eWxlIjpudWxsfSwiRGF0ZUZvcm1hdCI6eyIkaWQiOiI1MyIsIkZvcm1hdFN0cmluZyI6Ik1NTSB5eXl5IiwiU2VwYXJhdG9yIjoiLyIsIlVzZUludGVybmF0aW9uYWxEYXRlRm9ybWF0IjpmYWxzZSwiRGF0ZUlzVmlzaWJsZSI6dHJ1ZSwiVGltZUlzVmlzaWJsZSI6ZmFsc2UsIkhvdXJEaWdpdHMiOjEsIkFtUG1EZXNpZ25hdG9yIjoyLCJUcmltMDBNaW51dGVzIjpmYWxzZSwiTGFzdEtub3duVmlzaWJpbGl0eVN0YXRlIjp7IiRpZCI6IjU0IiwiRGF0ZVBhcnRJc1Zpc2libGUiOnRydWUsIlRpbWVQYXJ0SXNWaXNpYmxlIjpmYWxzZX19LCJXZWVrTnVtYmVyaW5nIjp7IiRpZCI6IjU1IiwiRm9ybWF0IjowLCJJc1Zpc2libGUiOmZhbHNlLCJMYXN0S25vd25WaXNpYmlsaXR5U3RhdGUiOmZhbHNlfSwiSXNWaXNpYmxlIjp0cnVlLCJQYXJlbnRTdHlsZSI6bnVsbH0sIkh5cGVybGluayI6bnVsbCwiSW1wb3J0SWQiOiIifV0sIklkIjoiMDAwMDAwMDAtMDAwMC0wMDAwLTAwMDAtMDAwMDAwMDAwMDAwIiwiSXNTaW5nbGVJdGVtUm93Ijp0cnVlfSx7IiRpZCI6IjU2IiwiX3Rhc2tzIjpbXSwiX21pbGVzdG9uZXMiOlt7IiRpZCI6IjU3IiwiSWQiOiJhYWZhODJhMS1kMGFmLTQ0OGYtYjQxOS1iZDNlZGY3NGY1ZDUiLCJJbmRleCI6MiwiR3JvdXBJZCI6bnVsbCwiVGl0bGUiOiJETUQtIGdQaDIgKDE0MzQtMDAxOSkiLCJEYXRlVGltZSI6IjIwMjYtMDYtMTZUMjM6NTk6MDAiLCJQZXJjZW50YWdlQ29tcGxldGUiOm51bGwsIk5vdGUiOm51bGwsIlN0eWxlIjp7IiRpZCI6IjU4IiwiVGl0bGVQb3NpdGlvbiI6IkxlZnQiLCJEYXRlUG9zaXRpb24iOiJSaWdodCIsIlNoYXBlVHlwZSI6MTMsIlNoYXBlU2l6ZSI6MSwiU2hhcGVTdHlsZSI6eyIkaWQiOiI1OSIsIk1hcmdpbiI6eyIkcmVmIjoiOCJ9LCJQYWRkaW5nIjp7IiRyZWYiOiI5In0sIkJhY2tncm91bmQiOnsiJGlkIjoiNjAiLCJDb2xvciI6eyIkaWQiOiI2MSIsIkEiOjI1NSwiUiI6MTM0LCJHIjozNywiQiI6Mjd9fSwiSXNWaXNpYmxlIjp0cnVlLCJXaWR0aCI6MTMuMCwiSGVpZ2h0IjoxMy4wLCJCb3JkZXJTdHlsZSI6eyIkaWQiOiI2MiIsIkxpbmVDb2xvciI6eyIkaWQiOiI2MyIsIiR0eXBlIjoiTkxSRS5Db21tb24uRG9tLlNvbGlkQ29sb3JCcnVzaCwgTkxSRS5Db21tb24iLCJDb2xvciI6eyIkaWQiOiI2NCIsIkEiOjI1NSwiUiI6MjU1LCJHIjoyNTUsIkIiOjI1NX19LCJMaW5lV2VpZ2h0IjowLjAsIkxpbmVUeXBlIjowLCJQYXJlbnRTdHlsZSI6bnVsbH0sIlBhcmVudFN0eWxlIjpudWxsfSwiVGl0bGVTdHlsZSI6eyIkaWQiOiI2NSIsIkZvbnRTZXR0aW5ncyI6eyIkaWQiOiI2NiIsIkZvbnRTaXplIjoxMSwiRm9udE5hbWUiOiJDYWxpYnJpIiwiSXNCb2xkIjp0cnVlLCJJc0l0YWxpYyI6ZmFsc2UsIklzVW5kZXJsaW5lZCI6ZmFsc2UsIlBhcmVudFN0eWxlIjpudWxsfSwiQXV0b1NpemUiOjAsIkZvcmVncm91bmQiOnsiJHJlZiI6IjQ1In0sIk1heFdpZHRoIjoyMDAuMCwiTWF4SGVpZ2h0IjoiSW5maW5pdHkiLCJTbWFydEZvcmVncm91bmRJc0FjdGl2ZSI6ZmFsc2UsIkhvcml6b250YWxBbGlnbm1lbnQiOjIsIlZlcnRpY2FsQWxpZ25tZW50IjowLCJTbWFydEZvcmVncm91bmQiOm51bGwsIkJhY2tncm91bmRGaWxsVHlwZSI6MCwiTWFyZ2luIjp7IiRyZWYiOiIxOSJ9LCJQYWRkaW5nIjp7IiRyZWYiOiIyMCJ9LCJCYWNrZ3JvdW5kIjp7IiRyZWYiOiI0NyJ9LCJJc1Zpc2libGUiOnRydWUsIldpZHRoIjowLjAsIkhlaWdodCI6MC4wLCJCb3JkZXJTdHlsZSI6bnVsbCwiUGFyZW50U3R5bGUiOm51bGx9LCJEYXRlU3R5bGUiOnsiJGlkIjoiNjciLCJGb250U2V0dGluZ3MiOnsiJGlkIjoiNjgiLCJGb250U2l6ZSI6MTAsIkZvbnROYW1lIjoiQ2FsaWJyaSIsIklzQm9sZCI6ZmFsc2UsIklzSXRhbGljIjpmYWxzZSwiSXNVbmRlcmxpbmVkIjpmYWxzZSwiUGFyZW50U3R5bGUiOm51bGx9LCJBdXRvU2l6ZSI6MCwiRm9yZWdyb3VuZCI6eyIkcmVmIjoiMjUifSwiTWF4V2lkdGgiOjIwMC4wLCJNYXhIZWlnaHQiOiJJbmZpbml0eSIsIlNtYXJ0Rm9yZWdyb3VuZElzQWN0aXZlIjpmYWxzZSwiSG9yaXpvbnRhbEFsaWdubWVudCI6MCwiVmVydGljYWxBbGlnbm1lbnQiOjAsIlNtYXJ0Rm9yZWdyb3VuZCI6bnVsbCwiQmFja2dyb3VuZEZpbGxUeXBlIjowLCJNYXJnaW4iOnsiJHJlZiI6IjI3In0sIlBhZGRpbmciOnsiJHJlZiI6IjI4In0sIkJhY2tncm91bmQiOnsiJHJlZiI6IjUxIn0sIklzVmlzaWJsZSI6dHJ1ZSwiV2lkdGgiOjAuMCwiSGVpZ2h0IjowLjAsIkJvcmRlclN0eWxlIjpudWxsLCJQYXJlbnRTdHlsZSI6bnVsbH0sIkRhdGVGb3JtYXQiOnsiJGlkIjoiNjkiLCJGb3JtYXRTdHJpbmciOiJNTU0geXl5eSIsIlNlcGFyYXRvciI6Ii8iLCJVc2VJbnRlcm5hdGlvbmFsRGF0ZUZvcm1hdCI6ZmFsc2UsIkRhdGVJc1Zpc2libGUiOnRydWUsIlRpbWVJc1Zpc2libGUiOmZhbHNlLCJIb3VyRGlnaXRzIjoxLCJBbVBtRGVzaWduYXRvciI6MiwiVHJpbTAwTWludXRlcyI6ZmFsc2UsIkxhc3RLbm93blZpc2liaWxpdHlTdGF0ZSI6eyIkaWQiOiI3MCIsIkRhdGVQYXJ0SXNWaXNpYmxlIjp0cnVlLCJUaW1lUGFydElzVmlzaWJsZSI6ZmFsc2V9fSwiV2Vla051bWJlcmluZyI6eyIkaWQiOiI3MSIsIkZvcm1hdCI6MCwiSXNWaXNpYmxlIjpmYWxzZSwiTGFzdEtub3duVmlzaWJpbGl0eVN0YXRlIjpmYWxzZX0sIklzVmlzaWJsZSI6dHJ1ZSwiUGFyZW50U3R5bGUiOm51bGx9LCJIeXBlcmxpbmsiOm51bGwsIkltcG9ydElkIjoiIn1dLCJJZCI6IjAwMDAwMDAwLTAwMDAtMDAwMC0wMDAwLTAwMDAwMDAwMDAwMCIsIklzU2luZ2xlSXRlbVJvdyI6dHJ1ZX0seyIkaWQiOiI3MiIsIl90YXNrcyI6W10sIl9taWxlc3RvbmVzIjpbeyIkaWQiOiI3MyIsIklkIjoiYjhmNjA2MTEtN2ZkNy00MGM1LWI1N2ItYmZiMGU3YjM1YjNmIiwiSW5kZXgiOjMsIkdyb3VwSWQiOm51bGwsIlRpdGxlIjoiQ2hpbmEgUEstIFBoMSAoMTQzNC0wMDI1KSIsIkRhdGVUaW1lIjoiMjAyNy0wMS0yOVQyMzo1OTowMCIsIlBlcmNlbnRhZ2VDb21wbGV0ZSI6bnVsbCwiTm90ZSI6bnVsbCwiU3R5bGUiOnsiJGlkIjoiNzQiLCJUaXRsZVBvc2l0aW9uIjoiTGVmdCIsIkRhdGVQb3NpdGlvbiI6IlJpZ2h0IiwiU2hhcGVUeXBlIjoxMywiU2hhcGVTaXplIjoxLCJTaGFwZVN0eWxlIjp7IiRpZCI6Ijc1IiwiTWFyZ2luIjp7IiRyZWYiOiI4In0sIlBhZGRpbmciOnsiJHJlZiI6IjkifSwiQmFja2dyb3VuZCI6eyIkaWQiOiI3NiIsIkNvbG9yIjp7IiRpZCI6Ijc3IiwiQSI6MjU1LCJSIjoxMzQsIkciOjM3LCJCIjoyN319LCJJc1Zpc2libGUiOnRydWUsIldpZHRoIjoxMy4wLCJIZWlnaHQiOjEzLjAsIkJvcmRlclN0eWxlIjp7IiRpZCI6Ijc4IiwiTGluZUNvbG9yIjp7IiRpZCI6Ijc5IiwiJHR5cGUiOiJOTFJFLkNvbW1vbi5Eb20uU29saWRDb2xvckJydXNoLCBOTFJFLkNvbW1vbiIsIkNvbG9yIjp7IiRpZCI6IjgwIiwiQSI6MjU1LCJSIjoyNTUsIkciOjI1NSwiQiI6MjU1fX0sIkxpbmVXZWlnaHQiOjAuMCwiTGluZVR5cGUiOjAsIlBhcmVudFN0eWxlIjpudWxsfSwiUGFyZW50U3R5bGUiOm51bGx9LCJUaXRsZVN0eWxlIjp7IiRpZCI6IjgxIiwiRm9udFNldHRpbmdzIjp7IiRpZCI6IjgyIiwiRm9udFNpemUiOjExLCJGb250TmFtZSI6IkNhbGlicmkiLCJJc0JvbGQiOnRydWUsIklzSXRhbGljIjpmYWxzZSwiSXNVbmRlcmxpbmVkIjpmYWxzZSwiUGFyZW50U3R5bGUiOm51bGx9LCJBdXRvU2l6ZSI6MCwiRm9yZWdyb3VuZCI6eyIkcmVmIjoiNDUifSwiTWF4V2lkdGgiOjIwMC4wLCJNYXhIZWlnaHQiOiJJbmZpbml0eSIsIlNtYXJ0Rm9yZWdyb3VuZElzQWN0aXZlIjpmYWxzZSwiSG9yaXpvbnRhbEFsaWdubWVudCI6MiwiVmVydGljYWxBbGlnbm1lbnQiOjAsIlNtYXJ0Rm9yZWdyb3VuZCI6bnVsbCwiQmFja2dyb3VuZEZpbGxUeXBlIjowLCJNYXJnaW4iOnsiJHJlZiI6IjE5In0sIlBhZGRpbmciOnsiJHJlZiI6IjIwIn0sIkJhY2tncm91bmQiOnsiJHJlZiI6IjQ3In0sIklzVmlzaWJsZSI6dHJ1ZSwiV2lkdGgiOjAuMCwiSGVpZ2h0IjowLjAsIkJvcmRlclN0eWxlIjpudWxsLCJQYXJlbnRTdHlsZSI6bnVsbH0sIkRhdGVTdHlsZSI6eyIkaWQiOiI4MyIsIkZvbnRTZXR0aW5ncyI6eyIkaWQiOiI4NCIsIkZvbnRTaXplIjoxMCwiRm9udE5hbWUiOiJDYWxpYnJpIiwiSXNCb2xkIjpmYWxzZSwiSXNJdGFsaWMiOmZhbHNlLCJJc1VuZGVybGluZWQiOmZhbHNlLCJQYXJlbnRTdHlsZSI6bnVsbH0sIkF1dG9TaXplIjowLCJGb3JlZ3JvdW5kIjp7IiRyZWYiOiIyNSJ9LCJNYXhXaWR0aCI6MjAwLjAsIk1heEhlaWdodCI6IkluZmluaXR5IiwiU21hcnRGb3JlZ3JvdW5kSXNBY3RpdmUiOmZhbHNlLCJIb3Jpem9udGFsQWxpZ25tZW50IjowLCJWZXJ0aWNhbEFsaWdubWVudCI6MCwiU21hcnRGb3JlZ3JvdW5kIjpudWxsLCJCYWNrZ3JvdW5kRmlsbFR5cGUiOjAsIk1hcmdpbiI6eyIkcmVmIjoiMjcifSwiUGFkZGluZyI6eyIkcmVmIjoiMjgifSwiQmFja2dyb3VuZCI6eyIkcmVmIjoiNTEifSwiSXNWaXNpYmxlIjp0cnVlLCJXaWR0aCI6MC4wLCJIZWlnaHQiOjAuMCwiQm9yZGVyU3R5bGUiOm51bGwsIlBhcmVudFN0eWxlIjpudWxsfSwiRGF0ZUZvcm1hdCI6eyIkaWQiOiI4NSIsIkZvcm1hdFN0cmluZyI6Ik1NTSB5eXl5IiwiU2VwYXJhdG9yIjoiLyIsIlVzZUludGVybmF0aW9uYWxEYXRlRm9ybWF0IjpmYWxzZSwiRGF0ZUlzVmlzaWJsZSI6dHJ1ZSwiVGltZUlzVmlzaWJsZSI6ZmFsc2UsIkhvdXJEaWdpdHMiOjEsIkFtUG1EZXNpZ25hdG9yIjoyLCJUcmltMDBNaW51dGVzIjpmYWxzZSwiTGFzdEtub3duVmlzaWJpbGl0eVN0YXRlIjp7IiRpZCI6Ijg2IiwiRGF0ZVBhcnRJc1Zpc2libGUiOnRydWUsIlRpbWVQYXJ0SXNWaXNpYmxlIjpmYWxzZX19LCJXZWVrTnVtYmVyaW5nIjp7IiRpZCI6Ijg3IiwiRm9ybWF0IjowLCJJc1Zpc2libGUiOmZhbHNlLCJMYXN0S25vd25WaXNpYmlsaXR5U3RhdGUiOmZhbHNlfSwiSXNWaXNpYmxlIjp0cnVlLCJQYXJlbnRTdHlsZSI6bnVsbH0sIkh5cGVybGluayI6bnVsbCwiSW1wb3J0SWQiOiIifV0sIklkIjoiMDAwMDAwMDAtMDAwMC0wMDAwLTAwMDAtMDAwMDAwMDAwMDAwIiwiSXNTaW5nbGVJdGVtUm93Ijp0cnVlfV0sIkluZGV4IjowLCJJZCI6IjljMWEzMDRhLTQ0ZjgtNGE2ZS05YzNmLTZjZTMwYzY5MmU1YSIsIkhlYWRlclRleHQiOm51bGwsIklzRGVmYXVsdCI6dHJ1ZSwiU3R5bGUiOnsiJGlkIjoiODgiLCJIZWFkZXJTdHlsZSI6eyIkaWQiOiI4OSIsIlRleHRTdHlsZSI6eyIkaWQiOiI5MCIsIkZvbnRTZXR0aW5ncyI6eyIkaWQiOiI5MSIsIkZvbnRTaXplIjoxMSwiRm9udE5hbWUiOiJDYWxpYnJpIiwiSXNCb2xkIjpmYWxzZSwiSXNJdGFsaWMiOmZhbHNlLCJJc1VuZGVybGluZWQiOmZhbHNlLCJQYXJlbnRTdHlsZSI6bnVsbH0sIkF1dG9TaXplIjoyLCJGb3JlZ3JvdW5kIjp7IiRpZCI6IjkyIiwiQ29sb3IiOnsiJGlkIjoiOTMiLCJBIjoyNTUsIlIiOjAsIkciOjAsIkIiOjB9fSwiTWF4V2lkdGgiOjAuMCwiTWF4SGVpZ2h0IjoiSW5maW5pdHkiLCJTbWFydEZvcmVncm91bmRJc0FjdGl2ZSI6ZmFsc2UsIkhvcml6b250YWxBbGlnbm1lbnQiOjAsIlZlcnRpY2FsQWxpZ25tZW50IjowLCJTbWFydEZvcmVncm91bmQiOm51bGwsIkJhY2tncm91bmRGaWxsVHlwZSI6MCwiTWFyZ2luIjp7IiRpZCI6Ijk0IiwiVG9wIjowLjAsIkxlZnQiOjAuMCwiUmlnaHQiOjAuMCwiQm90dG9tIjowLjB9LCJQYWRkaW5nIjp7IiRpZCI6Ijk1IiwiVG9wIjowLjAsIkxlZnQiOjAuMCwiUmlnaHQiOjAuMCwiQm90dG9tIjowLjB9LCJCYWNrZ3JvdW5kIjpudWxsLCJJc1Zpc2libGUiOnRydWUsIldpZHRoIjowLjAsIkhlaWdodCI6MC4wLCJCb3JkZXJTdHlsZSI6bnVsbCwiUGFyZW50U3R5bGUiOm51bGx9LCJSZWN0YW5nbGVTdHlsZSI6eyIkaWQiOiI5NiIsIk1hcmdpbiI6eyIkaWQiOiI5NyIsIlRvcCI6MC4wLCJMZWZ0IjowLjAsIlJpZ2h0IjowLjAsIkJvdHRvbSI6MC4wfSwiUGFkZGluZyI6eyIkaWQiOiI5OCIsIlRvcCI6MC4wLCJMZWZ0IjowLjAsIlJpZ2h0IjowLjAsIkJvdHRvbSI6MC4wfSwiQmFja2dyb3VuZCI6eyIkaWQiOiI5OSIsIkNvbG9yIjp7IiRpZCI6IjEwMCIsIkEiOjYzLCJSIjoxOTcsIkciOjE5NSwiQiI6MjM4fX0sIklzVmlzaWJsZSI6dHJ1ZSwiV2lkdGgiOjAuMCwiSGVpZ2h0IjowLjAsIkJvcmRlclN0eWxlIjp7IiRpZCI6IjEwMSIsIkxpbmVDb2xvciI6eyIkaWQiOiIxMDIiLCIkdHlwZSI6Ik5MUkUuQ29tbW9uLkRvbS5Tb2xpZENvbG9yQnJ1c2gsIE5MUkUuQ29tbW9uIiwiQ29sb3IiOnsiJGlkIjoiMTAzIiwiQSI6MjU1LCJSIjoxLCJHIjoxNSwiQiI6MTF9fSwiTGluZVdlaWdodCI6MC4wLCJMaW5lVHlwZSI6MCwiUGFyZW50U3R5bGUiOm51bGx9LCJQYXJlbnRTdHlsZSI6bnVsbH0sIk1hcmdpbiI6eyIkaWQiOiIxMDQiLCJUb3AiOjAuMCwiTGVmdCI6MC4wLCJSaWdodCI6MC4wLCJCb3R0b20iOjAuMH0sIlBhZGRpbmciOnsiJGlkIjoiMTA1IiwiVG9wIjowLjAsIkxlZnQiOjAuMCwiUmlnaHQiOjAuMCwiQm90dG9tIjowLjB9LCJCYWNrZ3JvdW5kIjpudWxsLCJJc1Zpc2libGUiOnRydWUsIldpZHRoIjowLjAsIkhlaWdodCI6MC4wLCJCb3JkZXJTdHlsZSI6bnVsbCwiUGFyZW50U3R5bGUiOm51bGx9LCJCYWNrZ3JvdW5kU3R5bGUiOnsiJGlkIjoiMTA2IiwiTWFyZ2luIjp7IiRpZCI6IjEwNyIsIlRvcCI6MC4wLCJMZWZ0IjowLjAsIlJpZ2h0IjowLjAsIkJvdHRvbSI6MC4wfSwiUGFkZGluZyI6eyIkaWQiOiIxMDgiLCJUb3AiOjAuMCwiTGVmdCI6MC4wLCJSaWdodCI6MC4wLCJCb3R0b20iOjAuMH0sIkJhY2tncm91bmQiOnsiJGlkIjoiMTA5IiwiQ29sb3IiOnsiJGlkIjoiMTEwIiwiQSI6NTEsIlIiOjE5NywiRyI6MTk1LCJCIjoyMzh9fSwiSXNWaXNpYmxlIjp0cnVlLCJXaWR0aCI6MC4wLCJIZWlnaHQiOjAuMCwiQm9yZGVyU3R5bGUiOnsiJGlkIjoiMTExIiwiTGluZUNvbG9yIjp7IiRpZCI6IjExMiIsIiR0eXBlIjoiTkxSRS5Db21tb24uRG9tLlNvbGlkQ29sb3JCcnVzaCwgTkxSRS5Db21tb24iLCJDb2xvciI6eyIkaWQiOiIxMTMiLCJBIjoyNTUsIlIiOjEsIkciOjE1LCJCIjoxMX19LCJMaW5lV2VpZ2h0IjowLjAsIkxpbmVUeXBlIjowLCJQYXJlbnRTdHlsZSI6bnVsbH0sIlBhcmVudFN0eWxlIjpudWxsfSwiTWFyZ2luIjp7IiRpZCI6IjExNCIsIlRvcCI6MC4wLCJMZWZ0IjowLjAsIlJpZ2h0IjowLjAsIkJvdHRvbSI6MC4wfSwiUGFkZGluZyI6eyIkaWQiOiIxMTUiLCJUb3AiOjAuMCwiTGVmdCI6MC4wLCJSaWdodCI6MC4wLCJCb3R0b20iOjAuMH0sIklzVmlzaWJsZSI6ZmFsc2UsIldpZHRoIjowLjAsIkhlaWdodCI6MC4wLCJCb3JkZXJTdHlsZSI6bnVsbCwiUGFyZW50U3R5bGUiOm51bGx9fV0sIklkIjoiNjYyNGQ3ODQtZjQ4MC00NjllLWI5ZTgtMzMzZWRjNDkyMzRhIiwiSW5kZXgiOjAsIkhlYWRlclRleHQiOiJUUlBDNiIsIlN0eWxlIjp7IiRpZCI6IjExNiIsIkhlYWRlclN0eWxlIjp7IiRpZCI6IjExNyIsIlRleHRJc1ZlcnRpY2FsIjpmYWxzZSwiVGV4dFN0eWxlIjp7IiRpZCI6IjExOCIsIkZvbnRTZXR0aW5ncyI6eyIkaWQiOiIxMTkiLCJGb250U2l6ZSI6MTIsIkZvbnROYW1lIjoiQ2FsaWJyaSIsIklzQm9sZCI6ZmFsc2UsIklzSXRhbGljIjpmYWxzZSwiSXNVbmRlcmxpbmVkIjpmYWxzZSwiUGFyZW50U3R5bGUiOm51bGx9LCJBdXRvU2l6ZSI6MiwiRm9yZWdyb3VuZCI6eyIkaWQiOiIxMjAiLCJDb2xvciI6eyIkaWQiOiIxMjEiLCJBIjoyNTUsIlIiOjI1NSwiRyI6MjU1LCJCIjoyNTV9fSwiTWF4V2lkdGgiOjY1LjEzNjY2NjY2NjY2NjY1NiwiTWF4SGVpZ2h0IjowLjAsIlNtYXJ0Rm9yZWdyb3VuZElzQWN0aXZlIjpmYWxzZSwiSG9yaXpvbnRhbEFsaWdubWVudCI6MCwiVmVydGljYWxBbGlnbm1lbnQiOjAsIlNtYXJ0Rm9yZWdyb3VuZCI6bnVsbCwiQmFja2dyb3VuZEZpbGxUeXBlIjowLCJNYXJnaW4iOnsiJGlkIjoiMTIyIiwiVG9wIjowLjAsIkxlZnQiOjAuMCwiUmlnaHQiOjAuMCwiQm90dG9tIjowLjB9LCJQYWRkaW5nIjp7IiRpZCI6IjEyMyIsIlRvcCI6MC4wLCJMZWZ0IjowLjAsIlJpZ2h0IjowLjAsIkJvdHRvbSI6MC4wfSwiQmFja2dyb3VuZCI6bnVsbCwiSXNWaXNpYmxlIjp0cnVlLCJXaWR0aCI6MC4wLCJIZWlnaHQiOjAuMCwiQm9yZGVyU3R5bGUiOm51bGwsIlBhcmVudFN0eWxlIjpudWxsfSwiUmVjdGFuZ2xlU3R5bGUiOnsiJGlkIjoiMTI0IiwiTWFyZ2luIjp7IiRpZCI6IjEyNSIsIlRvcCI6MC4wLCJMZWZ0IjowLjAsIlJpZ2h0IjowLjAsIkJvdHRvbSI6MC4wfSwiUGFkZGluZyI6eyIkaWQiOiIxMjYiLCJUb3AiOjAuMCwiTGVmdCI6MC4wLCJSaWdodCI6MC4wLCJCb3R0b20iOjAuMH0sIkJhY2tncm91bmQiOnsiJGlkIjoiMTI3IiwiQ29sb3IiOnsiJGlkIjoiMTI4IiwiQSI6MjU1LCJSIjowLCJHIjoyMjgsIkIiOjEyNH19LCJJc1Zpc2libGUiOnRydWUsIldpZHRoIjowLjAsIkhlaWdodCI6MC4wLCJCb3JkZXJTdHlsZSI6eyIkaWQiOiIxMjkiLCJMaW5lQ29sb3IiOnsiJGlkIjoiMTMwIiwiJHR5cGUiOiJOTFJFLkNvbW1vbi5Eb20uU29saWRDb2xvckJydXNoLCBOTFJFLkNvbW1vbiIsIkNvbG9yIjp7IiRpZCI6IjEzMSIsIkEiOjI1NSwiUiI6MjU1LCJHIjoyNTUsIkIiOjI1NX19LCJMaW5lV2VpZ2h0IjowLjAsIkxpbmVUeXBlIjowLCJQYXJlbnRTdHlsZSI6bnVsbH0sIlBhcmVudFN0eWxlIjpudWxsfSwiTWFyZ2luIjp7IiRpZCI6IjEzMiIsIlRvcCI6MC4wLCJMZWZ0IjowLjAsIlJpZ2h0IjowLjAsIkJvdHRvbSI6MC4wfSwiUGFkZGluZyI6eyIkaWQiOiIxMzMiLCJUb3AiOjAuMCwiTGVmdCI6MC4wLCJSaWdodCI6MC4wLCJCb3R0b20iOjAuMH0sIkJhY2tncm91bmQiOm51bGwsIklzVmlzaWJsZSI6dHJ1ZSwiV2lkdGgiOjAuMCwiSGVpZ2h0IjowLjAsIkJvcmRlclN0eWxlIjpudWxsLCJQYXJlbnRTdHlsZSI6bnVsbH0sIkJhY2tncm91bmRTdHlsZSI6eyIkaWQiOiIxMzQiLCJNYXJnaW4iOnsiJGlkIjoiMTM1IiwiVG9wIjowLjAsIkxlZnQiOjAuMCwiUmlnaHQiOjAuMCwiQm90dG9tIjowLjB9LCJQYWRkaW5nIjp7IiRpZCI6IjEzNiIsIlRvcCI6MC4wLCJMZWZ0IjowLjAsIlJpZ2h0IjowLjAsIkJvdHRvbSI6MC4wfSwiQmFja2dyb3VuZCI6eyIkaWQiOiIxMzciLCJDb2xvciI6eyIkaWQiOiIxMzgiLCJBIjo1MSwiUiI6MTk3LCJHIjoxOTUsIkIiOjIzOH19LCJJc1Zpc2libGUiOnRydWUsIldpZHRoIjowLjAsIkhlaWdodCI6MC4wLCJCb3JkZXJTdHlsZSI6eyIkaWQiOiIxMzkiLCJMaW5lQ29sb3IiOnsiJGlkIjoiMTQwIiwiJHR5cGUiOiJOTFJFLkNvbW1vbi5Eb20uU29saWRDb2xvckJydXNoLCBOTFJFLkNvbW1vbiIsIkNvbG9yIjp7IiRpZCI6IjE0MSIsIkEiOjI1NSwiUiI6MSwiRyI6MTUsIkIiOjExfX0sIkxpbmVXZWlnaHQiOjAuMCwiTGluZVR5cGUiOjAsIlBhcmVudFN0eWxlIjpudWxsfSwiUGFyZW50U3R5bGUiOm51bGx9LCJJc0Fib3ZlVGltZWJhbmQiOmZhbHNlLCJNYXJnaW4iOnsiJGlkIjoiMTQyIiwiVG9wIjowLjAsIkxlZnQiOjAuMCwiUmlnaHQiOjAuMCwiQm90dG9tIjowLjB9LCJQYWRkaW5nIjp7IiRpZCI6IjE0MyIsIlRvcCI6MC4wLCJMZWZ0IjowLjAsIlJpZ2h0IjowLjAsIkJvdHRvbSI6MC4wfSwiSXNWaXNpYmxlIjp0cnVlLCJXaWR0aCI6MC4wLCJIZWlnaHQiOjAuMCwiQm9yZGVyU3R5bGUiOnsiJGlkIjoiMTQ0IiwiTGluZUNvbG9yIjpudWxsLCJMaW5lV2VpZ2h0IjowLjAsIkxpbmVUeXBlIjowLCJQYXJlbnRTdHlsZSI6bnVsbH0sIlBhcmVudFN0eWxlIjpudWxsfX0seyIkaWQiOiIxNDUiLCJfYWN0aXZpdGllcyI6W3siJGlkIjoiMTQ2IiwiX3Jvd3MiOlt7IiRpZCI6IjE0NyIsIl90YXNrcyI6W10sIl9taWxlc3RvbmVzIjpbeyIkaWQiOiIxNDgiLCJJZCI6ImYyNDYyNzU2LTYxYzYtNDkyMC05MmQwLTBjOTllODI5YmU1OSIsIkluZGV4IjowLCJHcm91cElkIjpudWxsLCJUaXRsZSI6Im9iZXNpdHktIGdQaDIgKDE1MDctMDAwMikiLCJEYXRlVGltZSI6IjIwMjYtMDctMTRUMjM6NTk6MDAiLCJQZXJjZW50YWdlQ29tcGxldGUiOm51bGwsIk5vdGUiOm51bGwsIlN0eWxlIjp7IiRpZCI6IjE0OSIsIlRpdGxlUG9zaXRpb24iOiJMZWZ0IiwiRGF0ZVBvc2l0aW9uIjoiUmlnaHQiLCJTaGFwZVR5cGUiOjEzLCJTaGFwZVNpemUiOjEsIlNoYXBlU3R5bGUiOnsiJGlkIjoiMTUwIiwiTWFyZ2luIjp7IiRyZWYiOiI4In0sIlBhZGRpbmciOnsiJHJlZiI6IjkifSwiQmFja2dyb3VuZCI6eyIkaWQiOiIxNTEiLCJDb2xvciI6eyIkaWQiOiIxNTIiLCJBIjoyNTUsIlIiOjEzNCwiRyI6MzcsIkIiOjI3fX0sIklzVmlzaWJsZSI6dHJ1ZSwiV2lkdGgiOjEzLjAsIkhlaWdodCI6MTMuMCwiQm9yZGVyU3R5bGUiOnsiJGlkIjoiMTUzIiwiTGluZUNvbG9yIjp7IiRpZCI6IjE1NCIsIiR0eXBlIjoiTkxSRS5Db21tb24uRG9tLlNvbGlkQ29sb3JCcnVzaCwgTkxSRS5Db21tb24iLCJDb2xvciI6eyIkaWQiOiIxNTUiLCJBIjoyNTUsIlIiOjI1NSwiRyI6MjU1LCJCIjoyNTV9fSwiTGluZVdlaWdodCI6MC4wLCJMaW5lVHlwZSI6MCwiUGFyZW50U3R5bGUiOm51bGx9LCJQYXJlbnRTdHlsZSI6bnVsbH0sIlRpdGxlU3R5bGUiOnsiJGlkIjoiMTU2IiwiRm9udFNldHRpbmdzIjp7IiRpZCI6IjE1NyIsIkZvbnRTaXplIjoxMSwiRm9udE5hbWUiOiJDYWxpYnJpIiwiSXNCb2xkIjp0cnVlLCJJc0l0YWxpYyI6ZmFsc2UsIklzVW5kZXJsaW5lZCI6ZmFsc2UsIlBhcmVudFN0eWxlIjpudWxsfSwiQXV0b1NpemUiOjAsIkZvcmVncm91bmQiOnsiJGlkIjoiMTU4IiwiQ29sb3IiOnsiJGlkIjoiMTU5IiwiQSI6MjU1LCJSIjowLCJHIjowLCJCIjowfX0sIk1heFdpZHRoIjoyMDAuMCwiTWF4SGVpZ2h0IjoiSW5maW5pdHkiLCJTbWFydEZvcmVncm91bmRJc0FjdGl2ZSI6ZmFsc2UsIkhvcml6b250YWxBbGlnbm1lbnQiOjIsIlZlcnRpY2FsQWxpZ25tZW50IjowLCJTbWFydEZvcmVncm91bmQiOm51bGwsIkJhY2tncm91bmRGaWxsVHlwZSI6MCwiTWFyZ2luIjp7IiRyZWYiOiIxOSJ9LCJQYWRkaW5nIjp7IiRyZWYiOiIyMCJ9LCJCYWNrZ3JvdW5kIjp7IiRpZCI6IjE2MCIsIkNvbG9yIjp7IiRpZCI6IjE2MSIsIkEiOjAsIlIiOjI1NSwiRyI6MjU1LCJCIjoyNTV9fSwiSXNWaXNpYmxlIjp0cnVlLCJXaWR0aCI6MC4wLCJIZWlnaHQiOjAuMCwiQm9yZGVyU3R5bGUiOm51bGwsIlBhcmVudFN0eWxlIjpudWxsfSwiRGF0ZVN0eWxlIjp7IiRpZCI6IjE2MiIsIkZvbnRTZXR0aW5ncyI6eyIkaWQiOiIxNjMiLCJGb250U2l6ZSI6MTAsIkZvbnROYW1lIjoiQ2FsaWJyaSIsIklzQm9sZCI6ZmFsc2UsIklzSXRhbGljIjpmYWxzZSwiSXNVbmRlcmxpbmVkIjpmYWxzZSwiUGFyZW50U3R5bGUiOm51bGx9LCJBdXRvU2l6ZSI6MCwiRm9yZWdyb3VuZCI6eyIkaWQiOiIxNjQiLCJDb2xvciI6eyIkaWQiOiIxNjUiLCJBIjoyNTUsIlIiOjAsIkciOjIyOCwiQiI6MTI0fX0sIk1heFdpZHRoIjoyMDAuMCwiTWF4SGVpZ2h0IjoiSW5maW5pdHkiLCJTbWFydEZvcmVncm91bmRJc0FjdGl2ZSI6ZmFsc2UsIkhvcml6b250YWxBbGlnbm1lbnQiOjAsIlZlcnRpY2FsQWxpZ25tZW50IjowLCJTbWFydEZvcmVncm91bmQiOm51bGwsIkJhY2tncm91bmRGaWxsVHlwZSI6MCwiTWFyZ2luIjp7IiRyZWYiOiIyNyJ9LCJQYWRkaW5nIjp7IiRyZWYiOiIyOCJ9LCJCYWNrZ3JvdW5kIjp7IiRpZCI6IjE2NiIsIkNvbG9yIjp7IiRpZCI6IjE2NyIsIkEiOjAsIlIiOjI1NSwiRyI6MjU1LCJCIjoyNTV9fSwiSXNWaXNpYmxlIjp0cnVlLCJXaWR0aCI6MC4wLCJIZWlnaHQiOjAuMCwiQm9yZGVyU3R5bGUiOm51bGwsIlBhcmVudFN0eWxlIjpudWxsfSwiRGF0ZUZvcm1hdCI6eyIkaWQiOiIxNjgiLCJGb3JtYXRTdHJpbmciOiJNTU0geXl5eSIsIlNlcGFyYXRvciI6Ii8iLCJVc2VJbnRlcm5hdGlvbmFsRGF0ZUZvcm1hdCI6ZmFsc2UsIkRhdGVJc1Zpc2libGUiOnRydWUsIlRpbWVJc1Zpc2libGUiOmZhbHNlLCJIb3VyRGlnaXRzIjoxLCJBbVBtRGVzaWduYXRvciI6MiwiVHJpbTAwTWludXRlcyI6ZmFsc2UsIkxhc3RLbm93blZpc2liaWxpdHlTdGF0ZSI6eyIkaWQiOiIxNjkiLCJEYXRlUGFydElzVmlzaWJsZSI6dHJ1ZSwiVGltZVBhcnRJc1Zpc2libGUiOmZhbHNlfX0sIldlZWtOdW1iZXJpbmciOnsiJGlkIjoiMTcwIiwiRm9ybWF0IjowLCJJc1Zpc2libGUiOmZhbHNlLCJMYXN0S25vd25WaXNpYmlsaXR5U3RhdGUiOmZhbHNlfSwiSXNWaXNpYmxlIjp0cnVlLCJQYXJlbnRTdHlsZSI6bnVsbH0sIkh5cGVybGluayI6bnVsbCwiSW1wb3J0SWQiOiIifV0sIklkIjoiMDAwMDAwMDAtMDAwMC0wMDAwLTAwMDAtMDAwMDAwMDAwMDAwIiwiSXNTaW5nbGVJdGVtUm93Ijp0cnVlfV0sIkluZGV4IjoxLCJJZCI6IjQ2ZDAzMDE1LTA3ZGMtNGJjNS05ODAzLTBjMGRkMDMwYzk3OSIsIkhlYWRlclRleHQiOm51bGwsIklzRGVmYXVsdCI6dHJ1ZSwiU3R5bGUiOnsiJGlkIjoiMTcxIiwiSGVhZGVyU3R5bGUiOnsiJGlkIjoiMTcyIiwiVGV4dFN0eWxlIjp7IiRpZCI6IjE3MyIsIkZvbnRTZXR0aW5ncyI6eyIkaWQiOiIxNzQiLCJGb250U2l6ZSI6MTEsIkZvbnROYW1lIjoiQ2FsaWJyaSIsIklzQm9sZCI6ZmFsc2UsIklzSXRhbGljIjpmYWxzZSwiSXNVbmRlcmxpbmVkIjpmYWxzZSwiUGFyZW50U3R5bGUiOm51bGx9LCJBdXRvU2l6ZSI6MiwiRm9yZWdyb3VuZCI6eyIkaWQiOiIxNzUiLCJDb2xvciI6eyIkaWQiOiIxNzYiLCJBIjoyNTUsIlIiOjAsIkciOjAsIkIiOjB9fSwiTWF4V2lkdGgiOjAuMCwiTWF4SGVpZ2h0IjoiSW5maW5pdHkiLCJTbWFydEZvcmVncm91bmRJc0FjdGl2ZSI6ZmFsc2UsIkhvcml6b250YWxBbGlnbm1lbnQiOjAsIlZlcnRpY2FsQWxpZ25tZW50IjowLCJTbWFydEZvcmVncm91bmQiOm51bGwsIkJhY2tncm91bmRGaWxsVHlwZSI6MCwiTWFyZ2luIjp7IiRpZCI6IjE3NyIsIlRvcCI6MC4wLCJMZWZ0IjowLjAsIlJpZ2h0IjowLjAsIkJvdHRvbSI6MC4wfSwiUGFkZGluZyI6eyIkaWQiOiIxNzgiLCJUb3AiOjAuMCwiTGVmdCI6MC4wLCJSaWdodCI6MC4wLCJCb3R0b20iOjAuMH0sIkJhY2tncm91bmQiOm51bGwsIklzVmlzaWJsZSI6dHJ1ZSwiV2lkdGgiOjAuMCwiSGVpZ2h0IjowLjAsIkJvcmRlclN0eWxlIjpudWxsLCJQYXJlbnRTdHlsZSI6bnVsbH0sIlJlY3RhbmdsZVN0eWxlIjp7IiRpZCI6IjE3OSIsIk1hcmdpbiI6eyIkaWQiOiIxODAiLCJUb3AiOjAuMCwiTGVmdCI6MC4wLCJSaWdodCI6MC4wLCJCb3R0b20iOjAuMH0sIlBhZGRpbmciOnsiJGlkIjoiMTgxIiwiVG9wIjowLjAsIkxlZnQiOjAuMCwiUmlnaHQiOjAuMCwiQm90dG9tIjowLjB9LCJCYWNrZ3JvdW5kIjp7IiRpZCI6IjE4MiIsIkNvbG9yIjp7IiRpZCI6IjE4MyIsIkEiOjYzLCJSIjoyNDUsIkciOjEzOCwiQiI6MTA0fX0sIklzVmlzaWJsZSI6dHJ1ZSwiV2lkdGgiOjAuMCwiSGVpZ2h0IjowLjAsIkJvcmRlclN0eWxlIjp7IiRpZCI6IjE4NCIsIkxpbmVDb2xvciI6eyIkaWQiOiIxODUiLCIkdHlwZSI6Ik5MUkUuQ29tbW9uLkRvbS5Tb2xpZENvbG9yQnJ1c2gsIE5MUkUuQ29tbW9uIiwiQ29sb3IiOnsiJGlkIjoiMTg2IiwiQSI6MjU1LCJSIjoxLCJHIjoxNSwiQiI6MTF9fSwiTGluZVdlaWdodCI6MC4wLCJMaW5lVHlwZSI6MCwiUGFyZW50U3R5bGUiOm51bGx9LCJQYXJlbnRTdHlsZSI6bnVsbH0sIk1hcmdpbiI6eyIkaWQiOiIxODciLCJUb3AiOjAuMCwiTGVmdCI6MC4wLCJSaWdodCI6MC4wLCJCb3R0b20iOjAuMH0sIlBhZGRpbmciOnsiJGlkIjoiMTg4IiwiVG9wIjowLjAsIkxlZnQiOjAuMCwiUmlnaHQiOjAuMCwiQm90dG9tIjowLjB9LCJCYWNrZ3JvdW5kIjpudWxsLCJJc1Zpc2libGUiOnRydWUsIldpZHRoIjowLjAsIkhlaWdodCI6MC4wLCJCb3JkZXJTdHlsZSI6bnVsbCwiUGFyZW50U3R5bGUiOm51bGx9LCJCYWNrZ3JvdW5kU3R5bGUiOnsiJGlkIjoiMTg5IiwiTWFyZ2luIjp7IiRpZCI6IjE5MCIsIlRvcCI6MC4wLCJMZWZ0IjowLjAsIlJpZ2h0IjowLjAsIkJvdHRvbSI6MC4wfSwiUGFkZGluZyI6eyIkaWQiOiIxOTEiLCJUb3AiOjAuMCwiTGVmdCI6MC4wLCJSaWdodCI6MC4wLCJCb3R0b20iOjAuMH0sIkJhY2tncm91bmQiOnsiJGlkIjoiMTkyIiwiQ29sb3IiOnsiJGlkIjoiMTkzIiwiQSI6NTEsIlIiOjE5NywiRyI6MTk1LCJCIjoyMzh9fSwiSXNWaXNpYmxlIjp0cnVlLCJXaWR0aCI6MC4wLCJIZWlnaHQiOjAuMCwiQm9yZGVyU3R5bGUiOnsiJGlkIjoiMTk0IiwiTGluZUNvbG9yIjp7IiRpZCI6IjE5NSIsIiR0eXBlIjoiTkxSRS5Db21tb24uRG9tLlNvbGlkQ29sb3JCcnVzaCwgTkxSRS5Db21tb24iLCJDb2xvciI6eyIkaWQiOiIxOTYiLCJBIjoyNTUsIlIiOjEsIkciOjE1LCJCIjoxMX19LCJMaW5lV2VpZ2h0IjowLjAsIkxpbmVUeXBlIjowLCJQYXJlbnRTdHlsZSI6bnVsbH0sIlBhcmVudFN0eWxlIjpudWxsfSwiTWFyZ2luIjp7IiRpZCI6IjE5NyIsIlRvcCI6MC4wLCJMZWZ0IjowLjAsIlJpZ2h0IjowLjAsIkJvdHRvbSI6MC4wfSwiUGFkZGluZyI6eyIkaWQiOiIxOTgiLCJUb3AiOjAuMCwiTGVmdCI6MC4wLCJSaWdodCI6MC4wLCJCb3R0b20iOjAuMH0sIklzVmlzaWJsZSI6ZmFsc2UsIldpZHRoIjowLjAsIkhlaWdodCI6MC4wLCJCb3JkZXJTdHlsZSI6bnVsbCwiUGFyZW50U3R5bGUiOm51bGx9fV0sIklkIjoiNzk3ZjUyNTctNDY4YS00NDYyLWExOGItN2EwODY5NmExMTI0IiwiSW5kZXgiOjEsIkhlYWRlclRleHQiOiJHR1kyUiIsIlN0eWxlIjp7IiRpZCI6IjE5OSIsIkhlYWRlclN0eWxlIjp7IiRpZCI6IjIwMCIsIlRleHRJc1ZlcnRpY2FsIjpmYWxzZSwiVGV4dFN0eWxlIjp7IiRpZCI6IjIwMSIsIkZvbnRTZXR0aW5ncyI6eyIkaWQiOiIyMDIiLCJGb250U2l6ZSI6MTIsIkZvbnROYW1lIjoiQ2FsaWJyaSIsIklzQm9sZCI6ZmFsc2UsIklzSXRhbGljIjpmYWxzZSwiSXNVbmRlcmxpbmVkIjpmYWxzZSwiUGFyZW50U3R5bGUiOm51bGx9LCJBdXRvU2l6ZSI6MiwiRm9yZWdyb3VuZCI6eyIkcmVmIjoiMTIwIn0sIk1heFdpZHRoIjo2NS4xMzY2NjY2NjY2NjY2NTYsIk1heEhlaWdodCI6MC4wLCJTbWFydEZvcmVncm91bmRJc0FjdGl2ZSI6ZmFsc2UsIkhvcml6b250YWxBbGlnbm1lbnQiOjAsIlZlcnRpY2FsQWxpZ25tZW50IjowLCJTbWFydEZvcmVncm91bmQiOm51bGwsIkJhY2tncm91bmRGaWxsVHlwZSI6MCwiTWFyZ2luIjp7IiRyZWYiOiIxMjIifSwiUGFkZGluZyI6eyIkcmVmIjoiMTIzIn0sIkJhY2tncm91bmQiOm51bGwsIklzVmlzaWJsZSI6dHJ1ZSwiV2lkdGgiOjAuMCwiSGVpZ2h0IjowLjAsIkJvcmRlclN0eWxlIjpudWxsLCJQYXJlbnRTdHlsZSI6bnVsbH0sIlJlY3RhbmdsZVN0eWxlIjp7IiRpZCI6IjIwMyIsIk1hcmdpbiI6eyIkaWQiOiIyMDQiLCJUb3AiOjAuMCwiTGVmdCI6MC4wLCJSaWdodCI6MC4wLCJCb3R0b20iOjAuMH0sIlBhZGRpbmciOnsiJGlkIjoiMjA1IiwiVG9wIjowLjAsIkxlZnQiOjAuMCwiUmlnaHQiOjAuMCwiQm90dG9tIjowLjB9LCJCYWNrZ3JvdW5kIjp7IiRpZCI6IjIwNiIsIkNvbG9yIjp7IiRpZCI6IjIwNyIsIkEiOjI1NSwiUiI6OCwiRyI6NDksIkIiOjQyfX0sIklzVmlzaWJsZSI6dHJ1ZSwiV2lkdGgiOjAuMCwiSGVpZ2h0IjowLjAsIkJvcmRlclN0eWxlIjp7IiRpZCI6IjIwOCIsIkxpbmVDb2xvciI6eyIkaWQiOiIyMDkiLCIkdHlwZSI6Ik5MUkUuQ29tbW9uLkRvbS5Tb2xpZENvbG9yQnJ1c2gsIE5MUkUuQ29tbW9uIiwiQ29sb3IiOnsiJGlkIjoiMjEwIiwiQSI6MjU1LCJSIjoyNTUsIkciOjI1NSwiQiI6MjU1fX0sIkxpbmVXZWlnaHQiOjAuMCwiTGluZVR5cGUiOjAsIlBhcmVudFN0eWxlIjpudWxsfSwiUGFyZW50U3R5bGUiOm51bGx9LCJNYXJnaW4iOnsiJGlkIjoiMjExIiwiVG9wIjowLjAsIkxlZnQiOjAuMCwiUmlnaHQiOjAuMCwiQm90dG9tIjowLjB9LCJQYWRkaW5nIjp7IiRpZCI6IjIxMiIsIlRvcCI6MC4wLCJMZWZ0IjowLjAsIlJpZ2h0IjowLjAsIkJvdHRvbSI6MC4wfSwiQmFja2dyb3VuZCI6bnVsbCwiSXNWaXNpYmxlIjp0cnVlLCJXaWR0aCI6MC4wLCJIZWlnaHQiOjAuMCwiQm9yZGVyU3R5bGUiOm51bGwsIlBhcmVudFN0eWxlIjpudWxsfSwiQmFja2dyb3VuZFN0eWxlIjp7IiRpZCI6IjIxMyIsIk1hcmdpbiI6eyIkaWQiOiIyMTQiLCJUb3AiOjAuMCwiTGVmdCI6MC4wLCJSaWdodCI6MC4wLCJCb3R0b20iOjAuMH0sIlBhZGRpbmciOnsiJGlkIjoiMjE1IiwiVG9wIjowLjAsIkxlZnQiOjAuMCwiUmlnaHQiOjAuMCwiQm90dG9tIjowLjB9LCJCYWNrZ3JvdW5kIjp7IiRpZCI6IjIxNiIsIkNvbG9yIjp7IiRpZCI6IjIxNyIsIkEiOjUxLCJSIjoxOTcsIkciOjE5NSwiQiI6MjM4fX0sIklzVmlzaWJsZSI6dHJ1ZSwiV2lkdGgiOjAuMCwiSGVpZ2h0IjowLjAsIkJvcmRlclN0eWxlIjp7IiRpZCI6IjIxOCIsIkxpbmVDb2xvciI6eyIkaWQiOiIyMTkiLCIkdHlwZSI6Ik5MUkUuQ29tbW9uLkRvbS5Tb2xpZENvbG9yQnJ1c2gsIE5MUkUuQ29tbW9uIiwiQ29sb3IiOnsiJGlkIjoiMjIwIiwiQSI6MjU1LCJSIjoxLCJHIjoxNSwiQiI6MTF9fSwiTGluZVdlaWdodCI6MC4wLCJMaW5lVHlwZSI6MCwiUGFyZW50U3R5bGUiOm51bGx9LCJQYXJlbnRTdHlsZSI6bnVsbH0sIklzQWJvdmVUaW1lYmFuZCI6ZmFsc2UsIk1hcmdpbiI6eyIkaWQiOiIyMjEiLCJUb3AiOjAuMCwiTGVmdCI6MC4wLCJSaWdodCI6MC4wLCJCb3R0b20iOjAuMH0sIlBhZGRpbmciOnsiJGlkIjoiMjIyIiwiVG9wIjowLjAsIkxlZnQiOjAuMCwiUmlnaHQiOjAuMCwiQm90dG9tIjowLjB9LCJJc1Zpc2libGUiOnRydWUsIldpZHRoIjowLjAsIkhlaWdodCI6MC4wLCJCb3JkZXJTdHlsZSI6eyIkaWQiOiIyMjMiLCJMaW5lQ29sb3IiOm51bGwsIkxpbmVXZWlnaHQiOjAuMCwiTGluZVR5cGUiOjAsIlBhcmVudFN0eWxlIjpudWxsfSwiUGFyZW50U3R5bGUiOm51bGx9fSx7IiRpZCI6IjIyNCIsIl9hY3Rpdml0aWVzIjpbeyIkaWQiOiIyMjUiLCJfcm93cyI6W3siJGlkIjoiMjI2IiwiX3Rhc2tzIjpbXSwiX21pbGVzdG9uZXMiOlt7IiRpZCI6IjIyNyIsIklkIjoiODllYzQxNWMtMDIzOS00NWZjLTk4YmQtYzc4ZTRiZjc0ODZiIiwiSW5kZXgiOjAsIkdyb3VwSWQiOm51bGwsIlRpdGxlIjoiTUFTSC0gZ1BoMmIgKDE1MDEtMDAwNSkiLCJEYXRlVGltZSI6IjIwMjYtMDktMTRUMjM6NTk6MDAiLCJQZXJjZW50YWdlQ29tcGxldGUiOm51bGwsIk5vdGUiOm51bGwsIlN0eWxlIjp7IiRpZCI6IjIyOCIsIlRpdGxlUG9zaXRpb24iOiJMZWZ0IiwiRGF0ZVBvc2l0aW9uIjoiUmlnaHQiLCJTaGFwZVR5cGUiOjEzLCJTaGFwZVNpemUiOjEsIlNoYXBlU3R5bGUiOnsiJGlkIjoiMjI5IiwiTWFyZ2luIjp7IiRyZWYiOiI4In0sIlBhZGRpbmciOnsiJHJlZiI6IjkifSwiQmFja2dyb3VuZCI6eyIkaWQiOiIyMzAiLCJDb2xvciI6eyIkaWQiOiIyMzEiLCJBIjoyNTUsIlIiOjEzNCwiRyI6MzcsIkIiOjI3fX0sIklzVmlzaWJsZSI6dHJ1ZSwiV2lkdGgiOjEzLjAsIkhlaWdodCI6MTMuMCwiQm9yZGVyU3R5bGUiOnsiJGlkIjoiMjMyIiwiTGluZUNvbG9yIjp7IiRpZCI6IjIzMyIsIiR0eXBlIjoiTkxSRS5Db21tb24uRG9tLlNvbGlkQ29sb3JCcnVzaCwgTkxSRS5Db21tb24iLCJDb2xvciI6eyIkaWQiOiIyMzQiLCJBIjoyNTUsIlIiOjI1NSwiRyI6MjU1LCJCIjoyNTV9fSwiTGluZVdlaWdodCI6MC4wLCJMaW5lVHlwZSI6MCwiUGFyZW50U3R5bGUiOm51bGx9LCJQYXJlbnRTdHlsZSI6bnVsbH0sIlRpdGxlU3R5bGUiOnsiJGlkIjoiMjM1IiwiRm9udFNldHRpbmdzIjp7IiRpZCI6IjIzNiIsIkZvbnRTaXplIjoxMSwiRm9udE5hbWUiOiJDYWxpYnJpIiwiSXNCb2xkIjp0cnVlLCJJc0l0YWxpYyI6ZmFsc2UsIklzVW5kZXJsaW5lZCI6ZmFsc2UsIlBhcmVudFN0eWxlIjpudWxsfSwiQXV0b1NpemUiOjAsIkZvcmVncm91bmQiOnsiJGlkIjoiMjM3IiwiQ29sb3IiOnsiJGlkIjoiMjM4IiwiQSI6MjU1LCJSIjowLCJHIjowLCJCIjowfX0sIk1heFdpZHRoIjoyMDAuMCwiTWF4SGVpZ2h0IjoiSW5maW5pdHkiLCJTbWFydEZvcmVncm91bmRJc0FjdGl2ZSI6ZmFsc2UsIkhvcml6b250YWxBbGlnbm1lbnQiOjIsIlZlcnRpY2FsQWxpZ25tZW50IjowLCJTbWFydEZvcmVncm91bmQiOm51bGwsIkJhY2tncm91bmRGaWxsVHlwZSI6MCwiTWFyZ2luIjp7IiRyZWYiOiIxOSJ9LCJQYWRkaW5nIjp7IiRyZWYiOiIyMCJ9LCJCYWNrZ3JvdW5kIjp7IiRpZCI6IjIzOSIsIkNvbG9yIjp7IiRpZCI6IjI0MCIsIkEiOjAsIlIiOjI1NSwiRyI6MjU1LCJCIjoyNTV9fSwiSXNWaXNpYmxlIjp0cnVlLCJXaWR0aCI6MC4wLCJIZWlnaHQiOjAuMCwiQm9yZGVyU3R5bGUiOm51bGwsIlBhcmVudFN0eWxlIjpudWxsfSwiRGF0ZVN0eWxlIjp7IiRpZCI6IjI0MSIsIkZvbnRTZXR0aW5ncyI6eyIkaWQiOiIyNDIiLCJGb250U2l6ZSI6MTAsIkZvbnROYW1lIjoiQ2FsaWJyaSIsIklzQm9sZCI6ZmFsc2UsIklzSXRhbGljIjpmYWxzZSwiSXNVbmRlcmxpbmVkIjpmYWxzZSwiUGFyZW50U3R5bGUiOm51bGx9LCJBdXRvU2l6ZSI6MCwiRm9yZWdyb3VuZCI6eyIkaWQiOiIyNDMiLCJDb2xvciI6eyIkaWQiOiIyNDQiLCJBIjoyNTUsIlIiOjAsIkciOjIyOCwiQiI6MTI0fX0sIk1heFdpZHRoIjoyMDAuMCwiTWF4SGVpZ2h0IjoiSW5maW5pdHkiLCJTbWFydEZvcmVncm91bmRJc0FjdGl2ZSI6ZmFsc2UsIkhvcml6b250YWxBbGlnbm1lbnQiOjAsIlZlcnRpY2FsQWxpZ25tZW50IjowLCJTbWFydEZvcmVncm91bmQiOm51bGwsIkJhY2tncm91bmRGaWxsVHlwZSI6MCwiTWFyZ2luIjp7IiRyZWYiOiIyNyJ9LCJQYWRkaW5nIjp7IiRyZWYiOiIyOCJ9LCJCYWNrZ3JvdW5kIjp7IiRpZCI6IjI0NSIsIkNvbG9yIjp7IiRpZCI6IjI0NiIsIkEiOjAsIlIiOjI1NSwiRyI6MjU1LCJCIjoyNTV9fSwiSXNWaXNpYmxlIjp0cnVlLCJXaWR0aCI6MC4wLCJIZWlnaHQiOjAuMCwiQm9yZGVyU3R5bGUiOm51bGwsIlBhcmVudFN0eWxlIjpudWxsfSwiRGF0ZUZvcm1hdCI6eyIkaWQiOiIyNDciLCJGb3JtYXRTdHJpbmciOiJNTU0geXl5eSIsIlNlcGFyYXRvciI6Ii8iLCJVc2VJbnRlcm5hdGlvbmFsRGF0ZUZvcm1hdCI6ZmFsc2UsIkRhdGVJc1Zpc2libGUiOnRydWUsIlRpbWVJc1Zpc2libGUiOmZhbHNlLCJIb3VyRGlnaXRzIjoxLCJBbVBtRGVzaWduYXRvciI6MiwiVHJpbTAwTWludXRlcyI6ZmFsc2UsIkxhc3RLbm93blZpc2liaWxpdHlTdGF0ZSI6eyIkaWQiOiIyNDgiLCJEYXRlUGFydElzVmlzaWJsZSI6dHJ1ZSwiVGltZVBhcnRJc1Zpc2libGUiOmZhbHNlfX0sIldlZWtOdW1iZXJpbmciOnsiJGlkIjoiMjQ5IiwiRm9ybWF0IjowLCJJc1Zpc2libGUiOmZhbHNlLCJMYXN0S25vd25WaXNpYmlsaXR5U3RhdGUiOmZhbHNlfSwiSXNWaXNpYmxlIjp0cnVlLCJQYXJlbnRTdHlsZSI6bnVsbH0sIkh5cGVybGluayI6bnVsbCwiSW1wb3J0SWQiOiIifV0sIklkIjoiMDAwMDAwMDAtMDAwMC0wMDAwLTAwMDAtMDAwMDAwMDAwMDAwIiwiSXNTaW5nbGVJdGVtUm93Ijp0cnVlfV0sIkluZGV4IjoyLCJJZCI6ImEyZTAxN2EzLWE1MjgtNDYzOC1hZjFjLTI1YzEyNzIzZDE2NCIsIkhlYWRlclRleHQiOm51bGwsIklzRGVmYXVsdCI6dHJ1ZSwiU3R5bGUiOnsiJGlkIjoiMjUwIiwiSGVhZGVyU3R5bGUiOnsiJGlkIjoiMjUxIiwiVGV4dFN0eWxlIjp7IiRpZCI6IjI1MiIsIkZvbnRTZXR0aW5ncyI6eyIkaWQiOiIyNTMiLCJGb250U2l6ZSI6MTEsIkZvbnROYW1lIjoiQ2FsaWJyaSIsIklzQm9sZCI6ZmFsc2UsIklzSXRhbGljIjpmYWxzZSwiSXNVbmRlcmxpbmVkIjpmYWxzZSwiUGFyZW50U3R5bGUiOm51bGx9LCJBdXRvU2l6ZSI6MiwiRm9yZWdyb3VuZCI6eyIkaWQiOiIyNTQiLCJDb2xvciI6eyIkaWQiOiIyNTUiLCJBIjoyNTUsIlIiOjAsIkciOjAsIkIiOjB9fSwiTWF4V2lkdGgiOjAuMCwiTWF4SGVpZ2h0IjoiSW5maW5pdHkiLCJTbWFydEZvcmVncm91bmRJc0FjdGl2ZSI6ZmFsc2UsIkhvcml6b250YWxBbGlnbm1lbnQiOjAsIlZlcnRpY2FsQWxpZ25tZW50IjowLCJTbWFydEZvcmVncm91bmQiOm51bGwsIkJhY2tncm91bmRGaWxsVHlwZSI6MCwiTWFyZ2luIjp7IiRpZCI6IjI1NiIsIlRvcCI6MC4wLCJMZWZ0IjowLjAsIlJpZ2h0IjowLjAsIkJvdHRvbSI6MC4wfSwiUGFkZGluZyI6eyIkaWQiOiIyNTciLCJUb3AiOjAuMCwiTGVmdCI6MC4wLCJSaWdodCI6MC4wLCJCb3R0b20iOjAuMH0sIkJhY2tncm91bmQiOm51bGwsIklzVmlzaWJsZSI6dHJ1ZSwiV2lkdGgiOjAuMCwiSGVpZ2h0IjowLjAsIkJvcmRlclN0eWxlIjpudWxsLCJQYXJlbnRTdHlsZSI6bnVsbH0sIlJlY3RhbmdsZVN0eWxlIjp7IiRpZCI6IjI1OCIsIk1hcmdpbiI6eyIkaWQiOiIyNTkiLCJUb3AiOjAuMCwiTGVmdCI6MC4wLCJSaWdodCI6MC4wLCJCb3R0b20iOjAuMH0sIlBhZGRpbmciOnsiJGlkIjoiMjYwIiwiVG9wIjowLjAsIkxlZnQiOjAuMCwiUmlnaHQiOjAuMCwiQm90dG9tIjowLjB9LCJCYWNrZ3JvdW5kIjp7IiRpZCI6IjI2MSIsIkNvbG9yIjp7IiRpZCI6IjI2MiIsIkEiOjYzLCJSIjoxOTcsIkciOjE5NSwiQiI6MjM4fX0sIklzVmlzaWJsZSI6dHJ1ZSwiV2lkdGgiOjAuMCwiSGVpZ2h0IjowLjAsIkJvcmRlclN0eWxlIjp7IiRpZCI6IjI2MyIsIkxpbmVDb2xvciI6eyIkaWQiOiIyNjQiLCIkdHlwZSI6Ik5MUkUuQ29tbW9uLkRvbS5Tb2xpZENvbG9yQnJ1c2gsIE5MUkUuQ29tbW9uIiwiQ29sb3IiOnsiJGlkIjoiMjY1IiwiQSI6MjU1LCJSIjoxLCJHIjoxNSwiQiI6MTF9fSwiTGluZVdlaWdodCI6MC4wLCJMaW5lVHlwZSI6MCwiUGFyZW50U3R5bGUiOm51bGx9LCJQYXJlbnRTdHlsZSI6bnVsbH0sIk1hcmdpbiI6eyIkaWQiOiIyNjYiLCJUb3AiOjAuMCwiTGVmdCI6MC4wLCJSaWdodCI6MC4wLCJCb3R0b20iOjAuMH0sIlBhZGRpbmciOnsiJGlkIjoiMjY3IiwiVG9wIjowLjAsIkxlZnQiOjAuMCwiUmlnaHQiOjAuMCwiQm90dG9tIjowLjB9LCJCYWNrZ3JvdW5kIjpudWxsLCJJc1Zpc2libGUiOnRydWUsIldpZHRoIjowLjAsIkhlaWdodCI6MC4wLCJCb3JkZXJTdHlsZSI6bnVsbCwiUGFyZW50U3R5bGUiOm51bGx9LCJCYWNrZ3JvdW5kU3R5bGUiOnsiJGlkIjoiMjY4IiwiTWFyZ2luIjp7IiRpZCI6IjI2OSIsIlRvcCI6MC4wLCJMZWZ0IjowLjAsIlJpZ2h0IjowLjAsIkJvdHRvbSI6MC4wfSwiUGFkZGluZyI6eyIkaWQiOiIyNzAiLCJUb3AiOjAuMCwiTGVmdCI6MC4wLCJSaWdodCI6MC4wLCJCb3R0b20iOjAuMH0sIkJhY2tncm91bmQiOnsiJGlkIjoiMjcxIiwiQ29sb3IiOnsiJGlkIjoiMjcyIiwiQSI6NTEsIlIiOjE5NywiRyI6MTk1LCJCIjoyMzh9fSwiSXNWaXNpYmxlIjp0cnVlLCJXaWR0aCI6MC4wLCJIZWlnaHQiOjAuMCwiQm9yZGVyU3R5bGUiOnsiJGlkIjoiMjczIiwiTGluZUNvbG9yIjp7IiRpZCI6IjI3NCIsIiR0eXBlIjoiTkxSRS5Db21tb24uRG9tLlNvbGlkQ29sb3JCcnVzaCwgTkxSRS5Db21tb24iLCJDb2xvciI6eyIkaWQiOiIyNzUiLCJBIjoyNTUsIlIiOjEsIkciOjE1LCJCIjoxMX19LCJMaW5lV2VpZ2h0IjowLjAsIkxpbmVUeXBlIjowLCJQYXJlbnRTdHlsZSI6bnVsbH0sIlBhcmVudFN0eWxlIjpudWxsfSwiTWFyZ2luIjp7IiRpZCI6IjI3NiIsIlRvcCI6MC4wLCJMZWZ0IjowLjAsIlJpZ2h0IjowLjAsIkJvdHRvbSI6MC4wfSwiUGFkZGluZyI6eyIkaWQiOiIyNzciLCJUb3AiOjAuMCwiTGVmdCI6MC4wLCJSaWdodCI6MC4wLCJCb3R0b20iOjAuMH0sIklzVmlzaWJsZSI6ZmFsc2UsIldpZHRoIjowLjAsIkhlaWdodCI6MC4wLCJCb3JkZXJTdHlsZSI6bnVsbCwiUGFyZW50U3R5bGUiOm51bGx9fV0sIklkIjoiOTNjNDE0ZDMtNDUxZC00MWI0LWEzZGMtYmRkNGVlZTZiMzBiIiwiSW5kZXgiOjIsIkhlYWRlclRleHQiOiJTSVJQYSIsIlN0eWxlIjp7IiRpZCI6IjI3OCIsIkhlYWRlclN0eWxlIjp7IiRpZCI6IjI3OSIsIlRleHRJc1ZlcnRpY2FsIjpmYWxzZSwiVGV4dFN0eWxlIjp7IiRpZCI6IjI4MCIsIkZvbnRTZXR0aW5ncyI6eyIkaWQiOiIyODEiLCJGb250U2l6ZSI6MTIsIkZvbnROYW1lIjoiQ2FsaWJyaSIsIklzQm9sZCI6ZmFsc2UsIklzSXRhbGljIjpmYWxzZSwiSXNVbmRlcmxpbmVkIjpmYWxzZSwiUGFyZW50U3R5bGUiOm51bGx9LCJBdXRvU2l6ZSI6MiwiRm9yZWdyb3VuZCI6eyIkcmVmIjoiMTIwIn0sIk1heFdpZHRoIjo2NS4xMzY2NjY2NjY2NjY2NTYsIk1heEhlaWdodCI6MC4wLCJTbWFydEZvcmVncm91bmRJc0FjdGl2ZSI6ZmFsc2UsIkhvcml6b250YWxBbGlnbm1lbnQiOjAsIlZlcnRpY2FsQWxpZ25tZW50IjowLCJTbWFydEZvcmVncm91bmQiOm51bGwsIkJhY2tncm91bmRGaWxsVHlwZSI6MSwiTWFyZ2luIjp7IiRyZWYiOiIxMjIifSwiUGFkZGluZyI6eyIkcmVmIjoiMTIzIn0sIkJhY2tncm91bmQiOnsiJGlkIjoiMjgyIiwiQ29sb3IiOnsiJGlkIjoiMjgzIiwiQSI6MjU1LCJSIjowLCJHIjoyMjgsIkIiOjEyNH19LCJJc1Zpc2libGUiOnRydWUsIldpZHRoIjowLjAsIkhlaWdodCI6MC4wLCJCb3JkZXJTdHlsZSI6bnVsbCwiUGFyZW50U3R5bGUiOm51bGx9LCJSZWN0YW5nbGVTdHlsZSI6eyIkaWQiOiIyODQiLCJNYXJnaW4iOnsiJHJlZiI6IjEyNSJ9LCJQYWRkaW5nIjp7IiRyZWYiOiIxMjYifSwiQmFja2dyb3VuZCI6eyIkaWQiOiIyODUiLCJDb2xvciI6eyIkaWQiOiIyODYiLCJBIjoyNTUsIlIiOjE5NywiRyI6MTk1LCJCIjoyMzh9fSwiSXNWaXNpYmxlIjp0cnVlLCJXaWR0aCI6MC4wLCJIZWlnaHQiOjAuMCwiQm9yZGVyU3R5bGUiOnsiJGlkIjoiMjg3IiwiTGluZUNvbG9yIjp7IiRpZCI6IjI4OCIsIiR0eXBlIjoiTkxSRS5Db21tb24uRG9tLlNvbGlkQ29sb3JCcnVzaCwgTkxSRS5Db21tb24iLCJDb2xvciI6eyIkaWQiOiIyODkiLCJBIjoyNTUsIlIiOjEsIkciOjE1LCJCIjoxMX19LCJMaW5lV2VpZ2h0IjowLjAsIkxpbmVUeXBlIjowLCJQYXJlbnRTdHlsZSI6bnVsbH0sIlBhcmVudFN0eWxlIjpudWxsfSwiTWFyZ2luIjp7IiRyZWYiOiIxMzIifSwiUGFkZGluZyI6eyIkcmVmIjoiMTMzIn0sIkJhY2tncm91bmQiOm51bGwsIklzVmlzaWJsZSI6dHJ1ZSwiV2lkdGgiOjAuMCwiSGVpZ2h0IjowLjAsIkJvcmRlclN0eWxlIjpudWxsLCJQYXJlbnRTdHlsZSI6bnVsbH0sIkJhY2tncm91bmRTdHlsZSI6eyIkaWQiOiIyOTAiLCJNYXJnaW4iOnsiJHJlZiI6IjEzNSJ9LCJQYWRkaW5nIjp7IiRyZWYiOiIxMzYifSwiQmFja2dyb3VuZCI6eyIkaWQiOiIyOTEiLCJDb2xvciI6eyIkaWQiOiIyOTIiLCJBIjo1MSwiUiI6MjE3LCJHIjoyMTcsIkIiOjIxN319LCJJc1Zpc2libGUiOnRydWUsIldpZHRoIjowLjAsIkhlaWdodCI6MC4wLCJCb3JkZXJTdHlsZSI6eyIkaWQiOiIyOTMiLCJMaW5lQ29sb3IiOnsiJGlkIjoiMjk0IiwiJHR5cGUiOiJOTFJFLkNvbW1vbi5Eb20uU29saWRDb2xvckJydXNoLCBOTFJFLkNvbW1vbiIsIkNvbG9yIjp7IiRpZCI6IjI5NSIsIkEiOjI1NSwiUiI6MjU1LCJHIjoyNTUsIkIiOjI1NX19LCJMaW5lV2VpZ2h0IjowLjAsIkxpbmVUeXBlIjowLCJQYXJlbnRTdHlsZSI6bnVsbH0sIlBhcmVudFN0eWxlIjpudWxsfSwiSXNBYm92ZVRpbWViYW5kIjpmYWxzZSwiTWFyZ2luIjp7IiRyZWYiOiIxNDIifSwiUGFkZGluZyI6eyIkcmVmIjoiMTQzIn0sIklzVmlzaWJsZSI6dHJ1ZSwiV2lkdGgiOjAuMCwiSGVpZ2h0IjowLjAsIkJvcmRlclN0eWxlIjp7IiRpZCI6IjI5NiIsIkxpbmVDb2xvciI6bnVsbCwiTGluZVdlaWdodCI6MC4wLCJMaW5lVHlwZSI6MCwiUGFyZW50U3R5bGUiOm51bGx9LCJQYXJlbnRTdHlsZSI6bnVsbH19LHsiJGlkIjoiMjk3IiwiX2FjdGl2aXRpZXMiOlt7IiRpZCI6IjI5OCIsIl9yb3dzIjpbeyIkaWQiOiIyOTkiLCJfdGFza3MiOltdLCJfbWlsZXN0b25lcyI6W3siJGlkIjoiMzAwIiwiSWQiOiI5MWZkZTJhNi05ODYzLTQwMzEtOGM0Yy0xMmRlYjlkNzgyZTYiLCJJbmRleCI6MCwiR3JvdXBJZCI6bnVsbCwiVGl0bGUiOiJvYmVzaXR5LSBnUGgyYiAoMTUxNi0wMDI1KSIsIkRhdGVUaW1lIjoiMjAyNy0wOC0zMVQyMzo1OTowMCIsIlBlcmNlbnRhZ2VDb21wbGV0ZSI6bnVsbCwiTm90ZSI6bnVsbCwiU3R5bGUiOnsiJGlkIjoiMzAxIiwiVGl0bGVQb3NpdGlvbiI6IkxlZnQiLCJEYXRlUG9zaXRpb24iOiJSaWdodCIsIlNoYXBlVHlwZSI6MTMsIlNoYXBlU2l6ZSI6MSwiU2hhcGVTdHlsZSI6eyIkaWQiOiIzMDIiLCJNYXJnaW4iOnsiJHJlZiI6IjgifSwiUGFkZGluZyI6eyIkcmVmIjoiOSJ9LCJCYWNrZ3JvdW5kIjp7IiRpZCI6IjMwMyIsIkNvbG9yIjp7IiRpZCI6IjMwNCIsIkEiOjI1NSwiUiI6MTM0LCJHIjozNywiQiI6Mjd9fSwiSXNWaXNpYmxlIjp0cnVlLCJXaWR0aCI6MTMuMCwiSGVpZ2h0IjoxMy4wLCJCb3JkZXJTdHlsZSI6eyIkaWQiOiIzMDUiLCJMaW5lQ29sb3IiOnsiJGlkIjoiMzA2IiwiJHR5cGUiOiJOTFJFLkNvbW1vbi5Eb20uU29saWRDb2xvckJydXNoLCBOTFJFLkNvbW1vbiIsIkNvbG9yIjp7IiRpZCI6IjMwNyIsIkEiOjI1NSwiUiI6MjU1LCJHIjoyNTUsIkIiOjI1NX19LCJMaW5lV2VpZ2h0IjowLjAsIkxpbmVUeXBlIjowLCJQYXJlbnRTdHlsZSI6bnVsbH0sIlBhcmVudFN0eWxlIjpudWxsfSwiVGl0bGVTdHlsZSI6eyIkaWQiOiIzMDgiLCJGb250U2V0dGluZ3MiOnsiJGlkIjoiMzA5IiwiRm9udFNpemUiOjExLCJGb250TmFtZSI6IkNhbGlicmkiLCJJc0JvbGQiOnRydWUsIklzSXRhbGljIjpmYWxzZSwiSXNVbmRlcmxpbmVkIjpmYWxzZSwiUGFyZW50U3R5bGUiOm51bGx9LCJBdXRvU2l6ZSI6MCwiRm9yZWdyb3VuZCI6eyIkcmVmIjoiNDUifSwiTWF4V2lkdGgiOjIwMC4wLCJNYXhIZWlnaHQiOiJJbmZpbml0eSIsIlNtYXJ0Rm9yZWdyb3VuZElzQWN0aXZlIjpmYWxzZSwiSG9yaXpvbnRhbEFsaWdubWVudCI6MiwiVmVydGljYWxBbGlnbm1lbnQiOjAsIlNtYXJ0Rm9yZWdyb3VuZCI6bnVsbCwiQmFja2dyb3VuZEZpbGxUeXBlIjowLCJNYXJnaW4iOnsiJHJlZiI6IjE5In0sIlBhZGRpbmciOnsiJHJlZiI6IjIwIn0sIkJhY2tncm91bmQiOnsiJHJlZiI6IjQ3In0sIklzVmlzaWJsZSI6dHJ1ZSwiV2lkdGgiOjAuMCwiSGVpZ2h0IjowLjAsIkJvcmRlclN0eWxlIjpudWxsLCJQYXJlbnRTdHlsZSI6bnVsbH0sIkRhdGVTdHlsZSI6eyIkaWQiOiIzMTAiLCJGb250U2V0dGluZ3MiOnsiJGlkIjoiMzExIiwiRm9udFNpemUiOjEwLCJGb250TmFtZSI6IkNhbGlicmkiLCJJc0JvbGQiOmZhbHNlLCJJc0l0YWxpYyI6ZmFsc2UsIklzVW5kZXJsaW5lZCI6ZmFsc2UsIlBhcmVudFN0eWxlIjpudWxsfSwiQXV0b1NpemUiOjAsIkZvcmVncm91bmQiOnsiJGlkIjoiMzEyIiwiQ29sb3IiOnsiJGlkIjoiMzEzIiwiQSI6MjU1LCJSIjowLCJHIjoyMjgsIkIiOjEyNH19LCJNYXhXaWR0aCI6MjAwLjAsIk1heEhlaWdodCI6IkluZmluaXR5IiwiU21hcnRGb3JlZ3JvdW5kSXNBY3RpdmUiOmZhbHNlLCJIb3Jpem9udGFsQWxpZ25tZW50IjowLCJWZXJ0aWNhbEFsaWdubWVudCI6MCwiU21hcnRGb3JlZ3JvdW5kIjpudWxsLCJCYWNrZ3JvdW5kRmlsbFR5cGUiOjAsIk1hcmdpbiI6eyIkcmVmIjoiMjcifSwiUGFkZGluZyI6eyIkcmVmIjoiMjgifSwiQmFja2dyb3VuZCI6eyIkcmVmIjoiNTEifSwiSXNWaXNpYmxlIjp0cnVlLCJXaWR0aCI6MC4wLCJIZWlnaHQiOjAuMCwiQm9yZGVyU3R5bGUiOm51bGwsIlBhcmVudFN0eWxlIjpudWxsfSwiRGF0ZUZvcm1hdCI6eyIkaWQiOiIzMTQiLCJGb3JtYXRTdHJpbmciOiJNTU0geXl5eSIsIlNlcGFyYXRvciI6Ii8iLCJVc2VJbnRlcm5hdGlvbmFsRGF0ZUZvcm1hdCI6ZmFsc2UsIkRhdGVJc1Zpc2libGUiOnRydWUsIlRpbWVJc1Zpc2libGUiOmZhbHNlLCJIb3VyRGlnaXRzIjoxLCJBbVBtRGVzaWduYXRvciI6MiwiVHJpbTAwTWludXRlcyI6ZmFsc2UsIkxhc3RLbm93blZpc2liaWxpdHlTdGF0ZSI6eyIkaWQiOiIzMTUiLCJEYXRlUGFydElzVmlzaWJsZSI6dHJ1ZSwiVGltZVBhcnRJc1Zpc2libGUiOmZhbHNlfX0sIldlZWtOdW1iZXJpbmciOnsiJGlkIjoiMzE2IiwiRm9ybWF0IjowLCJJc1Zpc2libGUiOmZhbHNlLCJMYXN0S25vd25WaXNpYmlsaXR5U3RhdGUiOmZhbHNlfSwiSXNWaXNpYmxlIjp0cnVlLCJQYXJlbnRTdHlsZSI6bnVsbH0sIkh5cGVybGluayI6bnVsbCwiSW1wb3J0SWQiOiIifV0sIklkIjoiMDAwMDAwMDAtMDAwMC0wMDAwLTAwMDAtMDAwMDAwMDAwMDAwIiwiSXNTaW5nbGVJdGVtUm93Ijp0cnVlfV0sIkluZGV4IjozLCJJZCI6IjU3NTNkZjRlLWZiODEtNGYyOS05YjJkLTVkYjBlMWYzMTM0ZSIsIkhlYWRlclRleHQiOm51bGwsIklzRGVmYXVsdCI6dHJ1ZSwiU3R5bGUiOnsiJGlkIjoiMzE3IiwiSGVhZGVyU3R5bGUiOnsiJGlkIjoiMzE4IiwiVGV4dFN0eWxlIjp7IiRpZCI6IjMxOSIsIkZvbnRTZXR0aW5ncyI6eyIkaWQiOiIzMjAiLCJGb250U2l6ZSI6MTEsIkZvbnROYW1lIjoiQ2FsaWJyaSIsIklzQm9sZCI6ZmFsc2UsIklzSXRhbGljIjpmYWxzZSwiSXNVbmRlcmxpbmVkIjpmYWxzZSwiUGFyZW50U3R5bGUiOm51bGx9LCJBdXRvU2l6ZSI6MiwiRm9yZWdyb3VuZCI6eyIkaWQiOiIzMjEiLCJDb2xvciI6eyIkaWQiOiIzMjI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zMjMiLCJUb3AiOjAuMCwiTGVmdCI6MC4wLCJSaWdodCI6MC4wLCJCb3R0b20iOjAuMH0sIlBhZGRpbmciOnsiJGlkIjoiMzI0IiwiVG9wIjowLjAsIkxlZnQiOjAuMCwiUmlnaHQiOjAuMCwiQm90dG9tIjowLjB9LCJCYWNrZ3JvdW5kIjpudWxsLCJJc1Zpc2libGUiOnRydWUsIldpZHRoIjowLjAsIkhlaWdodCI6MC4wLCJCb3JkZXJTdHlsZSI6bnVsbCwiUGFyZW50U3R5bGUiOm51bGx9LCJSZWN0YW5nbGVTdHlsZSI6eyIkaWQiOiIzMjUiLCJNYXJnaW4iOnsiJGlkIjoiMzI2IiwiVG9wIjowLjAsIkxlZnQiOjAuMCwiUmlnaHQiOjAuMCwiQm90dG9tIjowLjB9LCJQYWRkaW5nIjp7IiRpZCI6IjMyNyIsIlRvcCI6MC4wLCJMZWZ0IjowLjAsIlJpZ2h0IjowLjAsIkJvdHRvbSI6MC4wfSwiQmFja2dyb3VuZCI6eyIkaWQiOiIzMjgiLCJDb2xvciI6eyIkaWQiOiIzMjkiLCJBIjo2MywiUiI6OCwiRyI6NDksIkIiOjQyfX0sIklzVmlzaWJsZSI6dHJ1ZSwiV2lkdGgiOjAuMCwiSGVpZ2h0IjowLjAsIkJvcmRlclN0eWxlIjp7IiRpZCI6IjMzMCIsIkxpbmVDb2xvciI6eyIkaWQiOiIzMzEiLCIkdHlwZSI6Ik5MUkUuQ29tbW9uLkRvbS5Tb2xpZENvbG9yQnJ1c2gsIE5MUkUuQ29tbW9uIiwiQ29sb3IiOnsiJGlkIjoiMzMyIiwiQSI6MjU1LCJSIjoxLCJHIjoxNSwiQiI6MTF9fSwiTGluZVdlaWdodCI6MC4wLCJMaW5lVHlwZSI6MCwiUGFyZW50U3R5bGUiOm51bGx9LCJQYXJlbnRTdHlsZSI6bnVsbH0sIk1hcmdpbiI6eyIkaWQiOiIzMzMiLCJUb3AiOjAuMCwiTGVmdCI6MC4wLCJSaWdodCI6MC4wLCJCb3R0b20iOjAuMH0sIlBhZGRpbmciOnsiJGlkIjoiMzM0IiwiVG9wIjowLjAsIkxlZnQiOjAuMCwiUmlnaHQiOjAuMCwiQm90dG9tIjowLjB9LCJCYWNrZ3JvdW5kIjpudWxsLCJJc1Zpc2libGUiOnRydWUsIldpZHRoIjowLjAsIkhlaWdodCI6MC4wLCJCb3JkZXJTdHlsZSI6bnVsbCwiUGFyZW50U3R5bGUiOm51bGx9LCJCYWNrZ3JvdW5kU3R5bGUiOnsiJGlkIjoiMzM1IiwiTWFyZ2luIjp7IiRpZCI6IjMzNiIsIlRvcCI6MC4wLCJMZWZ0IjowLjAsIlJpZ2h0IjowLjAsIkJvdHRvbSI6MC4wfSwiUGFkZGluZyI6eyIkaWQiOiIzMzciLCJUb3AiOjAuMCwiTGVmdCI6MC4wLCJSaWdodCI6MC4wLCJCb3R0b20iOjAuMH0sIkJhY2tncm91bmQiOnsiJGlkIjoiMzM4IiwiQ29sb3IiOnsiJGlkIjoiMzM5IiwiQSI6NTEsIlIiOjE5NywiRyI6MTk1LCJCIjoyMzh9fSwiSXNWaXNpYmxlIjp0cnVlLCJXaWR0aCI6MC4wLCJIZWlnaHQiOjAuMCwiQm9yZGVyU3R5bGUiOnsiJGlkIjoiMzQwIiwiTGluZUNvbG9yIjp7IiRpZCI6IjM0MSIsIiR0eXBlIjoiTkxSRS5Db21tb24uRG9tLlNvbGlkQ29sb3JCcnVzaCwgTkxSRS5Db21tb24iLCJDb2xvciI6eyIkaWQiOiIzNDIiLCJBIjoyNTUsIlIiOjEsIkciOjE1LCJCIjoxMX19LCJMaW5lV2VpZ2h0IjowLjAsIkxpbmVUeXBlIjowLCJQYXJlbnRTdHlsZSI6bnVsbH0sIlBhcmVudFN0eWxlIjpudWxsfSwiTWFyZ2luIjp7IiRpZCI6IjM0MyIsIlRvcCI6MC4wLCJMZWZ0IjowLjAsIlJpZ2h0IjowLjAsIkJvdHRvbSI6MC4wfSwiUGFkZGluZyI6eyIkaWQiOiIzNDQiLCJUb3AiOjAuMCwiTGVmdCI6MC4wLCJSaWdodCI6MC4wLCJCb3R0b20iOjAuMH0sIklzVmlzaWJsZSI6ZmFsc2UsIldpZHRoIjowLjAsIkhlaWdodCI6MC4wLCJCb3JkZXJTdHlsZSI6bnVsbCwiUGFyZW50U3R5bGUiOm51bGx9fV0sIklkIjoiNGJiNGE5ZDgtYjc5Yy00MzIwLThhNmMtZWExNWE4NWQ0MDgzIiwiSW5kZXgiOjMsIkhlYWRlclRleHQiOiJtR2x1UjQiLCJTdHlsZSI6eyIkaWQiOiIzNDUiLCJIZWFkZXJTdHlsZSI6eyIkaWQiOiIzNDYiLCJUZXh0SXNWZXJ0aWNhbCI6ZmFsc2UsIlRleHRTdHlsZSI6eyIkaWQiOiIzNDciLCJGb250U2V0dGluZ3MiOnsiJGlkIjoiMzQ4IiwiRm9udFNpemUiOjEyLCJGb250TmFtZSI6IkNhbGlicmkiLCJJc0JvbGQiOmZhbHNlLCJJc0l0YWxpYyI6ZmFsc2UsIklzVW5kZXJsaW5lZCI6ZmFsc2UsIlBhcmVudFN0eWxlIjpudWxsfSwiQXV0b1NpemUiOjIsIkZvcmVncm91bmQiOnsiJHJlZiI6IjEyMCJ9LCJNYXhXaWR0aCI6NjUuMTM2NjY2NjY2NjY2NjU2LCJNYXhIZWlnaHQiOjAuMCwiU21hcnRGb3JlZ3JvdW5kSXNBY3RpdmUiOmZhbHNlLCJIb3Jpem9udGFsQWxpZ25tZW50IjowLCJWZXJ0aWNhbEFsaWdubWVudCI6MCwiU21hcnRGb3JlZ3JvdW5kIjpudWxsLCJCYWNrZ3JvdW5kRmlsbFR5cGUiOjAsIk1hcmdpbiI6eyIkcmVmIjoiMTIyIn0sIlBhZGRpbmciOnsiJHJlZiI6IjEyMyJ9LCJCYWNrZ3JvdW5kIjpudWxsLCJJc1Zpc2libGUiOnRydWUsIldpZHRoIjowLjAsIkhlaWdodCI6MC4wLCJCb3JkZXJTdHlsZSI6bnVsbCwiUGFyZW50U3R5bGUiOm51bGx9LCJSZWN0YW5nbGVTdHlsZSI6eyIkaWQiOiIzNDkiLCJNYXJnaW4iOnsiJGlkIjoiMzUwIiwiVG9wIjowLjAsIkxlZnQiOjAuMCwiUmlnaHQiOjAuMCwiQm90dG9tIjowLjB9LCJQYWRkaW5nIjp7IiRpZCI6IjM1MSIsIlRvcCI6MC4wLCJMZWZ0IjowLjAsIlJpZ2h0IjowLjAsIkJvdHRvbSI6MC4wfSwiQmFja2dyb3VuZCI6eyIkaWQiOiIzNTIiLCJDb2xvciI6eyIkaWQiOiIzNTMiLCJBIjoyNTUsIlIiOjgsIkciOjQ5LCJCIjo0Mn19LCJJc1Zpc2libGUiOnRydWUsIldpZHRoIjowLjAsIkhlaWdodCI6MC4wLCJCb3JkZXJTdHlsZSI6eyIkaWQiOiIzNTQiLCJMaW5lQ29sb3IiOnsiJGlkIjoiMzU1IiwiJHR5cGUiOiJOTFJFLkNvbW1vbi5Eb20uU29saWRDb2xvckJydXNoLCBOTFJFLkNvbW1vbiIsIkNvbG9yIjp7IiRpZCI6IjM1NiIsIkEiOjI1NSwiUiI6MSwiRyI6MTUsIkIiOjExfX0sIkxpbmVXZWlnaHQiOjAuMCwiTGluZVR5cGUiOjAsIlBhcmVudFN0eWxlIjpudWxsfSwiUGFyZW50U3R5bGUiOm51bGx9LCJNYXJnaW4iOnsiJGlkIjoiMzU3IiwiVG9wIjowLjAsIkxlZnQiOjAuMCwiUmlnaHQiOjAuMCwiQm90dG9tIjowLjB9LCJQYWRkaW5nIjp7IiRpZCI6IjM1OCIsIlRvcCI6MC4wLCJMZWZ0IjowLjAsIlJpZ2h0IjowLjAsIkJvdHRvbSI6MC4wfSwiQmFja2dyb3VuZCI6bnVsbCwiSXNWaXNpYmxlIjp0cnVlLCJXaWR0aCI6MC4wLCJIZWlnaHQiOjAuMCwiQm9yZGVyU3R5bGUiOm51bGwsIlBhcmVudFN0eWxlIjpudWxsfSwiQmFja2dyb3VuZFN0eWxlIjp7IiRpZCI6IjM1OSIsIk1hcmdpbiI6eyIkaWQiOiIzNjAiLCJUb3AiOjAuMCwiTGVmdCI6MC4wLCJSaWdodCI6MC4wLCJCb3R0b20iOjAuMH0sIlBhZGRpbmciOnsiJGlkIjoiMzYxIiwiVG9wIjowLjAsIkxlZnQiOjAuMCwiUmlnaHQiOjAuMCwiQm90dG9tIjowLjB9LCJCYWNrZ3JvdW5kIjp7IiRpZCI6IjM2MiIsIkNvbG9yIjp7IiRpZCI6IjM2MyIsIkEiOjUxLCJSIjoxOTcsIkciOjE5NSwiQiI6MjM4fX0sIklzVmlzaWJsZSI6dHJ1ZSwiV2lkdGgiOjAuMCwiSGVpZ2h0IjowLjAsIkJvcmRlclN0eWxlIjp7IiRpZCI6IjM2NCIsIkxpbmVDb2xvciI6eyIkaWQiOiIzNjUiLCIkdHlwZSI6Ik5MUkUuQ29tbW9uLkRvbS5Tb2xpZENvbG9yQnJ1c2gsIE5MUkUuQ29tbW9uIiwiQ29sb3IiOnsiJGlkIjoiMzY2IiwiQSI6MjU1LCJSIjoxLCJHIjoxNSwiQiI6MTF9fSwiTGluZVdlaWdodCI6MC4wLCJMaW5lVHlwZSI6MCwiUGFyZW50U3R5bGUiOm51bGx9LCJQYXJlbnRTdHlsZSI6bnVsbH0sIklzQWJvdmVUaW1lYmFuZCI6ZmFsc2UsIk1hcmdpbiI6eyIkaWQiOiIzNjciLCJUb3AiOjAuMCwiTGVmdCI6MC4wLCJSaWdodCI6MC4wLCJCb3R0b20iOjAuMH0sIlBhZGRpbmciOnsiJGlkIjoiMzY4IiwiVG9wIjowLjAsIkxlZnQiOjAuMCwiUmlnaHQiOjAuMCwiQm90dG9tIjowLjB9LCJJc1Zpc2libGUiOnRydWUsIldpZHRoIjowLjAsIkhlaWdodCI6MC4wLCJCb3JkZXJTdHlsZSI6eyIkaWQiOiIzNjkiLCJMaW5lQ29sb3IiOm51bGwsIkxpbmVXZWlnaHQiOjAuMCwiTGluZVR5cGUiOjAsIlBhcmVudFN0eWxlIjpudWxsfSwiUGFyZW50U3R5bGUiOm51bGx9fSx7IiRpZCI6IjM3MCIsIl9hY3Rpdml0aWVzIjpbeyIkaWQiOiIzNzEiLCJfcm93cyI6W3siJGlkIjoiMzcyIiwiX3Rhc2tzIjpbXSwiX21pbGVzdG9uZXMiOlt7IiRpZCI6IjM3MyIsIklkIjoiZDMxMTc2MjQtZWMwMy00YTAxLTgxYzQtNWU4ZDM4NTVlMmNhIiwiSW5kZXgiOjAsIkdyb3VwSWQiOm51bGwsIlRpdGxlIjoiQXNpYSBQSy0gUGgxIiwiRGF0ZVRpbWUiOiIyMDI3LTA1LTMxVDIzOjU5OjAwIiwiUGVyY2VudGFnZUNvbXBsZXRlIjpudWxsLCJOb3RlIjpudWxsLCJTdHlsZSI6eyIkaWQiOiIzNzQiLCJUaXRsZVBvc2l0aW9uIjoiTGVmdCIsIkRhdGVQb3NpdGlvbiI6IlJpZ2h0IiwiU2hhcGVUeXBlIjoxMywiU2hhcGVTaXplIjoxLCJTaGFwZVN0eWxlIjp7IiRpZCI6IjM3NSIsIk1hcmdpbiI6eyIkcmVmIjoiOCJ9LCJQYWRkaW5nIjp7IiRyZWYiOiI5In0sIkJhY2tncm91bmQiOnsiJGlkIjoiMzc2IiwiQ29sb3IiOnsiJGlkIjoiMzc3IiwiQSI6MjU1LCJSIjoxMzQsIkciOjM3LCJCIjoyN319LCJJc1Zpc2libGUiOnRydWUsIldpZHRoIjoxMy4wLCJIZWlnaHQiOjEzLjAsIkJvcmRlclN0eWxlIjp7IiRpZCI6IjM3OCIsIkxpbmVDb2xvciI6eyIkaWQiOiIzNzkiLCIkdHlwZSI6Ik5MUkUuQ29tbW9uLkRvbS5Tb2xpZENvbG9yQnJ1c2gsIE5MUkUuQ29tbW9uIiwiQ29sb3IiOnsiJGlkIjoiMzgwIiwiQSI6MjU1LCJSIjoyNTUsIkciOjI1NSwiQiI6MjU1fX0sIkxpbmVXZWlnaHQiOjAuMCwiTGluZVR5cGUiOjAsIlBhcmVudFN0eWxlIjpudWxsfSwiUGFyZW50U3R5bGUiOm51bGx9LCJUaXRsZVN0eWxlIjp7IiRpZCI6IjM4MSIsIkZvbnRTZXR0aW5ncyI6eyIkaWQiOiIzODIiLCJGb250U2l6ZSI6MTEsIkZvbnROYW1lIjoiQ2FsaWJyaSIsIklzQm9sZCI6dHJ1ZSwiSXNJdGFsaWMiOmZhbHNlLCJJc1VuZGVybGluZWQiOmZhbHNlLCJQYXJlbnRTdHlsZSI6bnVsbH0sIkF1dG9TaXplIjowLCJGb3JlZ3JvdW5kIjp7IiRyZWYiOiI0NSJ9LCJNYXhXaWR0aCI6MjAwLjAsIk1heEhlaWdodCI6IkluZmluaXR5IiwiU21hcnRGb3JlZ3JvdW5kSXNBY3RpdmUiOmZhbHNlLCJIb3Jpem9udGFsQWxpZ25tZW50IjoyLCJWZXJ0aWNhbEFsaWdubWVudCI6MCwiU21hcnRGb3JlZ3JvdW5kIjpudWxsLCJCYWNrZ3JvdW5kRmlsbFR5cGUiOjAsIk1hcmdpbiI6eyIkcmVmIjoiMTkifSwiUGFkZGluZyI6eyIkcmVmIjoiMjAifSwiQmFja2dyb3VuZCI6eyIkcmVmIjoiNDcifSwiSXNWaXNpYmxlIjp0cnVlLCJXaWR0aCI6MC4wLCJIZWlnaHQiOjAuMCwiQm9yZGVyU3R5bGUiOm51bGwsIlBhcmVudFN0eWxlIjpudWxsfSwiRGF0ZVN0eWxlIjp7IiRpZCI6IjM4MyIsIkZvbnRTZXR0aW5ncyI6eyIkaWQiOiIzODQiLCJGb250U2l6ZSI6MTAsIkZvbnROYW1lIjoiQ2FsaWJyaSIsIklzQm9sZCI6ZmFsc2UsIklzSXRhbGljIjpmYWxzZSwiSXNVbmRlcmxpbmVkIjpmYWxzZSwiUGFyZW50U3R5bGUiOm51bGx9LCJBdXRvU2l6ZSI6MCwiRm9yZWdyb3VuZCI6eyIkaWQiOiIzODUiLCJDb2xvciI6eyIkaWQiOiIzODYiLCJBIjoyNTUsIlIiOjAsIkciOjIyOCwiQiI6MTI0fX0sIk1heFdpZHRoIjoyMDAuMCwiTWF4SGVpZ2h0IjoiSW5maW5pdHkiLCJTbWFydEZvcmVncm91bmRJc0FjdGl2ZSI6ZmFsc2UsIkhvcml6b250YWxBbGlnbm1lbnQiOjAsIlZlcnRpY2FsQWxpZ25tZW50IjowLCJTbWFydEZvcmVncm91bmQiOm51bGwsIkJhY2tncm91bmRGaWxsVHlwZSI6MCwiTWFyZ2luIjp7IiRyZWYiOiIyNyJ9LCJQYWRkaW5nIjp7IiRyZWYiOiIyOCJ9LCJCYWNrZ3JvdW5kIjp7IiRyZWYiOiI1MSJ9LCJJc1Zpc2libGUiOnRydWUsIldpZHRoIjowLjAsIkhlaWdodCI6MC4wLCJCb3JkZXJTdHlsZSI6bnVsbCwiUGFyZW50U3R5bGUiOm51bGx9LCJEYXRlRm9ybWF0Ijp7IiRpZCI6IjM4NyIsIkZvcm1hdFN0cmluZyI6Ik1NTU0geXl5eSIsIlNlcGFyYXRvciI6Ii8iLCJVc2VJbnRlcm5hdGlvbmFsRGF0ZUZvcm1hdCI6ZmFsc2UsIkRhdGVJc1Zpc2libGUiOnRydWUsIlRpbWVJc1Zpc2libGUiOmZhbHNlLCJIb3VyRGlnaXRzIjoxLCJBbVBtRGVzaWduYXRvciI6MiwiVHJpbTAwTWludXRlcyI6ZmFsc2UsIkxhc3RLbm93blZpc2liaWxpdHlTdGF0ZSI6eyIkaWQiOiIzODgiLCJEYXRlUGFydElzVmlzaWJsZSI6dHJ1ZSwiVGltZVBhcnRJc1Zpc2libGUiOmZhbHNlfX0sIldlZWtOdW1iZXJpbmciOnsiJGlkIjoiMzg5IiwiRm9ybWF0IjowLCJJc1Zpc2libGUiOmZhbHNlLCJMYXN0S25vd25WaXNpYmlsaXR5U3RhdGUiOmZhbHNlfSwiSXNWaXNpYmxlIjp0cnVlLCJQYXJlbnRTdHlsZSI6bnVsbH0sIkh5cGVybGluayI6bnVsbCwiSW1wb3J0SWQiOiIifV0sIklkIjoiMDAwMDAwMDAtMDAwMC0wMDAwLTAwMDAtMDAwMDAwMDAwMDAwIiwiSXNTaW5nbGVJdGVtUm93Ijp0cnVlfSx7IiRpZCI6IjM5MCIsIl90YXNrcyI6W10sIl9taWxlc3RvbmVzIjpbeyIkaWQiOiIzOTEiLCJJZCI6IjJkY2RlZjhhLWQzMGMtNDM0Zi04YWRmLTI2NGRiY2IwYWIwYSIsIkluZGV4IjoxLCJHcm91cElkIjpudWxsLCJUaXRsZSI6Ik1BU0gtIGdQaDJiICgxNTE3LTAwMTgpIiwiRGF0ZVRpbWUiOiIyMDI4LTAxLTI3VDIzOjU5OjAwIiwiUGVyY2VudGFnZUNvbXBsZXRlIjpudWxsLCJOb3RlIjpudWxsLCJTdHlsZSI6eyIkaWQiOiIzOTIiLCJUaXRsZVBvc2l0aW9uIjoiTGVmdCIsIkRhdGVQb3NpdGlvbiI6IlJpZ2h0IiwiU2hhcGVUeXBlIjoxMywiU2hhcGVTaXplIjoxLCJTaGFwZVN0eWxlIjp7IiRpZCI6IjM5MyIsIk1hcmdpbiI6eyIkcmVmIjoiOCJ9LCJQYWRkaW5nIjp7IiRyZWYiOiI5In0sIkJhY2tncm91bmQiOnsiJGlkIjoiMzk0IiwiQ29sb3IiOnsiJGlkIjoiMzk1IiwiQSI6MjU1LCJSIjoxMzQsIkciOjM3LCJCIjoyN319LCJJc1Zpc2libGUiOnRydWUsIldpZHRoIjoxMy4wLCJIZWlnaHQiOjEzLjAsIkJvcmRlclN0eWxlIjp7IiRpZCI6IjM5NiIsIkxpbmVDb2xvciI6eyIkaWQiOiIzOTciLCIkdHlwZSI6Ik5MUkUuQ29tbW9uLkRvbS5Tb2xpZENvbG9yQnJ1c2gsIE5MUkUuQ29tbW9uIiwiQ29sb3IiOnsiJGlkIjoiMzk4IiwiQSI6MjU1LCJSIjoyNTUsIkciOjI1NSwiQiI6MjU1fX0sIkxpbmVXZWlnaHQiOjAuMCwiTGluZVR5cGUiOjAsIlBhcmVudFN0eWxlIjpudWxsfSwiUGFyZW50U3R5bGUiOm51bGx9LCJUaXRsZVN0eWxlIjp7IiRpZCI6IjM5OSIsIkZvbnRTZXR0aW5ncyI6eyIkaWQiOiI0MDAiLCJGb250U2l6ZSI6MTEsIkZvbnROYW1lIjoiQ2FsaWJyaSIsIklzQm9sZCI6dHJ1ZSwiSXNJdGFsaWMiOmZhbHNlLCJJc1VuZGVybGluZWQiOmZhbHNlLCJQYXJlbnRTdHlsZSI6bnVsbH0sIkF1dG9TaXplIjowLCJGb3JlZ3JvdW5kIjp7IiRpZCI6IjQwMSIsIkNvbG9yIjp7IiRpZCI6IjQwMiIsIkEiOjI1NSwiUiI6MCwiRyI6MCwiQiI6MH19LCJNYXhXaWR0aCI6MjAwLjAsIk1heEhlaWdodCI6IkluZmluaXR5IiwiU21hcnRGb3JlZ3JvdW5kSXNBY3RpdmUiOmZhbHNlLCJIb3Jpem9udGFsQWxpZ25tZW50IjoyLCJWZXJ0aWNhbEFsaWdubWVudCI6MCwiU21hcnRGb3JlZ3JvdW5kIjpudWxsLCJCYWNrZ3JvdW5kRmlsbFR5cGUiOjAsIk1hcmdpbiI6eyIkcmVmIjoiMTkifSwiUGFkZGluZyI6eyIkcmVmIjoiMjAifSwiQmFja2dyb3VuZCI6eyIkaWQiOiI0MDMiLCJDb2xvciI6eyIkaWQiOiI0MDQiLCJBIjowLCJSIjoyNTUsIkciOjI1NSwiQiI6MjU1fX0sIklzVmlzaWJsZSI6dHJ1ZSwiV2lkdGgiOjAuMCwiSGVpZ2h0IjowLjAsIkJvcmRlclN0eWxlIjpudWxsLCJQYXJlbnRTdHlsZSI6bnVsbH0sIkRhdGVTdHlsZSI6eyIkaWQiOiI0MDUiLCJGb250U2V0dGluZ3MiOnsiJGlkIjoiNDA2IiwiRm9udFNpemUiOjEwLCJGb250TmFtZSI6IkNhbGlicmkiLCJJc0JvbGQiOmZhbHNlLCJJc0l0YWxpYyI6ZmFsc2UsIklzVW5kZXJsaW5lZCI6ZmFsc2UsIlBhcmVudFN0eWxlIjpudWxsfSwiQXV0b1NpemUiOjAsIkZvcmVncm91bmQiOnsiJGlkIjoiNDA3IiwiQ29sb3IiOnsiJGlkIjoiNDA4IiwiQSI6MjU1LCJSIjowLCJHIjoyMjgsIkIiOjEyNH19LCJNYXhXaWR0aCI6MjAwLjAsIk1heEhlaWdodCI6IkluZmluaXR5IiwiU21hcnRGb3JlZ3JvdW5kSXNBY3RpdmUiOmZhbHNlLCJIb3Jpem9udGFsQWxpZ25tZW50IjowLCJWZXJ0aWNhbEFsaWdubWVudCI6MCwiU21hcnRGb3JlZ3JvdW5kIjpudWxsLCJCYWNrZ3JvdW5kRmlsbFR5cGUiOjAsIk1hcmdpbiI6eyIkcmVmIjoiMjcifSwiUGFkZGluZyI6eyIkcmVmIjoiMjgifSwiQmFja2dyb3VuZCI6eyIkaWQiOiI0MDkiLCJDb2xvciI6eyIkaWQiOiI0MTAiLCJBIjowLCJSIjoyNTUsIkciOjI1NSwiQiI6MjU1fX0sIklzVmlzaWJsZSI6dHJ1ZSwiV2lkdGgiOjAuMCwiSGVpZ2h0IjowLjAsIkJvcmRlclN0eWxlIjpudWxsLCJQYXJlbnRTdHlsZSI6bnVsbH0sIkRhdGVGb3JtYXQiOnsiJGlkIjoiNDExIiwiRm9ybWF0U3RyaW5nIjoiTU1NIHl5eXkiLCJTZXBhcmF0b3IiOiIvIiwiVXNlSW50ZXJuYXRpb25hbERhdGVGb3JtYXQiOmZhbHNlLCJEYXRlSXNWaXNpYmxlIjp0cnVlLCJUaW1lSXNWaXNpYmxlIjpmYWxzZSwiSG91ckRpZ2l0cyI6MSwiQW1QbURlc2lnbmF0b3IiOjIsIlRyaW0wME1pbnV0ZXMiOmZhbHNlLCJMYXN0S25vd25WaXNpYmlsaXR5U3RhdGUiOnsiJGlkIjoiNDEyIiwiRGF0ZVBhcnRJc1Zpc2libGUiOnRydWUsIlRpbWVQYXJ0SXNWaXNpYmxlIjpmYWxzZX19LCJXZWVrTnVtYmVyaW5nIjp7IiRpZCI6IjQxMyIsIkZvcm1hdCI6MCwiSXNWaXNpYmxlIjpmYWxzZSwiTGFzdEtub3duVmlzaWJpbGl0eVN0YXRlIjpmYWxzZX0sIklzVmlzaWJsZSI6dHJ1ZSwiUGFyZW50U3R5bGUiOm51bGx9LCJIeXBlcmxpbmsiOm51bGwsIkltcG9ydElkIjoiIn1dLCJJZCI6IjAwMDAwMDAwLTAwMDAtMDAwMC0wMDAwLTAwMDAwMDAwMDAwMCIsIklzU2luZ2xlSXRlbVJvdyI6dHJ1ZX1dLCJJbmRleCI6NCwiSWQiOiIzN2JiNmE0OS0xZmJmLTQxZDUtYTRjMS00MjBiMGI5NmE1YmMiLCJIZWFkZXJUZXh0IjpudWxsLCJJc0RlZmF1bHQiOnRydWUsIlN0eWxlIjp7IiRpZCI6IjQxNCIsIkhlYWRlclN0eWxlIjp7IiRpZCI6IjQxNSIsIlRleHRTdHlsZSI6eyIkaWQiOiI0MTYiLCJGb250U2V0dGluZ3MiOnsiJGlkIjoiNDE3IiwiRm9udFNpemUiOjExLCJGb250TmFtZSI6IkNhbGlicmkiLCJJc0JvbGQiOmZhbHNlLCJJc0l0YWxpYyI6ZmFsc2UsIklzVW5kZXJsaW5lZCI6ZmFsc2UsIlBhcmVudFN0eWxlIjpudWxsfSwiQXV0b1NpemUiOjIsIkZvcmVncm91bmQiOnsiJGlkIjoiNDE4IiwiQ29sb3IiOnsiJGlkIjoiNDE5IiwiQSI6MjU1LCJSIjowLCJHIjowLCJCIjowfX0sIk1heFdpZHRoIjowLjAsIk1heEhlaWdodCI6IkluZmluaXR5IiwiU21hcnRGb3JlZ3JvdW5kSXNBY3RpdmUiOmZhbHNlLCJIb3Jpem9udGFsQWxpZ25tZW50IjowLCJWZXJ0aWNhbEFsaWdubWVudCI6MCwiU21hcnRGb3JlZ3JvdW5kIjpudWxsLCJCYWNrZ3JvdW5kRmlsbFR5cGUiOjAsIk1hcmdpbiI6eyIkaWQiOiI0MjAiLCJUb3AiOjAuMCwiTGVmdCI6MC4wLCJSaWdodCI6MC4wLCJCb3R0b20iOjAuMH0sIlBhZGRpbmciOnsiJGlkIjoiNDIxIiwiVG9wIjowLjAsIkxlZnQiOjAuMCwiUmlnaHQiOjAuMCwiQm90dG9tIjowLjB9LCJCYWNrZ3JvdW5kIjpudWxsLCJJc1Zpc2libGUiOnRydWUsIldpZHRoIjowLjAsIkhlaWdodCI6MC4wLCJCb3JkZXJTdHlsZSI6bnVsbCwiUGFyZW50U3R5bGUiOm51bGx9LCJSZWN0YW5nbGVTdHlsZSI6eyIkaWQiOiI0MjIiLCJNYXJnaW4iOnsiJGlkIjoiNDIzIiwiVG9wIjowLjAsIkxlZnQiOjAuMCwiUmlnaHQiOjAuMCwiQm90dG9tIjowLjB9LCJQYWRkaW5nIjp7IiRpZCI6IjQyNCIsIlRvcCI6MC4wLCJMZWZ0IjowLjAsIlJpZ2h0IjowLjAsIkJvdHRvbSI6MC4wfSwiQmFja2dyb3VuZCI6eyIkaWQiOiI0MjUiLCJDb2xvciI6eyIkaWQiOiI0MjYiLCJBIjo2MywiUiI6MCwiRyI6MjI4LCJCIjoxMjR9fSwiSXNWaXNpYmxlIjp0cnVlLCJXaWR0aCI6MC4wLCJIZWlnaHQiOjAuMCwiQm9yZGVyU3R5bGUiOnsiJGlkIjoiNDI3IiwiTGluZUNvbG9yIjp7IiRpZCI6IjQyOCIsIiR0eXBlIjoiTkxSRS5Db21tb24uRG9tLlNvbGlkQ29sb3JCcnVzaCwgTkxSRS5Db21tb24iLCJDb2xvciI6eyIkaWQiOiI0MjkiLCJBIjoyNTUsIlIiOjEsIkciOjE1LCJCIjoxMX19LCJMaW5lV2VpZ2h0IjowLjAsIkxpbmVUeXBlIjowLCJQYXJlbnRTdHlsZSI6bnVsbH0sIlBhcmVudFN0eWxlIjpudWxsfSwiTWFyZ2luIjp7IiRpZCI6IjQzMCIsIlRvcCI6MC4wLCJMZWZ0IjowLjAsIlJpZ2h0IjowLjAsIkJvdHRvbSI6MC4wfSwiUGFkZGluZyI6eyIkaWQiOiI0MzEiLCJUb3AiOjAuMCwiTGVmdCI6MC4wLCJSaWdodCI6MC4wLCJCb3R0b20iOjAuMH0sIkJhY2tncm91bmQiOm51bGwsIklzVmlzaWJsZSI6dHJ1ZSwiV2lkdGgiOjAuMCwiSGVpZ2h0IjowLjAsIkJvcmRlclN0eWxlIjpudWxsLCJQYXJlbnRTdHlsZSI6bnVsbH0sIkJhY2tncm91bmRTdHlsZSI6eyIkaWQiOiI0MzIiLCJNYXJnaW4iOnsiJGlkIjoiNDMzIiwiVG9wIjowLjAsIkxlZnQiOjAuMCwiUmlnaHQiOjAuMCwiQm90dG9tIjowLjB9LCJQYWRkaW5nIjp7IiRpZCI6IjQzNCIsIlRvcCI6MC4wLCJMZWZ0IjowLjAsIlJpZ2h0IjowLjAsIkJvdHRvbSI6MC4wfSwiQmFja2dyb3VuZCI6eyIkaWQiOiI0MzUiLCJDb2xvciI6eyIkaWQiOiI0MzYiLCJBIjo1MSwiUiI6MTk3LCJHIjoxOTUsIkIiOjIzOH19LCJJc1Zpc2libGUiOnRydWUsIldpZHRoIjowLjAsIkhlaWdodCI6MC4wLCJCb3JkZXJTdHlsZSI6eyIkaWQiOiI0MzciLCJMaW5lQ29sb3IiOnsiJGlkIjoiNDM4IiwiJHR5cGUiOiJOTFJFLkNvbW1vbi5Eb20uU29saWRDb2xvckJydXNoLCBOTFJFLkNvbW1vbiIsIkNvbG9yIjp7IiRpZCI6IjQzOSIsIkEiOjI1NSwiUiI6MSwiRyI6MTUsIkIiOjExfX0sIkxpbmVXZWlnaHQiOjAuMCwiTGluZVR5cGUiOjAsIlBhcmVudFN0eWxlIjpudWxsfSwiUGFyZW50U3R5bGUiOm51bGx9LCJNYXJnaW4iOnsiJGlkIjoiNDQwIiwiVG9wIjowLjAsIkxlZnQiOjAuMCwiUmlnaHQiOjAuMCwiQm90dG9tIjowLjB9LCJQYWRkaW5nIjp7IiRpZCI6IjQ0MSIsIlRvcCI6MC4wLCJMZWZ0IjowLjAsIlJpZ2h0IjowLjAsIkJvdHRvbSI6MC4wfSwiSXNWaXNpYmxlIjpmYWxzZSwiV2lkdGgiOjAuMCwiSGVpZ2h0IjowLjAsIkJvcmRlclN0eWxlIjpudWxsLCJQYXJlbnRTdHlsZSI6bnVsbH19XSwiSWQiOiJlNmFiZmU1Yy04OGExLTQwOWItYTJlNS05ZjI5YmY2M2I2M2YiLCJJbmRleCI6NCwiSGVhZGVyVGV4dCI6IkZBUC1UUkFJTFIyIiwiU3R5bGUiOnsiJGlkIjoiNDQyIiwiSGVhZGVyU3R5bGUiOnsiJGlkIjoiNDQzIiwiVGV4dElzVmVydGljYWwiOmZhbHNlLCJUZXh0U3R5bGUiOnsiJGlkIjoiNDQ0IiwiRm9udFNldHRpbmdzIjp7IiRpZCI6IjQ0NSIsIkZvbnRTaXplIjoxMiwiRm9udE5hbWUiOiJDYWxpYnJpIiwiSXNCb2xkIjpmYWxzZSwiSXNJdGFsaWMiOmZhbHNlLCJJc1VuZGVybGluZWQiOmZhbHNlLCJQYXJlbnRTdHlsZSI6bnVsbH0sIkF1dG9TaXplIjoyLCJGb3JlZ3JvdW5kIjp7IiRyZWYiOiIxMjAifSwiTWF4V2lkdGgiOjY1LjEzNjY2NjY2NjY2NjY1NiwiTWF4SGVpZ2h0IjowLjAsIlNtYXJ0Rm9yZWdyb3VuZElzQWN0aXZlIjpmYWxzZSwiSG9yaXpvbnRhbEFsaWdubWVudCI6MCwiVmVydGljYWxBbGlnbm1lbnQiOjAsIlNtYXJ0Rm9yZWdyb3VuZCI6bnVsbCwiQmFja2dyb3VuZEZpbGxUeXBlIjowLCJNYXJnaW4iOnsiJHJlZiI6IjEyMiJ9LCJQYWRkaW5nIjp7IiRyZWYiOiIxMjMifSwiQmFja2dyb3VuZCI6bnVsbCwiSXNWaXNpYmxlIjp0cnVlLCJXaWR0aCI6MC4wLCJIZWlnaHQiOjAuMCwiQm9yZGVyU3R5bGUiOm51bGwsIlBhcmVudFN0eWxlIjpudWxsfSwiUmVjdGFuZ2xlU3R5bGUiOnsiJGlkIjoiNDQ2IiwiTWFyZ2luIjp7IiRpZCI6IjQ0NyIsIlRvcCI6MC4wLCJMZWZ0IjowLjAsIlJpZ2h0IjowLjAsIkJvdHRvbSI6MC4wfSwiUGFkZGluZyI6eyIkaWQiOiI0NDgiLCJUb3AiOjAuMCwiTGVmdCI6MC4wLCJSaWdodCI6MC4wLCJCb3R0b20iOjAuMH0sIkJhY2tncm91bmQiOnsiJGlkIjoiNDQ5IiwiQ29sb3IiOnsiJGlkIjoiNDUwIiwiQSI6MjU1LCJSIjowLCJHIjoyMjgsIkIiOjEyNH19LCJJc1Zpc2libGUiOnRydWUsIldpZHRoIjowLjAsIkhlaWdodCI6MC4wLCJCb3JkZXJTdHlsZSI6eyIkaWQiOiI0NTEiLCJMaW5lQ29sb3IiOnsiJGlkIjoiNDUyIiwiJHR5cGUiOiJOTFJFLkNvbW1vbi5Eb20uU29saWRDb2xvckJydXNoLCBOTFJFLkNvbW1vbiIsIkNvbG9yIjp7IiRpZCI6IjQ1MyIsIkEiOjI1NSwiUiI6MSwiRyI6MTUsIkIiOjExfX0sIkxpbmVXZWlnaHQiOjAuMCwiTGluZVR5cGUiOjAsIlBhcmVudFN0eWxlIjpudWxsfSwiUGFyZW50U3R5bGUiOm51bGx9LCJNYXJnaW4iOnsiJGlkIjoiNDU0IiwiVG9wIjowLjAsIkxlZnQiOjAuMCwiUmlnaHQiOjAuMCwiQm90dG9tIjowLjB9LCJQYWRkaW5nIjp7IiRpZCI6IjQ1NSIsIlRvcCI6MC4wLCJMZWZ0IjowLjAsIlJpZ2h0IjowLjAsIkJvdHRvbSI6MC4wfSwiQmFja2dyb3VuZCI6bnVsbCwiSXNWaXNpYmxlIjp0cnVlLCJXaWR0aCI6MC4wLCJIZWlnaHQiOjAuMCwiQm9yZGVyU3R5bGUiOm51bGwsIlBhcmVudFN0eWxlIjpudWxsfSwiQmFja2dyb3VuZFN0eWxlIjp7IiRpZCI6IjQ1NiIsIk1hcmdpbiI6eyIkaWQiOiI0NTciLCJUb3AiOjAuMCwiTGVmdCI6MC4wLCJSaWdodCI6MC4wLCJCb3R0b20iOjAuMH0sIlBhZGRpbmciOnsiJGlkIjoiNDU4IiwiVG9wIjowLjAsIkxlZnQiOjAuMCwiUmlnaHQiOjAuMCwiQm90dG9tIjowLjB9LCJCYWNrZ3JvdW5kIjp7IiRpZCI6IjQ1OSIsIkNvbG9yIjp7IiRpZCI6IjQ2MCIsIkEiOjUxLCJSIjoyMTcsIkciOjIxNywiQiI6MjE3fX0sIklzVmlzaWJsZSI6dHJ1ZSwiV2lkdGgiOjAuMCwiSGVpZ2h0IjowLjAsIkJvcmRlclN0eWxlIjp7IiRpZCI6IjQ2MSIsIkxpbmVDb2xvciI6eyIkaWQiOiI0NjIiLCIkdHlwZSI6Ik5MUkUuQ29tbW9uLkRvbS5Tb2xpZENvbG9yQnJ1c2gsIE5MUkUuQ29tbW9uIiwiQ29sb3IiOnsiJGlkIjoiNDYzIiwiQSI6MjU1LCJSIjoyNTUsIkciOjI1NSwiQiI6MjU1fX0sIkxpbmVXZWlnaHQiOjAuMCwiTGluZVR5cGUiOjAsIlBhcmVudFN0eWxlIjpudWxsfSwiUGFyZW50U3R5bGUiOm51bGx9LCJJc0Fib3ZlVGltZWJhbmQiOmZhbHNlLCJNYXJnaW4iOnsiJGlkIjoiNDY0IiwiVG9wIjowLjAsIkxlZnQiOjAuMCwiUmlnaHQiOjAuMCwiQm90dG9tIjowLjB9LCJQYWRkaW5nIjp7IiRpZCI6IjQ2NSIsIlRvcCI6MC4wLCJMZWZ0IjowLjAsIlJpZ2h0IjowLjAsIkJvdHRvbSI6MC4wfSwiSXNWaXNpYmxlIjp0cnVlLCJXaWR0aCI6MC4wLCJIZWlnaHQiOjAuMCwiQm9yZGVyU3R5bGUiOnsiJGlkIjoiNDY2IiwiTGluZUNvbG9yIjpudWxsLCJMaW5lV2VpZ2h0IjowLjAsIkxpbmVUeXBlIjowLCJQYXJlbnRTdHlsZSI6bnVsbH0sIlBhcmVudFN0eWxlIjpudWxsfX0seyIkaWQiOiI0NjciLCJfYWN0aXZpdGllcyI6W3siJGlkIjoiNDY4IiwiX3Jvd3MiOlt7IiRpZCI6IjQ2OSIsIl90YXNrcyI6W10sIl9taWxlc3RvbmVzIjpbeyIkaWQiOiI0NzAiLCJJZCI6ImM1YjFmZTBkLWMyNzktNGQwNS1hODAzLWNkOTcxNGNjNzJiNSIsIkluZGV4IjowLCJHcm91cElkIjpudWxsLCJUaXRsZSI6Ik1BU0gtIGdQaDJiICgxNTI0LTAwMTYpIiwiRGF0ZVRpbWUiOiIyMDI4LTExLTExVDIzOjU5OjAwIiwiUGVyY2VudGFnZUNvbXBsZXRlIjpudWxsLCJOb3RlIjpudWxsLCJTdHlsZSI6eyIkaWQiOiI0NzEiLCJUaXRsZVBvc2l0aW9uIjoiTGVmdCIsIkRhdGVQb3NpdGlvbiI6IlJpZ2h0IiwiU2hhcGVUeXBlIjoxMywiU2hhcGVTaXplIjoxLCJTaGFwZVN0eWxlIjp7IiRpZCI6IjQ3MiIsIk1hcmdpbiI6eyIkcmVmIjoiOCJ9LCJQYWRkaW5nIjp7IiRyZWYiOiI5In0sIkJhY2tncm91bmQiOnsiJGlkIjoiNDczIiwiQ29sb3IiOnsiJGlkIjoiNDc0IiwiQSI6MjU1LCJSIjoxMzQsIkciOjM3LCJCIjoyN319LCJJc1Zpc2libGUiOnRydWUsIldpZHRoIjoxMy4wLCJIZWlnaHQiOjEzLjAsIkJvcmRlclN0eWxlIjp7IiRpZCI6IjQ3NSIsIkxpbmVDb2xvciI6eyIkaWQiOiI0NzYiLCIkdHlwZSI6Ik5MUkUuQ29tbW9uLkRvbS5Tb2xpZENvbG9yQnJ1c2gsIE5MUkUuQ29tbW9uIiwiQ29sb3IiOnsiJGlkIjoiNDc3IiwiQSI6MjU1LCJSIjoyNTUsIkciOjI1NSwiQiI6MjU1fX0sIkxpbmVXZWlnaHQiOjAuMCwiTGluZVR5cGUiOjAsIlBhcmVudFN0eWxlIjpudWxsfSwiUGFyZW50U3R5bGUiOm51bGx9LCJUaXRsZVN0eWxlIjp7IiRpZCI6IjQ3OCIsIkZvbnRTZXR0aW5ncyI6eyIkaWQiOiI0NzkiLCJGb250U2l6ZSI6MTEsIkZvbnROYW1lIjoiQ2FsaWJyaSIsIklzQm9sZCI6dHJ1ZSwiSXNJdGFsaWMiOmZhbHNlLCJJc1VuZGVybGluZWQiOmZhbHNlLCJQYXJlbnRTdHlsZSI6bnVsbH0sIkF1dG9TaXplIjowLCJGb3JlZ3JvdW5kIjp7IiRpZCI6IjQ4MCIsIkNvbG9yIjp7IiRpZCI6IjQ4MSIsIkEiOjI1NSwiUiI6MCwiRyI6MCwiQiI6MH19LCJNYXhXaWR0aCI6MjAwLjAsIk1heEhlaWdodCI6IkluZmluaXR5IiwiU21hcnRGb3JlZ3JvdW5kSXNBY3RpdmUiOmZhbHNlLCJIb3Jpem9udGFsQWxpZ25tZW50IjoyLCJWZXJ0aWNhbEFsaWdubWVudCI6MCwiU21hcnRGb3JlZ3JvdW5kIjpudWxsLCJCYWNrZ3JvdW5kRmlsbFR5cGUiOjAsIk1hcmdpbiI6eyIkcmVmIjoiMTkifSwiUGFkZGluZyI6eyIkcmVmIjoiMjAifSwiQmFja2dyb3VuZCI6eyIkaWQiOiI0ODIiLCJDb2xvciI6eyIkaWQiOiI0ODMiLCJBIjowLCJSIjoyNTUsIkciOjI1NSwiQiI6MjU1fX0sIklzVmlzaWJsZSI6dHJ1ZSwiV2lkdGgiOjAuMCwiSGVpZ2h0IjowLjAsIkJvcmRlclN0eWxlIjpudWxsLCJQYXJlbnRTdHlsZSI6bnVsbH0sIkRhdGVTdHlsZSI6eyIkaWQiOiI0ODQiLCJGb250U2V0dGluZ3MiOnsiJGlkIjoiNDg1IiwiRm9udFNpemUiOjEwLCJGb250TmFtZSI6IkNhbGlicmkiLCJJc0JvbGQiOmZhbHNlLCJJc0l0YWxpYyI6ZmFsc2UsIklzVW5kZXJsaW5lZCI6ZmFsc2UsIlBhcmVudFN0eWxlIjpudWxsfSwiQXV0b1NpemUiOjAsIkZvcmVncm91bmQiOnsiJGlkIjoiNDg2IiwiQ29sb3IiOnsiJGlkIjoiNDg3IiwiQSI6MjU1LCJSIjowLCJHIjoyMjgsIkIiOjEyNH19LCJNYXhXaWR0aCI6MjAwLjAsIk1heEhlaWdodCI6IkluZmluaXR5IiwiU21hcnRGb3JlZ3JvdW5kSXNBY3RpdmUiOmZhbHNlLCJIb3Jpem9udGFsQWxpZ25tZW50IjowLCJWZXJ0aWNhbEFsaWdubWVudCI6MCwiU21hcnRGb3JlZ3JvdW5kIjpudWxsLCJCYWNrZ3JvdW5kRmlsbFR5cGUiOjAsIk1hcmdpbiI6eyIkcmVmIjoiMjcifSwiUGFkZGluZyI6eyIkcmVmIjoiMjgifSwiQmFja2dyb3VuZCI6eyIkaWQiOiI0ODgiLCJDb2xvciI6eyIkaWQiOiI0ODkiLCJBIjowLCJSIjoyNTUsIkciOjI1NSwiQiI6MjU1fX0sIklzVmlzaWJsZSI6dHJ1ZSwiV2lkdGgiOjAuMCwiSGVpZ2h0IjowLjAsIkJvcmRlclN0eWxlIjpudWxsLCJQYXJlbnRTdHlsZSI6bnVsbH0sIkRhdGVGb3JtYXQiOnsiJGlkIjoiNDkwIiwiRm9ybWF0U3RyaW5nIjoiTU1NIHl5eXkiLCJTZXBhcmF0b3IiOiIvIiwiVXNlSW50ZXJuYXRpb25hbERhdGVGb3JtYXQiOmZhbHNlLCJEYXRlSXNWaXNpYmxlIjp0cnVlLCJUaW1lSXNWaXNpYmxlIjpmYWxzZSwiSG91ckRpZ2l0cyI6MSwiQW1QbURlc2lnbmF0b3IiOjIsIlRyaW0wME1pbnV0ZXMiOmZhbHNlLCJMYXN0S25vd25WaXNpYmlsaXR5U3RhdGUiOnsiJGlkIjoiNDkxIiwiRGF0ZVBhcnRJc1Zpc2libGUiOnRydWUsIlRpbWVQYXJ0SXNWaXNpYmxlIjpmYWxzZX19LCJXZWVrTnVtYmVyaW5nIjp7IiRpZCI6IjQ5MiIsIkZvcm1hdCI6MCwiSXNWaXNpYmxlIjpmYWxzZSwiTGFzdEtub3duVmlzaWJpbGl0eVN0YXRlIjpmYWxzZX0sIklzVmlzaWJsZSI6dHJ1ZSwiUGFyZW50U3R5bGUiOm51bGx9LCJIeXBlcmxpbmsiOm51bGwsIkltcG9ydElkIjoiIn1dLCJJZCI6IjAwMDAwMDAwLTAwMDAtMDAwMC0wMDAwLTAwMDAwMDAwMDAwMCIsIklzU2luZ2xlSXRlbVJvdyI6dHJ1ZX1dLCJJbmRleCI6NSwiSWQiOiJkZmQ1MDc2OS1lMDQ4LTQ4ZTAtYWJlZC0yMGZiYjRkMzkwYzgiLCJIZWFkZXJUZXh0IjpudWxsLCJJc0RlZmF1bHQiOnRydWUsIlN0eWxlIjp7IiRpZCI6IjQ5MyIsIkhlYWRlclN0eWxlIjp7IiRpZCI6IjQ5NCIsIlRleHRTdHlsZSI6eyIkaWQiOiI0OTUiLCJGb250U2V0dGluZ3MiOnsiJGlkIjoiNDk2IiwiRm9udFNpemUiOjExLCJGb250TmFtZSI6IkNhbGlicmkiLCJJc0JvbGQiOmZhbHNlLCJJc0l0YWxpYyI6ZmFsc2UsIklzVW5kZXJsaW5lZCI6ZmFsc2UsIlBhcmVudFN0eWxlIjpudWxsfSwiQXV0b1NpemUiOjIsIkZvcmVncm91bmQiOnsiJGlkIjoiNDk3IiwiQ29sb3IiOnsiJGlkIjoiNDk4IiwiQSI6MjU1LCJSIjowLCJHIjowLCJCIjowfX0sIk1heFdpZHRoIjowLjAsIk1heEhlaWdodCI6IkluZmluaXR5IiwiU21hcnRGb3JlZ3JvdW5kSXNBY3RpdmUiOmZhbHNlLCJIb3Jpem9udGFsQWxpZ25tZW50IjowLCJWZXJ0aWNhbEFsaWdubWVudCI6MCwiU21hcnRGb3JlZ3JvdW5kIjpudWxsLCJCYWNrZ3JvdW5kRmlsbFR5cGUiOjAsIk1hcmdpbiI6eyIkaWQiOiI0OTkiLCJUb3AiOjAuMCwiTGVmdCI6MC4wLCJSaWdodCI6MC4wLCJCb3R0b20iOjAuMH0sIlBhZGRpbmciOnsiJGlkIjoiNTAwIiwiVG9wIjowLjAsIkxlZnQiOjAuMCwiUmlnaHQiOjAuMCwiQm90dG9tIjowLjB9LCJCYWNrZ3JvdW5kIjpudWxsLCJJc1Zpc2libGUiOnRydWUsIldpZHRoIjowLjAsIkhlaWdodCI6MC4wLCJCb3JkZXJTdHlsZSI6bnVsbCwiUGFyZW50U3R5bGUiOm51bGx9LCJSZWN0YW5nbGVTdHlsZSI6eyIkaWQiOiI1MDEiLCJNYXJnaW4iOnsiJGlkIjoiNTAyIiwiVG9wIjowLjAsIkxlZnQiOjAuMCwiUmlnaHQiOjAuMCwiQm90dG9tIjowLjB9LCJQYWRkaW5nIjp7IiRpZCI6IjUwMyIsIlRvcCI6MC4wLCJMZWZ0IjowLjAsIlJpZ2h0IjowLjAsIkJvdHRvbSI6MC4wfSwiQmFja2dyb3VuZCI6eyIkaWQiOiI1MDQiLCJDb2xvciI6eyIkaWQiOiI1MDUiLCJBIjo2MywiUiI6MTYzLCJHIjoyMjksIkIiOjIzOH19LCJJc1Zpc2libGUiOnRydWUsIldpZHRoIjowLjAsIkhlaWdodCI6MC4wLCJCb3JkZXJTdHlsZSI6eyIkaWQiOiI1MDYiLCJMaW5lQ29sb3IiOnsiJGlkIjoiNTA3IiwiJHR5cGUiOiJOTFJFLkNvbW1vbi5Eb20uU29saWRDb2xvckJydXNoLCBOTFJFLkNvbW1vbiIsIkNvbG9yIjp7IiRpZCI6IjUwOCIsIkEiOjI1NSwiUiI6MSwiRyI6MTUsIkIiOjExfX0sIkxpbmVXZWlnaHQiOjAuMCwiTGluZVR5cGUiOjAsIlBhcmVudFN0eWxlIjpudWxsfSwiUGFyZW50U3R5bGUiOm51bGx9LCJNYXJnaW4iOnsiJGlkIjoiNTA5IiwiVG9wIjowLjAsIkxlZnQiOjAuMCwiUmlnaHQiOjAuMCwiQm90dG9tIjowLjB9LCJQYWRkaW5nIjp7IiRpZCI6IjUxMCIsIlRvcCI6MC4wLCJMZWZ0IjowLjAsIlJpZ2h0IjowLjAsIkJvdHRvbSI6MC4wfSwiQmFja2dyb3VuZCI6bnVsbCwiSXNWaXNpYmxlIjp0cnVlLCJXaWR0aCI6MC4wLCJIZWlnaHQiOjAuMCwiQm9yZGVyU3R5bGUiOm51bGwsIlBhcmVudFN0eWxlIjpudWxsfSwiQmFja2dyb3VuZFN0eWxlIjp7IiRpZCI6IjUxMSIsIk1hcmdpbiI6eyIkaWQiOiI1MTIiLCJUb3AiOjAuMCwiTGVmdCI6MC4wLCJSaWdodCI6MC4wLCJCb3R0b20iOjAuMH0sIlBhZGRpbmciOnsiJGlkIjoiNTEzIiwiVG9wIjowLjAsIkxlZnQiOjAuMCwiUmlnaHQiOjAuMCwiQm90dG9tIjowLjB9LCJCYWNrZ3JvdW5kIjp7IiRpZCI6IjUxNCIsIkNvbG9yIjp7IiRpZCI6IjUxNSIsIkEiOjUxLCJSIjoxOTcsIkciOjE5NSwiQiI6MjM4fX0sIklzVmlzaWJsZSI6dHJ1ZSwiV2lkdGgiOjAuMCwiSGVpZ2h0IjowLjAsIkJvcmRlclN0eWxlIjp7IiRpZCI6IjUxNiIsIkxpbmVDb2xvciI6eyIkaWQiOiI1MTciLCIkdHlwZSI6Ik5MUkUuQ29tbW9uLkRvbS5Tb2xpZENvbG9yQnJ1c2gsIE5MUkUuQ29tbW9uIiwiQ29sb3IiOnsiJGlkIjoiNTE4IiwiQSI6MjU1LCJSIjoxLCJHIjoxNSwiQiI6MTF9fSwiTGluZVdlaWdodCI6MC4wLCJMaW5lVHlwZSI6MCwiUGFyZW50U3R5bGUiOm51bGx9LCJQYXJlbnRTdHlsZSI6bnVsbH0sIk1hcmdpbiI6eyIkaWQiOiI1MTkiLCJUb3AiOjAuMCwiTGVmdCI6MC4wLCJSaWdodCI6MC4wLCJCb3R0b20iOjAuMH0sIlBhZGRpbmciOnsiJGlkIjoiNTIwIiwiVG9wIjowLjAsIkxlZnQiOjAuMCwiUmlnaHQiOjAuMCwiQm90dG9tIjowLjB9LCJJc1Zpc2libGUiOmZhbHNlLCJXaWR0aCI6MC4wLCJIZWlnaHQiOjAuMCwiQm9yZGVyU3R5bGUiOm51bGwsIlBhcmVudFN0eWxlIjpudWxsfX1dLCJJZCI6IjVlN2Q2NDkzLWNiMzEtNDg3Zi1iZmU0LWQ2Mzc1ZDI0MGM0NiIsIkluZGV4Ijo1LCJIZWFkZXJUZXh0IjoiSUwtMTEiLCJTdHlsZSI6eyIkaWQiOiI1MjEiLCJIZWFkZXJTdHlsZSI6eyIkaWQiOiI1MjIiLCJUZXh0SXNWZXJ0aWNhbCI6ZmFsc2UsIlRleHRTdHlsZSI6eyIkaWQiOiI1MjMiLCJGb250U2V0dGluZ3MiOnsiJGlkIjoiNTI0IiwiRm9udFNpemUiOjEyLCJGb250TmFtZSI6IkNhbGlicmkiLCJJc0JvbGQiOmZhbHNlLCJJc0l0YWxpYyI6ZmFsc2UsIklzVW5kZXJsaW5lZCI6ZmFsc2UsIlBhcmVudFN0eWxlIjpudWxsfSwiQXV0b1NpemUiOjIsIkZvcmVncm91bmQiOnsiJHJlZiI6IjEyMCJ9LCJNYXhXaWR0aCI6NjUuMTM2NjY2NjY2NjY2NjU2LCJNYXhIZWlnaHQiOjAuMCwiU21hcnRGb3JlZ3JvdW5kSXNBY3RpdmUiOmZhbHNlLCJIb3Jpem9udGFsQWxpZ25tZW50IjowLCJWZXJ0aWNhbEFsaWdubWVudCI6MCwiU21hcnRGb3JlZ3JvdW5kIjpudWxsLCJCYWNrZ3JvdW5kRmlsbFR5cGUiOjAsIk1hcmdpbiI6eyIkcmVmIjoiMTIyIn0sIlBhZGRpbmciOnsiJHJlZiI6IjEyMyJ9LCJCYWNrZ3JvdW5kIjpudWxsLCJJc1Zpc2libGUiOnRydWUsIldpZHRoIjowLjAsIkhlaWdodCI6MC4wLCJCb3JkZXJTdHlsZSI6bnVsbCwiUGFyZW50U3R5bGUiOm51bGx9LCJSZWN0YW5nbGVTdHlsZSI6eyIkaWQiOiI1MjUiLCJNYXJnaW4iOnsiJGlkIjoiNTI2IiwiVG9wIjowLjAsIkxlZnQiOjAuMCwiUmlnaHQiOjAuMCwiQm90dG9tIjowLjB9LCJQYWRkaW5nIjp7IiRpZCI6IjUyNyIsIlRvcCI6MC4wLCJMZWZ0IjowLjAsIlJpZ2h0IjowLjAsIkJvdHRvbSI6MC4wfSwiQmFja2dyb3VuZCI6eyIkaWQiOiI1MjgiLCJDb2xvciI6eyIkaWQiOiI1MjkiLCJBIjoyNTUsIlIiOjgsIkciOjQ5LCJCIjo0Mn19LCJJc1Zpc2libGUiOnRydWUsIldpZHRoIjowLjAsIkhlaWdodCI6MC4wLCJCb3JkZXJTdHlsZSI6eyIkaWQiOiI1MzAiLCJMaW5lQ29sb3IiOnsiJGlkIjoiNTMxIiwiJHR5cGUiOiJOTFJFLkNvbW1vbi5Eb20uU29saWRDb2xvckJydXNoLCBOTFJFLkNvbW1vbiIsIkNvbG9yIjp7IiRpZCI6IjUzMiIsIkEiOjI1NSwiUiI6MjU1LCJHIjoyNTUsIkIiOjI1NX19LCJMaW5lV2VpZ2h0IjowLjAsIkxpbmVUeXBlIjowLCJQYXJlbnRTdHlsZSI6bnVsbH0sIlBhcmVudFN0eWxlIjpudWxsfSwiTWFyZ2luIjp7IiRpZCI6IjUzMyIsIlRvcCI6MC4wLCJMZWZ0IjowLjAsIlJpZ2h0IjowLjAsIkJvdHRvbSI6MC4wfSwiUGFkZGluZyI6eyIkaWQiOiI1MzQiLCJUb3AiOjAuMCwiTGVmdCI6MC4wLCJSaWdodCI6MC4wLCJCb3R0b20iOjAuMH0sIkJhY2tncm91bmQiOm51bGwsIklzVmlzaWJsZSI6dHJ1ZSwiV2lkdGgiOjAuMCwiSGVpZ2h0IjowLjAsIkJvcmRlclN0eWxlIjpudWxsLCJQYXJlbnRTdHlsZSI6bnVsbH0sIkJhY2tncm91bmRTdHlsZSI6eyIkaWQiOiI1MzUiLCJNYXJnaW4iOnsiJGlkIjoiNTM2IiwiVG9wIjowLjAsIkxlZnQiOjAuMCwiUmlnaHQiOjAuMCwiQm90dG9tIjowLjB9LCJQYWRkaW5nIjp7IiRpZCI6IjUzNyIsIlRvcCI6MC4wLCJMZWZ0IjowLjAsIlJpZ2h0IjowLjAsIkJvdHRvbSI6MC4wfSwiQmFja2dyb3VuZCI6eyIkaWQiOiI1MzgiLCJDb2xvciI6eyIkaWQiOiI1MzkiLCJBIjo1MSwiUiI6MTk3LCJHIjoxOTUsIkIiOjIzOH19LCJJc1Zpc2libGUiOnRydWUsIldpZHRoIjowLjAsIkhlaWdodCI6MC4wLCJCb3JkZXJTdHlsZSI6eyIkaWQiOiI1NDAiLCJMaW5lQ29sb3IiOnsiJGlkIjoiNTQxIiwiJHR5cGUiOiJOTFJFLkNvbW1vbi5Eb20uU29saWRDb2xvckJydXNoLCBOTFJFLkNvbW1vbiIsIkNvbG9yIjp7IiRpZCI6IjU0MiIsIkEiOjI1NSwiUiI6MSwiRyI6MTUsIkIiOjExfX0sIkxpbmVXZWlnaHQiOjAuMCwiTGluZVR5cGUiOjAsIlBhcmVudFN0eWxlIjpudWxsfSwiUGFyZW50U3R5bGUiOm51bGx9LCJJc0Fib3ZlVGltZWJhbmQiOmZhbHNlLCJNYXJnaW4iOnsiJGlkIjoiNTQzIiwiVG9wIjowLjAsIkxlZnQiOjAuMCwiUmlnaHQiOjAuMCwiQm90dG9tIjowLjB9LCJQYWRkaW5nIjp7IiRpZCI6IjU0NCIsIlRvcCI6MC4wLCJMZWZ0IjowLjAsIlJpZ2h0IjowLjAsIkJvdHRvbSI6MC4wfSwiSXNWaXNpYmxlIjp0cnVlLCJXaWR0aCI6MC4wLCJIZWlnaHQiOjAuMCwiQm9yZGVyU3R5bGUiOnsiJGlkIjoiNTQ1IiwiTGluZUNvbG9yIjpudWxsLCJMaW5lV2VpZ2h0IjowLjAsIkxpbmVUeXBlIjowLCJQYXJlbnRTdHlsZSI6bnVsbH0sIlBhcmVudFN0eWxlIjpudWxsfX1dLCJDdWx0dXJlSW5mb05hbWUiOiJlbi1VUyIsIlN0eWxlTmFtZSI6bnVsbCwiVmVyc2lvbiI6eyIkaWQiOiI1NDYiLCJWZXJzaW9uIjoiMy43LjMiLCJPcmlnaW5hbEFzc2VtYmx5VmVyc2lvbiI6IjcuMDAuMTYuMDAiLCJFZGl0aW9uIjpudWxsLCJMYXN0U2F2ZWRFZGl0aW9uIjowLCJJc1BsdXNFZGl0aW9uIjpmYWxzZSwiSXNQcm9FZGl0aW9uIjpmYWxzZX0sIkVmZmVjdCI6MSwiU3R5bGUiOnsiJGlkIjoiNTQ3IiwiRGVmYXVsdERlcGVuZGVuY3lTdHlsZSI6eyIkaWQiOiI1NDgiLCJMaW5lU3R5bGUiOnsiJGlkIjoiNTQ5IiwiTGluZUNvbG9yIjp7IiRpZCI6IjU1MCIsIiR0eXBlIjoiTkxSRS5Db21tb24uRG9tLlNvbGlkQ29sb3JCcnVzaCwgTkxSRS5Db21tb24iLCJDb2xvciI6eyIkaWQiOiI1NTEiLCJBIjoyNTUsIlIiOjAsIkciOjAsIkIiOjB9fSwiTGluZVdlaWdodCI6MS4wLCJMaW5lVHlwZSI6MCwiUGFyZW50U3R5bGUiOm51bGx9LCJFbmRBcnJvd2hlYWRMaW5lU3R5bGUiOnsiJGlkIjoiNTUyIiwiS2luZCI6MSwiV2lkdGgiOjEsIkxlbmd0aCI6MCwiUGFyZW50U3R5bGUiOm51bGx9LCJCcmluZ1RvRnJvbnQiOnRydWUsIkVsYm93UmFkaXVzIjowLjAsIk1hcmdpbiI6eyIkaWQiOiI1NTMiLCJUb3AiOjAuMCwiTGVmdCI6MC4wLCJSaWdodCI6MC4wLCJCb3R0b20iOjAuMH0sIlBhZGRpbmciOnsiJGlkIjoiNTU0IiwiVG9wIjowLjAsIkxlZnQiOjAuMCwiUmlnaHQiOjAuMCwiQm90dG9tIjowLjB9LCJCYWNrZ3JvdW5kIjpudWxsLCJJc1Zpc2libGUiOnRydWUsIldpZHRoIjowLjAsIkhlaWdodCI6MC4wLCJCb3JkZXJTdHlsZSI6bnVsbCwiUGFyZW50U3R5bGUiOm51bGx9LCJDcml0aWNhbFBhdGhTdHlsZSI6eyIkaWQiOiI1NTUiLCJDcml0aWNhbFBhdGhTdHlsZU9wdGlvbnMiOjE1LCJMaW5lU3R5bGUiOnsiJGlkIjoiNTU2IiwiTGluZUNvbG9yIjp7IiRpZCI6IjU1NyIsIiR0eXBlIjoiTkxSRS5Db21tb24uRG9tLlNvbGlkQ29sb3JCcnVzaCwgTkxSRS5Db21tb24iLCJDb2xvciI6eyIkaWQiOiI1NTgiLCJBIjoyNTUsIlIiOjIyMiwiRyI6NTAsIkIiOjUwfX0sIkxpbmVXZWlnaHQiOjEuMCwiTGluZVR5cGUiOjAsIlBhcmVudFN0eWxlIjpudWxsfSwiVGl0bGVGb3JlZ3JvdW5kIjp7IiRpZCI6IjU1OSIsIkNvbG9yIjp7IiRpZCI6IjU2MCIsIkEiOjI1NSwiUiI6MTc2LCJHIjoxOSwiQiI6MjV9fSwiU2hhcGVzQmFja2dyb3VuZCI6eyIkaWQiOiI1NjEiLCJDb2xvciI6eyIkaWQiOiI1NjIiLCJBIjoyNTUsIlIiOjI1MywiRyI6MjAzLCJCIjoyMDh9fSwiU2hhcGVzQm9yZGVyU3R5bGUiOnsiJGlkIjoiNTYzIiwiTGluZUNvbG9yIjp7IiRpZCI6IjU2NCIsIiR0eXBlIjoiTkxSRS5Db21tb24uRG9tLlNvbGlkQ29sb3JCcnVzaCwgTkxSRS5Db21tb24iLCJDb2xvciI6eyIkaWQiOiI1NjUiLCJBIjoyNTUsIlIiOjIyMiwiRyI6NTAsIkIiOjUwfX0sIkxpbmVXZWlnaHQiOjEuNSwiTGluZVR5cGUiOjAsIlBhcmVudFN0eWxlIjpudWxsfSwiTWFyZ2luIjp7IiRpZCI6IjU2NiIsIlRvcCI6MC4wLCJMZWZ0IjowLjAsIlJpZ2h0IjowLjAsIkJvdHRvbSI6MC4wfSwiUGFkZGluZyI6eyIkaWQiOiI1NjciLCJUb3AiOjAuMCwiTGVmdCI6MC4wLCJSaWdodCI6MC4wLCJCb3R0b20iOjAuMH0sIkJhY2tncm91bmQiOm51bGwsIklzVmlzaWJsZSI6ZmFsc2UsIldpZHRoIjowLjAsIkhlaWdodCI6MC4wLCJCb3JkZXJTdHlsZSI6bnVsbCwiUGFyZW50U3R5bGUiOm51bGx9LCJUaW1lYmFuZFN0eWxlIjp7IiRpZCI6IjU2OCIsIlNjYWxlTWFya2luZyI6MSwiU2hhcGUiOjAsIlNoYXBlU3R5bGUiOnsiJGlkIjoiNTY5IiwiTWFyZ2luIjp7IiRpZCI6IjU3MCIsIlRvcCI6MC4wLCJMZWZ0IjoxMC4wLCJSaWdodCI6MTAuMCwiQm90dG9tIjowLjB9LCJQYWRkaW5nIjp7IiRpZCI6IjU3MSIsIlRvcCI6My4wLCJMZWZ0IjowLjAsIlJpZ2h0IjowLjAsIkJvdHRvbSI6My4wfSwiQmFja2dyb3VuZCI6eyIkaWQiOiI1NzIiLCJDb2xvciI6eyIkaWQiOiI1NzMiLCJBIjoyNTUsIlIiOjY4LCJHIjo4NCwiQiI6MTA2fX0sIklzVmlzaWJsZSI6dHJ1ZSwiV2lkdGgiOjg1OC4wLCJIZWlnaHQiOjIwLjAsIkJvcmRlclN0eWxlIjp7IiRpZCI6IjU3NCIsIkxpbmVDb2xvciI6eyIkaWQiOiI1NzUiLCIkdHlwZSI6Ik5MUkUuQ29tbW9uLkRvbS5Tb2xpZENvbG9yQnJ1c2gsIE5MUkUuQ29tbW9uIiwiQ29sb3IiOnsiJGlkIjoiNTc2IiwiQSI6MjU1LCJSIjoyNTUsIkciOjAsIkIiOjB9fSwiTGluZVdlaWdodCI6MC4wLCJMaW5lVHlwZSI6MCwiUGFyZW50U3R5bGUiOm51bGx9LCJQYXJlbnRTdHlsZSI6bnVsbH0sIk1pZGRsZVRpZXJTaGFwZVN0eWxlIjp7IiRpZCI6IjU3NyIsIk1hcmdpbiI6eyIkaWQiOiI1NzgiLCJUb3AiOjAuMCwiTGVmdCI6MTAuMCwiUmlnaHQiOjEwLjAsIkJvdHRvbSI6MC4wfSwiUGFkZGluZyI6eyIkaWQiOiI1NzkiLCJUb3AiOjMuMCwiTGVmdCI6MC4wLCJSaWdodCI6MC4wLCJCb3R0b20iOjMuMH0sIkJhY2tncm91bmQiOnsiJGlkIjoiNTgwIiwiQ29sb3IiOnsiJGlkIjoiNTgxIiwiQSI6MjU1LCJSIjo2OCwiRyI6ODQsIkIiOjEwNn19LCJJc1Zpc2libGUiOnRydWUsIldpZHRoIjo4NTguMCwiSGVpZ2h0IjoyMC4wLCJCb3JkZXJTdHlsZSI6eyIkaWQiOiI1ODIiLCJMaW5lQ29sb3IiOnsiJGlkIjoiNTgzIiwiJHR5cGUiOiJOTFJFLkNvbW1vbi5Eb20uU29saWRDb2xvckJydXNoLCBOTFJFLkNvbW1vbiIsIkNvbG9yIjp7IiRpZCI6IjU4NCIsIkEiOjI1NSwiUiI6MjU1LCJHIjowLCJCIjowfX0sIkxpbmVXZWlnaHQiOjAuMCwiTGluZVR5cGUiOjAsIlBhcmVudFN0eWxlIjpudWxsfSwiUGFyZW50U3R5bGUiOm51bGx9LCJCb3R0b21UaWVyU2hhcGVTdHlsZSI6eyIkaWQiOiI1ODUiLCJNYXJnaW4iOnsiJGlkIjoiNTg2IiwiVG9wIjowLjAsIkxlZnQiOjEwLjAsIlJpZ2h0IjoxMC4wLCJCb3R0b20iOjAuMH0sIlBhZGRpbmciOnsiJGlkIjoiNTg3IiwiVG9wIjozLjAsIkxlZnQiOjAuMCwiUmlnaHQiOjAuMCwiQm90dG9tIjozLjB9LCJCYWNrZ3JvdW5kIjp7IiRpZCI6IjU4OCIsIkNvbG9yIjp7IiRpZCI6IjU4OSIsIkEiOjI1NSwiUiI6NjgsIkciOjg0LCJCIjoxMDZ9fSwiSXNWaXNpYmxlIjp0cnVlLCJXaWR0aCI6ODU4LjAsIkhlaWdodCI6MjAuMCwiQm9yZGVyU3R5bGUiOnsiJGlkIjoiNTkwIiwiTGluZUNvbG9yIjp7IiRpZCI6IjU5MSIsIiR0eXBlIjoiTkxSRS5Db21tb24uRG9tLlNvbGlkQ29sb3JCcnVzaCwgTkxSRS5Db21tb24iLCJDb2xvciI6eyIkaWQiOiI1OTIiLCJBIjoyNTUsIlIiOjI1NSwiRyI6MCwiQiI6MH19LCJMaW5lV2VpZ2h0IjowLjAsIkxpbmVUeXBlIjowLCJQYXJlbnRTdHlsZSI6bnVsbH0sIlBhcmVudFN0eWxlIjpudWxsfSwiUmlnaHRFbmRDYXBzU3R5bGUiOnsiJGlkIjoiNTkzIiwiRm9udFNldHRpbmdzIjp7IiRpZCI6IjU5NCIsIkZvbnRTaXplIjoxOCwiRm9udE5hbWUiOiJDYWxpYnJpIiwiSXNCb2xkIjp0cnVlLCJJc0l0YWxpYyI6ZmFsc2UsIklzVW5kZXJsaW5lZCI6ZmFsc2UsIlBhcmVudFN0eWxlIjpudWxsfSwiQXV0b1NpemUiOjAsIkZvcmVncm91bmQiOnsiJGlkIjoiNTk1IiwiQ29sb3IiOnsiJGlkIjoiNTk2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1OTciLCJUb3AiOjAuMCwiTGVmdCI6MC4wLCJSaWdodCI6MjAuMCwiQm90dG9tIjowLjB9LCJQYWRkaW5nIjp7IiRpZCI6IjU5OCIsIlRvcCI6MC4wLCJMZWZ0IjowLjAsIlJpZ2h0IjowLjAsIkJvdHRvbSI6MC4wfSwiQmFja2dyb3VuZCI6eyIkaWQiOiI1OTkiLCJDb2xvciI6eyIkaWQiOiI2MDAiLCJBIjowLCJSIjowLCJHIjowLCJCIjowfX0sIklzVmlzaWJsZSI6ZmFsc2UsIldpZHRoIjowLjAsIkhlaWdodCI6MC4wLCJCb3JkZXJTdHlsZSI6bnVsbCwiUGFyZW50U3R5bGUiOm51bGx9LCJMZWZ0RW5kQ2Fwc1N0eWxlIjp7IiRpZCI6IjYwMSIsIkZvbnRTZXR0aW5ncyI6eyIkaWQiOiI2MDIiLCJGb250U2l6ZSI6MTgsIkZvbnROYW1lIjoiQ2FsaWJyaSIsIklzQm9sZCI6dHJ1ZSwiSXNJdGFsaWMiOmZhbHNlLCJJc1VuZGVybGluZWQiOmZhbHNlLCJQYXJlbnRTdHlsZSI6bnVsbH0sIkF1dG9TaXplIjowLCJGb3JlZ3JvdW5kIjp7IiRpZCI6IjYwMyIsIkNvbG9yIjp7IiRpZCI6IjYwNC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NjA1IiwiVG9wIjowLjAsIkxlZnQiOjMzLjY0MzMzMzMzMzMzMzMzMSwiUmlnaHQiOjAuMCwiQm90dG9tIjowLjB9LCJQYWRkaW5nIjp7IiRpZCI6IjYwNiIsIlRvcCI6MC4wLCJMZWZ0IjowLjAsIlJpZ2h0IjowLjAsIkJvdHRvbSI6MC4wfSwiQmFja2dyb3VuZCI6eyIkaWQiOiI2MDciLCJDb2xvciI6eyIkaWQiOiI2MDgiLCJBIjowLCJSIjowLCJHIjowLCJCIjowfX0sIklzVmlzaWJsZSI6ZmFsc2UsIldpZHRoIjowLjAsIkhlaWdodCI6MC4wLCJCb3JkZXJTdHlsZSI6bnVsbCwiUGFyZW50U3R5bGUiOm51bGx9LCJUb2RheVRleHRTdHlsZSI6eyIkaWQiOiI2MDkiLCJGb250U2V0dGluZ3MiOnsiJGlkIjoiNjEwIiwiRm9udFNpemUiOjEyLCJGb250TmFtZSI6IkNhbGlicmkiLCJJc0JvbGQiOmZhbHNlLCJJc0l0YWxpYyI6ZmFsc2UsIklzVW5kZXJsaW5lZCI6ZmFsc2UsIlBhcmVudFN0eWxlIjpudWxsfSwiQXV0b1NpemUiOjAsIkZvcmVncm91bmQiOnsiJGlkIjoiNjExIiwiQ29sb3IiOnsiJGlkIjoiNjEy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YxMyIsIlRvcCI6MC4wLCJMZWZ0IjowLjAsIlJpZ2h0IjowLjAsIkJvdHRvbSI6MC4wfSwiUGFkZGluZyI6eyIkaWQiOiI2MTQiLCJUb3AiOjAuMCwiTGVmdCI6MC4wLCJSaWdodCI6MC4wLCJCb3R0b20iOjAuMH0sIkJhY2tncm91bmQiOnsiJGlkIjoiNjE1IiwiQ29sb3IiOnsiJGlkIjoiNjE2IiwiQSI6MCwiUiI6MCwiRyI6MCwiQiI6MH19LCJJc1Zpc2libGUiOnRydWUsIldpZHRoIjowLjAsIkhlaWdodCI6MC4wLCJCb3JkZXJTdHlsZSI6bnVsbCwiUGFyZW50U3R5bGUiOm51bGx9LCJUb2RheU1hcmtlclN0eWxlIjp7IiRpZCI6IjYxNyIsIk1hcmdpbiI6eyIkaWQiOiI2MTgiLCJUb3AiOjAuMCwiTGVmdCI6MC4wLCJSaWdodCI6MC4wLCJCb3R0b20iOjAuMH0sIlBhZGRpbmciOnsiJGlkIjoiNjE5IiwiVG9wIjowLjAsIkxlZnQiOjAuMCwiUmlnaHQiOjAuMCwiQm90dG9tIjowLjB9LCJCYWNrZ3JvdW5kIjp7IiRpZCI6IjYyMCIsIkNvbG9yIjp7IiRpZCI6IjYyMSIsIkEiOjI1NSwiUiI6MjU1LCJHIjowLCJCIjowfX0sIklzVmlzaWJsZSI6dHJ1ZSwiV2lkdGgiOjAuMCwiSGVpZ2h0IjowLjAsIkJvcmRlclN0eWxlIjpudWxsLCJQYXJlbnRTdHlsZSI6bnVsbH0sIlNjYWxlU3R5bGUiOnsiJGlkIjoiNjIyIiwiU2hhcGUiOjMsIlNob3dTZWdtZW50U2VwYXJhdG9ycyI6dHJ1ZSwiU2VnbWVudFNlcGFyYXRvck9wYWNpdHkiOjMwLCJIYXNCZWVuVmlzaWJsZUJlZm9yZSI6dHJ1ZSwiRm9udFNldHRpbmdzIjp7IiRpZCI6IjYyMyIsIkZvbnRTaXplIjoxMiwiRm9udE5hbWUiOiJDYWxpYnJpIiwiSXNCb2xkIjpmYWxzZSwiSXNJdGFsaWMiOmZhbHNlLCJJc1VuZGVybGluZWQiOmZhbHNlLCJQYXJlbnRTdHlsZSI6bnVsbH0sIkF1dG9TaXplIjowLCJGb3JlZ3JvdW5kIjp7IiRpZCI6IjYyNCIsIkNvbG9yIjp7IiRpZCI6IjYyNS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2MjYiLCJUb3AiOjAuMCwiTGVmdCI6NS4wLCJSaWdodCI6MC4wLCJCb3R0b20iOjAuMH0sIlBhZGRpbmciOnsiJGlkIjoiNjI3IiwiVG9wIjowLjAsIkxlZnQiOjAuMCwiUmlnaHQiOjAuMCwiQm90dG9tIjowLjB9LCJCYWNrZ3JvdW5kIjp7IiRpZCI6IjYyOCIsIkNvbG9yIjp7IiRpZCI6IjYyOSIsIkEiOjAsIlIiOjAsIkciOjAsIkIiOjB9fSwiSXNWaXNpYmxlIjp0cnVlLCJXaWR0aCI6MC4wLCJIZWlnaHQiOjAuMCwiQm9yZGVyU3R5bGUiOm51bGwsIlBhcmVudFN0eWxlIjpudWxsfSwiU2luZ2xlU2NhbGVTaGFwZVN0eWxlIjp7IiRpZCI6IjYzMCIsIlNoYXBlIjowLCJIZWlnaHQiOjAuMH0sIk1pZGRsZVRpZXJTY2FsZVN0eWxlIjp7IiRpZCI6IjYzMSIsIlNoYXBlIjozLCJTaG93U2VnbWVudFNlcGFyYXRvcnMiOnRydWUsIlNlZ21lbnRTZXBhcmF0b3JPcGFjaXR5IjozMCwiSGFzQmVlblZpc2libGVCZWZvcmUiOmZhbHNlLCJGb250U2V0dGluZ3MiOnsiJGlkIjoiNjMyIiwiRm9udFNpemUiOjEyLCJGb250TmFtZSI6IkNhbGlicmkiLCJJc0JvbGQiOmZhbHNlLCJJc0l0YWxpYyI6ZmFsc2UsIklzVW5kZXJsaW5lZCI6ZmFsc2UsIlBhcmVudFN0eWxlIjpudWxsfSwiQXV0b1NpemUiOjAsIkZvcmVncm91bmQiOnsiJGlkIjoiNjMzIiwiQ29sb3IiOnsiJGlkIjoiNjM0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YzNSIsIlRvcCI6MC4wLCJMZWZ0Ijo1LjAsIlJpZ2h0IjowLjAsIkJvdHRvbSI6MC4wfSwiUGFkZGluZyI6eyIkaWQiOiI2MzYiLCJUb3AiOjAuMCwiTGVmdCI6MC4wLCJSaWdodCI6MC4wLCJCb3R0b20iOjAuMH0sIkJhY2tncm91bmQiOnsiJGlkIjoiNjM3IiwiQ29sb3IiOnsiJGlkIjoiNjM4IiwiQSI6MCwiUiI6MCwiRyI6MCwiQiI6MH19LCJJc1Zpc2libGUiOmZhbHNlLCJXaWR0aCI6MC4wLCJIZWlnaHQiOjAuMCwiQm9yZGVyU3R5bGUiOm51bGwsIlBhcmVudFN0eWxlIjpudWxsfSwiQm90dG9tVGllclNjYWxlU3R5bGUiOnsiJGlkIjoiNjM5IiwiU2hhcGUiOjMsIlNob3dTZWdtZW50U2VwYXJhdG9ycyI6dHJ1ZSwiU2VnbWVudFNlcGFyYXRvck9wYWNpdHkiOjMwLCJIYXNCZWVuVmlzaWJsZUJlZm9yZSI6ZmFsc2UsIkZvbnRTZXR0aW5ncyI6eyIkaWQiOiI2NDAiLCJGb250U2l6ZSI6MTIsIkZvbnROYW1lIjoiQ2FsaWJyaSIsIklzQm9sZCI6ZmFsc2UsIklzSXRhbGljIjpmYWxzZSwiSXNVbmRlcmxpbmVkIjpmYWxzZSwiUGFyZW50U3R5bGUiOm51bGx9LCJBdXRvU2l6ZSI6MCwiRm9yZWdyb3VuZCI6eyIkaWQiOiI2NDEiLCJDb2xvciI6eyIkaWQiOiI2NDI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NjQzIiwiVG9wIjowLjAsIkxlZnQiOjUuMCwiUmlnaHQiOjAuMCwiQm90dG9tIjowLjB9LCJQYWRkaW5nIjp7IiRpZCI6IjY0NCIsIlRvcCI6MC4wLCJMZWZ0IjowLjAsIlJpZ2h0IjowLjAsIkJvdHRvbSI6MC4wfSwiQmFja2dyb3VuZCI6eyIkaWQiOiI2NDUiLCJDb2xvciI6eyIkaWQiOiI2NDYiLCJBIjowLCJSIjowLCJHIjowLCJCIjowfX0sIklzVmlzaWJsZSI6ZmFsc2UsIldpZHRoIjowLjAsIkhlaWdodCI6MC4wLCJCb3JkZXJTdHlsZSI6bnVsbCwiUGFyZW50U3R5bGUiOm51bGx9LCJFbGFwc2VkVGltZUJhY2tncm91bmQiOnsiJGlkIjoiNjQ3IiwiQ29sb3IiOnsiJGlkIjoiNjQ4IiwiQSI6MTkxLCJSIjoyNTUsIkciOjAsIkIiOjB9fSwiQXBwZW5kWWVhck9uWWVhckNoYW5nZSI6ZmFsc2UsIkVsYXBzZWRUaW1lRm9ybWF0IjoyLCJUb2RheU1hcmtlclBvc2l0aW9uIjoyLCJRdWlja1Bvc2l0aW9uIjozLCJBYnNvbHV0ZVBvc2l0aW9uIjoxMTIuNDY2MTQxLCJNYXJnaW4iOnsiJGlkIjoiNjQ5IiwiVG9wIjowLjAsIkxlZnQiOjEwLjAsIlJpZ2h0IjoxMC4wLCJCb3R0b20iOjAuMH0sIlBhZGRpbmciOnsiJGlkIjoiNjUwIiwiVG9wIjowLjAsIkxlZnQiOjAuMCwiUmlnaHQiOjAuMCwiQm90dG9tIjowLjB9LCJCYWNrZ3JvdW5kIjp7IiRpZCI6IjY1MSIsIkNvbG9yIjp7IiRpZCI6IjY1MiIsIkEiOjI1NSwiUiI6NDcsIkciOjU0LCJCIjoxNTN9fSwiSXNWaXNpYmxlIjp0cnVlLCJXaWR0aCI6MC4wLCJIZWlnaHQiOjAuMCwiQm9yZGVyU3R5bGUiOm51bGwsIlBhcmVudFN0eWxlIjpudWxsfSwiRGVmYXVsdE1pbGVzdG9uZVN0eWxlIjp7IiRpZCI6IjY1MyIsIlNoYXBlIjoyLCJDb25uZWN0b3JNYXJnaW4iOnsiJGlkIjoiNjU0IiwiVG9wIjowLjAsIkxlZnQiOjIuMCwiUmlnaHQiOjIuMCwiQm90dG9tIjowLjB9LCJDb25uZWN0b3JTdHlsZSI6eyIkaWQiOiI2NTUiLCJMaW5lQ29sb3IiOnsiJGlkIjoiNjU2IiwiJHR5cGUiOiJOTFJFLkNvbW1vbi5Eb20uU29saWRDb2xvckJydXNoLCBOTFJFLkNvbW1vbiIsIkNvbG9yIjp7IiRpZCI6IjY1NyIsIkEiOjEyNywiUiI6NzksIkciOjEyOSwiQiI6MTg5fX0sIkxpbmVXZWlnaHQiOjEuMCwiTGluZVR5cGUiOjAsIlBhcmVudFN0eWxlIjpudWxsfSwiSXNCZWxvd1RpbWViYW5kIjpmYWxzZSwiUG9zaXRpb25PblRhc2siOjAsIkhpZGVEYXRlIjpmYWxzZSwiU2hhcGVTaXplIjoxLCJTcGFjaW5nIjoyLjAsIlBhZGRpbmciOnsiJGlkIjoiNjU4IiwiVG9wIjo3LjAsIkxlZnQiOjMuMCwiUmlnaHQiOjAuMCwiQm90dG9tIjoyLjB9LCJTaGFwZVN0eWxlIjp7IiRpZCI6IjY1OSIsIk1hcmdpbiI6eyIkcmVmIjoiOCJ9LCJQYWRkaW5nIjp7IiRyZWYiOiI5In0sIkJhY2tncm91bmQiOnsiJGlkIjoiNjYwIiwiQ29sb3IiOnsiJGlkIjoiNjYxIiwiQSI6MjU1LCJSIjowLCJHIjoxMTQsIkIiOjE4OH19LCJJc1Zpc2libGUiOnRydWUsIldpZHRoIjoxMy4wLCJIZWlnaHQiOjEzLjAsIkJvcmRlclN0eWxlIjp7IiRpZCI6IjY2MiIsIkxpbmVDb2xvciI6eyIkaWQiOiI2NjMiLCIkdHlwZSI6Ik5MUkUuQ29tbW9uLkRvbS5Tb2xpZENvbG9yQnJ1c2gsIE5MUkUuQ29tbW9uIiwiQ29sb3IiOnsiJGlkIjoiNjY0IiwiQSI6MjU1LCJSIjoyNTUsIkciOjAsIkIiOjB9fSwiTGluZVdlaWdodCI6MC4wLCJMaW5lVHlwZSI6MCwiUGFyZW50U3R5bGUiOm51bGx9LCJQYXJlbnRTdHlsZSI6bnVsbH0sIlRpdGxlU3R5bGUiOnsiJGlkIjoiNjY1IiwiRm9udFNldHRpbmdzIjp7IiRpZCI6IjY2NiIsIkZvbnRTaXplIjoxMSwiRm9udE5hbWUiOiJDYWxpYnJpIiwiSXNCb2xkIjp0cnVlLCJJc0l0YWxpYyI6ZmFsc2UsIklzVW5kZXJsaW5lZCI6ZmFsc2UsIlBhcmVudFN0eWxlIjpudWxsfSwiQXV0b1NpemUiOjAsIkZvcmVncm91bmQiOnsiJHJlZiI6IjQ1In0sIk1heFdpZHRoIjoyMDAuMCwiTWF4SGVpZ2h0IjoiSW5maW5pdHkiLCJTbWFydEZvcmVncm91bmRJc0FjdGl2ZSI6ZmFsc2UsIkhvcml6b250YWxBbGlnbm1lbnQiOjAsIlZlcnRpY2FsQWxpZ25tZW50IjowLCJTbWFydEZvcmVncm91bmQiOm51bGwsIkJhY2tncm91bmRGaWxsVHlwZSI6MCwiTWFyZ2luIjp7IiRyZWYiOiIxOSJ9LCJQYWRkaW5nIjp7IiRyZWYiOiIyMCJ9LCJCYWNrZ3JvdW5kIjp7IiRyZWYiOiI0NyJ9LCJJc1Zpc2libGUiOnRydWUsIldpZHRoIjowLjAsIkhlaWdodCI6MC4wLCJCb3JkZXJTdHlsZSI6bnVsbCwiUGFyZW50U3R5bGUiOm51bGx9LCJEYXRlU3R5bGUiOnsiJGlkIjoiNjY3IiwiRm9udFNldHRpbmdzIjp7IiRpZCI6IjY2OCIsIkZvbnRTaXplIjoxMCwiRm9udE5hbWUiOiJDYWxpYnJpIiwiSXNCb2xkIjpmYWxzZSwiSXNJdGFsaWMiOmZhbHNlLCJJc1VuZGVybGluZWQiOmZhbHNlLCJQYXJlbnRTdHlsZSI6bnVsbH0sIkF1dG9TaXplIjowLCJGb3JlZ3JvdW5kIjp7IiRpZCI6IjY2OSIsIkNvbG9yIjp7IiRpZCI6IjY3M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HJlZiI6IjI3In0sIlBhZGRpbmciOnsiJHJlZiI6IjI4In0sIkJhY2tncm91bmQiOnsiJHJlZiI6IjUxIn0sIklzVmlzaWJsZSI6dHJ1ZSwiV2lkdGgiOjAuMCwiSGVpZ2h0IjowLjAsIkJvcmRlclN0eWxlIjpudWxsLCJQYXJlbnRTdHlsZSI6bnVsbH0sIkRhdGVGb3JtYXQiOnsiJGlkIjoiNjc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Y3MiIsIkZvcm1hdCI6MCwiSXNWaXNpYmxlIjpmYWxzZSwiTGFzdEtub3duVmlzaWJpbGl0eVN0YXRlIjpmYWxzZX0sIklzVmlzaWJsZSI6dHJ1ZSwiUGFyZW50U3R5bGUiOm51bGx9LCJEZWZhdWx0VGFza1N0eWxlIjp7IiRpZCI6IjY3MyIsIlNoYXBlIjoxLCJTaGFwZVRoaWNrbmVzcyI6MCwiRHVyYXRpb25Gb3JtYXQiOjAsIkluY2x1ZGVOb25Xb3JraW5nRGF5c0luRHVyYXRpb24iOmZhbHNlLCJQZXJjZW50YWdlQ29tcGxldGVTdHlsZSI6eyIkaWQiOiI2NzQiLCJGb250U2V0dGluZ3MiOnsiJGlkIjoiNjc1IiwiRm9udFNpemUiOjEwLCJGb250TmFtZSI6IkNhbGlicmkiLCJJc0JvbGQiOmZhbHNlLCJJc0l0YWxpYyI6ZmFsc2UsIklzVW5kZXJsaW5lZCI6ZmFsc2UsIlBhcmVudFN0eWxlIjpudWxsfSwiQXV0b1NpemUiOjAsIkZvcmVncm91bmQiOnsiJGlkIjoiNjc2IiwiQ29sb3IiOnsiJGlkIjoiNjc3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jc4IiwiVG9wIjowLjAsIkxlZnQiOjAuMCwiUmlnaHQiOjAuMCwiQm90dG9tIjowLjB9LCJQYWRkaW5nIjp7IiRpZCI6IjY3OSIsIlRvcCI6MC4wLCJMZWZ0IjowLjAsIlJpZ2h0IjowLjAsIkJvdHRvbSI6MC4wfSwiQmFja2dyb3VuZCI6eyIkaWQiOiI2ODAiLCJDb2xvciI6eyIkaWQiOiI2ODEiLCJBIjowLCJSIjowLCJHIjowLCJCIjowfX0sIklzVmlzaWJsZSI6dHJ1ZSwiV2lkdGgiOjAuMCwiSGVpZ2h0IjowLjAsIkJvcmRlclN0eWxlIjpudWxsLCJQYXJlbnRTdHlsZSI6bnVsbH0sIkR1cmF0aW9uU3R5bGUiOnsiJGlkIjoiNjgyIiwiRm9udFNldHRpbmdzIjp7IiRpZCI6IjY4MyIsIkZvbnRTaXplIjoxMCwiRm9udE5hbWUiOiJDYWxpYnJpIiwiSXNCb2xkIjpmYWxzZSwiSXNJdGFsaWMiOmZhbHNlLCJJc1VuZGVybGluZWQiOmZhbHNlLCJQYXJlbnRTdHlsZSI6bnVsbH0sIkF1dG9TaXplIjowLCJGb3JlZ3JvdW5kIjp7IiRpZCI6IjY4NCIsIkNvbG9yIjp7IiRpZCI6IjY4N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Y4NiIsIlRvcCI6MC4wLCJMZWZ0IjowLjAsIlJpZ2h0IjowLjAsIkJvdHRvbSI6MC4wfSwiUGFkZGluZyI6eyIkaWQiOiI2ODciLCJUb3AiOjAuMCwiTGVmdCI6MC4wLCJSaWdodCI6MC4wLCJCb3R0b20iOjAuMH0sIkJhY2tncm91bmQiOnsiJGlkIjoiNjg4IiwiQ29sb3IiOnsiJGlkIjoiNjg5IiwiQSI6MCwiUiI6MCwiRyI6MCwiQiI6MH19LCJJc1Zpc2libGUiOnRydWUsIldpZHRoIjowLjAsIkhlaWdodCI6MC4wLCJCb3JkZXJTdHlsZSI6bnVsbCwiUGFyZW50U3R5bGUiOm51bGx9LCJIb3Jpem9udGFsQ29ubmVjdG9yU3R5bGUiOnsiJGlkIjoiNjkwIiwiTGluZUNvbG9yIjp7IiRpZCI6IjY5MSIsIiR0eXBlIjoiTkxSRS5Db21tb24uRG9tLlNvbGlkQ29sb3JCcnVzaCwgTkxSRS5Db21tb24iLCJDb2xvciI6eyIkaWQiOiI2OTIiLCJBIjoyNTUsIlIiOjIwNCwiRyI6MjA0LCJCIjoyMDR9fSwiTGluZVdlaWdodCI6MS4wLCJMaW5lVHlwZSI6MCwiUGFyZW50U3R5bGUiOm51bGx9LCJWZXJ0aWNhbENvbm5lY3RvclN0eWxlIjp7IiRpZCI6IjY5MyIsIkxpbmVDb2xvciI6eyIkaWQiOiI2OTQiLCIkdHlwZSI6Ik5MUkUuQ29tbW9uLkRvbS5Tb2xpZENvbG9yQnJ1c2gsIE5MUkUuQ29tbW9uIiwiQ29sb3IiOnsiJGlkIjoiNjk1IiwiQSI6MjU1LCJSIjoyMDQsIkciOjIwNCwiQiI6MjA0fX0sIkxpbmVXZWlnaHQiOjAuMCwiTGluZVR5cGUiOjAsIlBhcmVudFN0eWxlIjpudWxsfSwiTWFyZ2luIjpudWxsLCJTdGFydERhdGVQb3NpdGlvbiI6MywiRW5kRGF0ZVBvc2l0aW9uIjozLCJEYXRlSXNWaXNpYmxlIjp0cnVlLCJUaXRsZVBvc2l0aW9uIjo0LCJEdXJhdGlvblBvc2l0aW9uIjo2LCJQZXJjZW50YWdlQ29tcGxldGVkUG9zaXRpb24iOjYsIlNwYWNpbmciOjUsIklzQmVsb3dUaW1lYmFuZCI6ZmFsc2UsIlBlcmNlbnRhZ2VDb21wbGV0ZVNoYXBlT3BhY2l0eSI6MzUsIlNoYXBlU3R5bGUiOnsiJGlkIjoiNjk2IiwiTWFyZ2luIjp7IiRpZCI6IjY5NyIsIlRvcCI6MC4wLCJMZWZ0Ijo0LjAsIlJpZ2h0Ijo0LjAsIkJvdHRvbSI6MC4wfSwiUGFkZGluZyI6eyIkaWQiOiI2OTgiLCJUb3AiOjAuMCwiTGVmdCI6MC4wLCJSaWdodCI6MC4wLCJCb3R0b20iOjAuMH0sIkJhY2tncm91bmQiOnsiJGlkIjoiNjk5IiwiQ29sb3IiOnsiJGlkIjoiNzAwIiwiQSI6MjU1LCJSIjowLCJHIjoxMTQsIkIiOjE4OH19LCJJc1Zpc2libGUiOnRydWUsIldpZHRoIjowLjAsIkhlaWdodCI6MTAuMCwiQm9yZGVyU3R5bGUiOnsiJGlkIjoiNzAxIiwiTGluZUNvbG9yIjp7IiRpZCI6IjcwMiIsIiR0eXBlIjoiTkxSRS5Db21tb24uRG9tLlNvbGlkQ29sb3JCcnVzaCwgTkxSRS5Db21tb24iLCJDb2xvciI6eyIkaWQiOiI3MDMiLCJBIjoyNTUsIlIiOjI1NSwiRyI6MCwiQiI6MH19LCJMaW5lV2VpZ2h0IjowLjAsIkxpbmVUeXBlIjowLCJQYXJlbnRTdHlsZSI6bnVsbH0sIlBhcmVudFN0eWxlIjpudWxsfSwiVGl0bGVTdHlsZSI6eyIkaWQiOiI3MDQiLCJGb250U2V0dGluZ3MiOnsiJGlkIjoiNzA1IiwiRm9udFNpemUiOjExLCJGb250TmFtZSI6IkNhbGlicmkiLCJJc0JvbGQiOnRydWUsIklzSXRhbGljIjpmYWxzZSwiSXNVbmRlcmxpbmVkIjpmYWxzZSwiUGFyZW50U3R5bGUiOm51bGx9LCJBdXRvU2l6ZSI6MCwiRm9yZWdyb3VuZCI6eyIkaWQiOiI3MDYiLCJDb2xvciI6eyIkaWQiOiI3MDciLCJBIjoyNTUsIlIiOjAsIkciOjAsIkIiOjB9fSwiTWF4V2lkdGgiOjk2MC4wLCJNYXhIZWlnaHQiOiJJbmZpbml0eSIsIlNtYXJ0Rm9yZWdyb3VuZElzQWN0aXZlIjpmYWxzZSwiSG9yaXpvbnRhbEFsaWdubWVudCI6MCwiVmVydGljYWxBbGlnbm1lbnQiOjAsIlNtYXJ0Rm9yZWdyb3VuZCI6bnVsbCwiQmFja2dyb3VuZEZpbGxUeXBlIjowLCJNYXJnaW4iOnsiJGlkIjoiNzA4IiwiVG9wIjowLjAsIkxlZnQiOjAuMCwiUmlnaHQiOjAuMCwiQm90dG9tIjowLjB9LCJQYWRkaW5nIjp7IiRpZCI6IjcwOSIsIlRvcCI6MC4wLCJMZWZ0IjowLjAsIlJpZ2h0IjowLjAsIkJvdHRvbSI6MC4wfSwiQmFja2dyb3VuZCI6eyIkaWQiOiI3MTAiLCJDb2xvciI6eyIkaWQiOiI3MTEiLCJBIjowLCJSIjowLCJHIjowLCJCIjowfX0sIklzVmlzaWJsZSI6dHJ1ZSwiV2lkdGgiOjAuMCwiSGVpZ2h0IjowLjAsIkJvcmRlclN0eWxlIjpudWxsLCJQYXJlbnRTdHlsZSI6bnVsbH0sIkRhdGVTdHlsZSI6eyIkaWQiOiI3MTIiLCJGb250U2V0dGluZ3MiOnsiJGlkIjoiNzEzIiwiRm9udFNpemUiOjEwLCJGb250TmFtZSI6IkNhbGlicmkiLCJJc0JvbGQiOmZhbHNlLCJJc0l0YWxpYyI6ZmFsc2UsIklzVW5kZXJsaW5lZCI6ZmFsc2UsIlBhcmVudFN0eWxlIjpudWxsfSwiQXV0b1NpemUiOjAsIkZvcmVncm91bmQiOnsiJGlkIjoiNzE0IiwiQ29sb3IiOnsiJGlkIjoiNzE1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3MTYiLCJUb3AiOjAuMCwiTGVmdCI6MC4wLCJSaWdodCI6MC4wLCJCb3R0b20iOjAuMH0sIlBhZGRpbmciOnsiJGlkIjoiNzE3IiwiVG9wIjowLjAsIkxlZnQiOjAuMCwiUmlnaHQiOjAuMCwiQm90dG9tIjowLjB9LCJCYWNrZ3JvdW5kIjp7IiRpZCI6IjcxOCIsIkNvbG9yIjp7IiRpZCI6IjcxOSIsIkEiOjAsIlIiOjAsIkciOjAsIkIiOjB9fSwiSXNWaXNpYmxlIjp0cnVlLCJXaWR0aCI6MC4wLCJIZWlnaHQiOjAuMCwiQm9yZGVyU3R5bGUiOm51bGwsIlBhcmVudFN0eWxlIjpudWxsfSwiRGF0ZUZvcm1hdCI6eyIkaWQiOiI3Mj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zIxIiwiRm9ybWF0IjowLCJJc1Zpc2libGUiOmZhbHNlLCJMYXN0S25vd25WaXNpYmlsaXR5U3RhdGUiOmZhbHNlfSwiSXNWaXNpYmxlIjp0cnVlLCJQYXJlbnRTdHlsZSI6bnVsbCwiX2V4cGxpY2l0bHlTZXQiOnsiJGlkIjoiNzIy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dyaWRsaW5lUGFuZWxTdHlsZSI6eyIkaWQiOiI3MjMiLCJHcmlkbGluZVN0eWxlIjp7IiRpZCI6IjcyNCIsIkxpbmVDb2xvciI6eyIkaWQiOiI3MjUiLCIkdHlwZSI6Ik5MUkUuQ29tbW9uLkRvbS5Tb2xpZENvbG9yQnJ1c2gsIE5MUkUuQ29tbW9uIiwiQ29sb3IiOnsiJGlkIjoiNzI2IiwiQSI6MzgsIlIiOjI0NSwiRyI6MTM4LCJCIjoxMDR9fSwiTGluZVdlaWdodCI6MS4wLCJMaW5lVHlwZSI6MCwiUGFyZW50U3R5bGUiOm51bGx9LCJNYXJnaW4iOnsiJGlkIjoiNzI3IiwiVG9wIjowLjAsIkxlZnQiOjAuMCwiUmlnaHQiOjAuMCwiQm90dG9tIjowLjB9LCJQYWRkaW5nIjp7IiRpZCI6IjcyOCIsIlRvcCI6MC4wLCJMZWZ0IjowLjAsIlJpZ2h0IjowLjAsIkJvdHRvbSI6MC4wfSwiQmFja2dyb3VuZCI6bnVsbCwiSXNWaXNpYmxlIjp0cnVlLCJXaWR0aCI6MC4wLCJIZWlnaHQiOjAuMCwiQm9yZGVyU3R5bGUiOnsiJGlkIjoiNzI5IiwiTGluZUNvbG9yIjpudWxsLCJMaW5lV2VpZ2h0IjowLjAsIkxpbmVUeXBlIjowLCJQYXJlbnRTdHlsZSI6bnVsbH0sIlBhcmVudFN0eWxlIjpudWxsfSwiQWN0aXZpdHlMaW5lUGFuZWxTdHlsZSI6eyIkaWQiOiI3MzAiLCJBY3Rpdml0eUxpbmVTdHlsZSI6eyIkaWQiOiI3MzEiLCJMaW5lQ29sb3IiOnsiJGlkIjoiNzMyIiwiJHR5cGUiOiJOTFJFLkNvbW1vbi5Eb20uU29saWRDb2xvckJydXNoLCBOTFJFLkNvbW1vbiIsIkNvbG9yIjp7IiRpZCI6IjczMyIsIkEiOjM4LCJSIjo2OCwiRyI6MTE0LCJCIjoxOTZ9fSwiTGluZVdlaWdodCI6MS4wLCJMaW5lVHlwZSI6MCwiUGFyZW50U3R5bGUiOm51bGx9LCJNYXJnaW4iOnsiJGlkIjoiNzM0IiwiVG9wIjowLjAsIkxlZnQiOjAuMCwiUmlnaHQiOjAuMCwiQm90dG9tIjowLjB9LCJQYWRkaW5nIjp7IiRpZCI6IjczNSIsIlRvcCI6MC4wLCJMZWZ0IjowLjAsIlJpZ2h0IjowLjAsIkJvdHRvbSI6MC4wfSwiQmFja2dyb3VuZCI6bnVsbCwiSXNWaXNpYmxlIjp0cnVlLCJXaWR0aCI6MC4wLCJIZWlnaHQiOjAuMCwiQm9yZGVyU3R5bGUiOnsiJGlkIjoiNzM2IiwiTGluZUNvbG9yIjpudWxsLCJMaW5lV2VpZ2h0IjowLjAsIkxpbmVUeXBlIjowLCJQYXJlbnRTdHlsZSI6bnVsbH0sIlBhcmVudFN0eWxlIjpudWxsfSwiU2hvd0VsYXBzZWRUaW1lR3JhZGllbnRTdHlsZSI6ZmFsc2UsIlRpbWViYW5kUmVzZXJ2ZWRMZWZ0QXJlYVN0eWxlIjp7IiRpZCI6IjczNyIsIkFjdGl2aXR5SGVhZGVyV2lkdGgiOjAuMCwiSXNTZXQiOmZhbHNlfSwiRGVmYXVsdFN3aW1sYW5lU3R5bGUiOm51bGx9LCJTY2FsZSI6bnVsbCwiU2NhbGVWMiI6eyIkaWQiOiI3MzgiLCJTdGFydERhdGUiOiIwMDAxLTAxLTAxVDAwOjAwOjAwIiwiRW5kRGF0ZSI6IjIwMjktMDEtMTNUMjM6NTk6MDAiLCJBdXRvRGF0ZVJhbmdlIjp0cnVlLCJXb3JraW5nRGF5cyI6MzEsIkZpc2NhbFllYXIiOnsiJGlkIjoiNzM5IiwiU3RhcnRNb250aCI6MSwiVXNlU3RhcnRpbmdZZWFyRm9yTnVtYmVyaW5nIjp0cnVlLCJTaG93RmlzY2FsWWVhckxhYmVsIjp0cnVlfSwiVG9kYXlNYXJrZXJUZXh0IjoiVG9kYXkiLCJBdXRvU2NhbGVUeXBlIjp0cnVlLCJUaW1lYmFuZFNjYWxlcyI6eyIkaWQiOiI3NDAiLCJUb3BTY2FsZUxheWVyIjp7IiRpZCI6Ijc0MSIsIkZvcm1hdCI6Ik1NTSIsIlR5cGUiOjJ9LCJNaWRkbGVTY2FsZUxheWVyIjp7IiRpZCI6Ijc0MiIsIkZvcm1hdCI6bnVsbCwiVHlwZSI6MH0sIkJvdHRvbVNjYWxlTGF5ZXIiOnsiJGlkIjoiNzQzIiwiRm9ybWF0IjpudWxsLCJUeXBlIjowfX19LCJNaWxlc3RvbmVzIjpbXSwiVGFza3MiOltdLCJTd2ltbGFuZXMiOltdLCJNc1Byb2plY3RJdGVtc1RyZWUiOnsiJGlkIjoiNzQ0IiwiUm9vdCI6eyJJbXBvcnRJZCI6bnVsbCwiSXNJbXBvcnRlZCI6ZmFsc2UsIkNoaWxkcmVuIjpbXX19LCJNZXRhZGF0YSI6eyIkaWQiOiI3NDUiLCJSZWNlbnRDb2xvcnNDb2xsZWN0aW9uIjoiW10iLCJTb3VyY2VUZW1wbGF0ZSI6IntcIiRpZFwiOlwiMVwiLFwiSWRcIjpcImNjMjZmODYzLTI3Y2UtNDgwZS1hNTg5LWIzZjEyZjJkNmViMFwiLFwiQ3VsdHVyZUluZm9OYW1lXCI6XCJlbi1VU1wiLFwiVmVyc2lvblwiOntcIiRpZFwiOlwiMlwiLFwiVGVtcGxhdGVEb21WZXJzaW9uXCI6XCIxLjMuMVwifSxcIkVmZmVjdFwiOjEsXCJTdHlsZVwiOntcIiRpZFwiOlwiM1wiLFwiVGltZWJhbmRTdHlsZVwiOntcIiRpZFwiOlwiNFwiLFwiU2NhbGVNYXJraW5nXCI6MSxcIlNoYXBlXCI6MTAsXCJTaGFwZVN0eWxlXCI6e1wiJGlkXCI6XCI1XCIsXCJNYXJnaW5cIjp7XCIkaWRcIjpcIjZcIixcIlRvcFwiOjAuMCxcIkxlZnRcIjoxMC4wLFwiUmlnaHRcIjoxMC4wLFwiQm90dG9tXCI6MC4wfSxcIlBhZGRpbmdcIjp7XCIkaWRcIjpcIjdcIixcIlRvcFwiOjMuMCxcIkxlZnRcIjowLjAsXCJSaWdodFwiOjAuMCxcIkJvdHRvbVwiOjMuMH0sXCJCYWNrZ3JvdW5kXCI6e1wiJGlkXCI6XCI4XCIsXCJDb2xvclwiOntcIiRpZFwiOlwiOVwiLFwiQVwiOjI1NSxcIlJcIjo2OCxcIkdcIjo4NCxcIkJcIjoxMDZ9fSxcIklzVmlzaWJsZVwiOnRydWUsXCJXaWR0aFwiOjg1OC4wLFwiSGVpZ2h0XCI6MjAuMCxcIkJvcmRlclN0eWxlXCI6e1wiJGlkXCI6XCIxMFwiLFwiTGluZUNvbG9yXCI6e1wiJGlkXCI6XCIxMVwiLFwiJHR5cGVcIjpcIk5MUkUuQ29tbW9uLkRvbS5Tb2xpZENvbG9yQnJ1c2gsIE5MUkUuQ29tbW9uXCIsXCJDb2xvclwiOntcIiRpZFwiOlwiMTJcIixcIkFcIjoyNTUsXCJSXCI6MjU1LFwiR1wiOjAsXCJCXCI6MH19LFwiTGluZVdlaWdodFwiOjAuMCxcIkxpbmVUeXBlXCI6MH19LFwiTWlkZGxlVGllclNoYXBlU3R5bGVcIjp7XCIkaWRcIjpcIjEzXCIsXCJNYXJnaW5cIjp7XCIkaWRcIjpcIjE0XCIsXCJUb3BcIjowLjAsXCJMZWZ0XCI6MTAuMCxcIlJpZ2h0XCI6MTAuMCxcIkJvdHRvbVwiOjAuMH0sXCJQYWRkaW5nXCI6e1wiJGlkXCI6XCIxNVwiLFwiVG9wXCI6My4wLFwiTGVmdFwiOjAuMCxcIlJpZ2h0XCI6MC4wLFwiQm90dG9tXCI6My4wfSxcIkJhY2tncm91bmRcIjp7XCIkaWRcIjpcIjE2XCIsXCJDb2xvclwiOntcIiRpZFwiOlwiMTdcIixcIkFcIjoyNTUsXCJSXCI6NjgsXCJHXCI6ODQsXCJCXCI6MTA2fX0sXCJJc1Zpc2libGVcIjp0cnVlLFwiV2lkdGhcIjo4NTguMCxcIkhlaWdodFwiOjIwLjAsXCJCb3JkZXJTdHlsZVwiOntcIiRpZFwiOlwiMThcIixcIkxpbmVDb2xvclwiOntcIiRpZFwiOlwiMTlcIixcIiR0eXBlXCI6XCJOTFJFLkNvbW1vbi5Eb20uU29saWRDb2xvckJydXNoLCBOTFJFLkNvbW1vblwiLFwiQ29sb3JcIjp7XCIkaWRcIjpcIjIwXCIsXCJBXCI6MjU1LFwiUlwiOjI1NSxcIkdcIjowLFwiQlwiOjB9fSxcIkxpbmVXZWlnaHRcIjowLjAsXCJMaW5lVHlwZVwiOjB9fSxcIkJvdHRvbVRpZXJTaGFwZVN0eWxlXCI6e1wiJGlkXCI6XCIyMVwiLFwiTWFyZ2luXCI6e1wiJGlkXCI6XCIyMlwiLFwiVG9wXCI6MC4wLFwiTGVmdFwiOjEwLjAsXCJSaWdodFwiOjEwLjAsXCJCb3R0b21cIjowLjB9LFwiUGFkZGluZ1wiOntcIiRpZFwiOlwiMjNcIixcIlRvcFwiOjMuMCxcIkxlZnRcIjowLjAsXCJSaWdodFwiOjAuMCxcIkJvdHRvbVwiOjMuMH0sXCJCYWNrZ3JvdW5kXCI6e1wiJGlkXCI6XCIyNFwiLFwiQ29sb3JcIjp7XCIkaWRcIjpcIjI1XCIsXCJBXCI6MjU1LFwiUlwiOjY4LFwiR1wiOjg0LFwiQlwiOjEwNn19LFwiSXNWaXNpYmxlXCI6dHJ1ZSxcIldpZHRoXCI6ODU4LjAsXCJIZWlnaHRcIjoyMC4wLFwiQm9yZGVyU3R5bGVcIjp7XCIkaWRcIjpcIjI2XCIsXCJMaW5lQ29sb3JcIjp7XCIkaWRcIjpcIjI3XCIsXCIkdHlwZVwiOlwiTkxSRS5Db21tb24uRG9tLlNvbGlkQ29sb3JCcnVzaCwgTkxSRS5Db21tb25cIixcIkNvbG9yXCI6e1wiJGlkXCI6XCIyOFwiLFwiQVwiOjI1NSxcIlJcIjoyNTUsXCJHXCI6MCxcIkJcIjowfX0sXCJMaW5lV2VpZ2h0XCI6MC4wLFwiTGluZVR5cGVcIjowfX0sXCJSaWdodEVuZENhcHNTdHlsZVwiOntcIiRpZFwiOlwiMjlcIixcIkZvbnRTZXR0aW5nc1wiOntcIiRpZFwiOlwiMzBcIixcIkZvbnRTaXplXCI6MTgsXCJGb250TmFtZVwiOlwiQ2FsaWJyaVwiLFwiSXNCb2xkXCI6dHJ1ZSxcIklzSXRhbGljXCI6ZmFsc2UsXCJJc1VuZGVybGluZWRcIjpmYWxzZX0sXCJBdXRvU2l6ZVwiOjAsXCJGb3JlZ3JvdW5kXCI6e1wiJGlkXCI6XCIzMVwiLFwiQ29sb3JcIjp7XCIkaWRcIjpcIjMyXCIsXCJBXCI6MjU1LFwiUlwiOjIzNyxcIkdcIjoxMjUsXCJCXCI6NDl9fSxcIkJhY2tncm91bmRGaWxsVHlwZVwiOjAsXCJNYXhXaWR0aFwiOlwiSW5maW5pdHlcIixcIk1heEhlaWdodFwiOlwiSW5maW5pdHlcIixcIlNtYXJ0Rm9yZWdyb3VuZElzQWN0aXZlXCI6ZmFsc2UsXCJIb3Jpem9udGFsQWxpZ25tZW50XCI6MCxcIlZlcnRpY2FsQWxpZ25tZW50XCI6MCxcIlNtYXJ0Rm9yZWdyb3VuZFwiOm51bGwsXCJNYXJnaW5cIjp7XCIkaWRcIjpcIjMzXCIsXCJUb3BcIjowLjAsXCJMZWZ0XCI6MC4wLFwiUmlnaHRcIjoyMC4wLFwiQm90dG9tXCI6MC4wfSxcIlBhZGRpbmdcIjp7XCIkaWRcIjpcIjM0XCIsXCJUb3BcIjowLjAsXCJMZWZ0XCI6MC4wLFwiUmlnaHRcIjowLjAsXCJCb3R0b21cIjowLjB9LFwiQmFja2dyb3VuZFwiOntcIiRpZFwiOlwiMzVcIixcIkNvbG9yXCI6e1wiJGlkXCI6XCIzNlwiLFwiQVwiOjAsXCJSXCI6MCxcIkdcIjowLFwiQlwiOjB9fSxcIklzVmlzaWJsZVwiOnRydWUsXCJXaWR0aFwiOjAuMCxcIkhlaWdodFwiOjAuMCxcIkJvcmRlclN0eWxlXCI6bnVsbH0sXCJMZWZ0RW5kQ2Fwc1N0eWxlXCI6e1wiJGlkXCI6XCIzN1wiLFwiRm9udFNldHRpbmdzXCI6e1wiJGlkXCI6XCIzOFwiLFwiRm9udFNpemVcIjoxOCxcIkZvbnROYW1lXCI6XCJDYWxpYnJpXCIsXCJJc0JvbGRcIjp0cnVlLFwiSXNJdGFsaWNcIjpmYWxzZSxcIklzVW5kZXJsaW5lZFwiOmZhbHNlfSxcIkF1dG9TaXplXCI6MCxcIkZvcmVncm91bmRcIjp7XCIkaWRcIjpcIjM5XCIsXCJDb2xvclwiOntcIiRpZFwiOlwiNDBcIixcIkFcIjoyNTUsXCJSXCI6MjM3LFwiR1wiOjEyNSxcIkJcIjo0OX19LFwiQmFja2dyb3VuZEZpbGxUeXBlXCI6MCxcIk1heFdpZHRoXCI6XCJJbmZpbml0eVwiLFwiTWF4SGVpZ2h0XCI6XCJJbmZpbml0eVwiLFwiU21hcnRGb3JlZ3JvdW5kSXNBY3RpdmVcIjpmYWxzZSxcIkhvcml6b250YWxBbGlnbm1lbnRcIjowLFwiVmVydGljYWxBbGlnbm1lbnRcIjowLFwiU21hcnRGb3JlZ3JvdW5kXCI6bnVsbCxcIk1hcmdpblwiOntcIiRpZFwiOlwiNDFcIixcIlRvcFwiOjAuMCxcIkxlZnRcIjoyMC4wLFwiUmlnaHRcIjowLjAsXCJCb3R0b21cIjowLjB9LFwiUGFkZGluZ1wiOntcIiRpZFwiOlwiNDJcIixcIlRvcFwiOjAuMCxcIkxlZnRcIjowLjAsXCJSaWdodFwiOjAuMCxcIkJvdHRvbVwiOjAuMH0sXCJCYWNrZ3JvdW5kXCI6e1wiJGlkXCI6XCI0M1wiLFwiQ29sb3JcIjp7XCIkcmVmXCI6XCIzNlwifX0sXCJJc1Zpc2libGVcIjpmYWxzZSxcIldpZHRoXCI6MC4wLFwiSGVpZ2h0XCI6MC4wLFwiQm9yZGVyU3R5bGVcIjpudWxsfSxcIlRvZGF5VGV4dFN0eWxlXCI6e1wiJGlkXCI6XCI0NFwiLFwiRm9udFNldHRpbmdzXCI6e1wiJGlkXCI6XCI0NVwiLFwiRm9udFNpemVcIjoxMixcIkZvbnROYW1lXCI6XCJDYWxpYnJpXCIsXCJJc0JvbGRcIjpmYWxzZSxcIklzSXRhbGljXCI6ZmFsc2UsXCJJc1VuZGVybGluZWRcIjpmYWxzZX0sXCJBdXRvU2l6ZVwiOjAsXCJGb3JlZ3JvdW5kXCI6e1wiJGlkXCI6XCI0NlwiLFwiQ29sb3JcIjp7XCIkaWRcIjpcIjQ3XCIsXCJBXCI6MjU1LFwiUlwiOjAsXCJHXCI6MC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Q4XCIsXCJUb3BcIjowLjAsXCJMZWZ0XCI6MC4wLFwiUmlnaHRcIjowLjAsXCJCb3R0b21cIjowLjB9LFwiUGFkZGluZ1wiOntcIiRpZFwiOlwiNDlcIixcIlRvcFwiOjAuMCxcIkxlZnRcIjowLjAsXCJSaWdodFwiOjAuMCxcIkJvdHRvbVwiOjAuMH0sXCJCYWNrZ3JvdW5kXCI6e1wiJGlkXCI6XCI1MFwiLFwiQ29sb3JcIjp7XCIkcmVmXCI6XCIzNlwifX0sXCJJc1Zpc2libGVcIjp0cnVlLFwiV2lkdGhcIjowLjAsXCJIZWlnaHRcIjowLjAsXCJCb3JkZXJTdHlsZVwiOm51bGx9LFwiVG9kYXlNYXJrZXJTdHlsZVwiOntcIiRpZFwiOlwiNTFcIixcIk1hcmdpblwiOntcIiRpZFwiOlwiNTJcIixcIlRvcFwiOjAuMCxcIkxlZnRcIjowLjAsXCJSaWdodFwiOjAuMCxcIkJvdHRvbVwiOjAuMH0sXCJQYWRkaW5nXCI6e1wiJGlkXCI6XCI1M1wiLFwiVG9wXCI6MC4wLFwiTGVmdFwiOjAuMCxcIlJpZ2h0XCI6MC4wLFwiQm90dG9tXCI6MC4wfSxcIkJhY2tncm91bmRcIjp7XCIkaWRcIjpcIjU0XCIsXCJDb2xvclwiOntcIiRpZFwiOlwiNTVcIixcIkFcIjoyNTUsXCJSXCI6MjU1LFwiR1wiOjAsXCJCXCI6MH19LFwiSXNWaXNpYmxlXCI6dHJ1ZSxcIldpZHRoXCI6MC4wLFwiSGVpZ2h0XCI6MC4wLFwiQm9yZGVyU3R5bGVcIjpudWxsfSxcIlNjYWxlU3R5bGVcIjp7XCIkaWRcIjpcIjU2XCIsXCJTaG93U2VnbWVudFNlcGFyYXRvcnNcIjp0cnVlLFwiU2VnbWVudFNlcGFyYXRvck9wYWNpdHlcIjozMCxcIlNoYXBlXCI6MyxcIkhhc0JlZW5WaXNpYmxlQmVmb3JlXCI6dHJ1ZSxcIkZvbnRTZXR0aW5nc1wiOntcIiRpZFwiOlwiNTdcIixcIkZvbnRTaXplXCI6MTIsXCJGb250TmFtZVwiOlwiQ2FsaWJyaVwiLFwiSXNCb2xkXCI6ZmFsc2UsXCJJc0l0YWxpY1wiOmZhbHNlLFwiSXNVbmRlcmxpbmVkXCI6ZmFsc2V9LFwiQXV0b1NpemVcIjowLFwiRm9yZWdyb3VuZFwiOntcIiRpZFwiOlwiNThcIixcIkNvbG9yXCI6e1wiJGlkXCI6XCI1OVwiLFwiQVwiOjI1NSxcIlJcIjoyNTUsXCJHXCI6MjU1LFwiQlwiOjI1NX19LFwiQmFja2dyb3VuZEZpbGxUeXBlXCI6MCxcIk1heFdpZHRoXCI6MjAwLjAsXCJNYXhIZWlnaHRcIjpcIkluZmluaXR5XCIsXCJTbWFydEZvcmVncm91bmRJc0FjdGl2ZVwiOmZhbHNlLFwiSG9yaXpvbnRhbEFsaWdubWVudFwiOjAsXCJWZXJ0aWNhbEFsaWdubWVudFwiOjEsXCJTbWFydEZvcmVncm91bmRcIjpudWxsLFwiTWFyZ2luXCI6e1wiJGlkXCI6XCI2MFwiLFwiVG9wXCI6MC4wLFwiTGVmdFwiOjUuMCxcIlJpZ2h0XCI6MC4wLFwiQm90dG9tXCI6MC4wfSxcIlBhZGRpbmdcIjp7XCIkaWRcIjpcIjYxXCIsXCJUb3BcIjowLjAsXCJMZWZ0XCI6MC4wLFwiUmlnaHRcIjowLjAsXCJCb3R0b21cIjowLjB9LFwiQmFja2dyb3VuZFwiOntcIiRpZFwiOlwiNjJcIixcIkNvbG9yXCI6e1wiJHJlZlwiOlwiMzZcIn19LFwiSXNWaXNpYmxlXCI6dHJ1ZSxcIldpZHRoXCI6MC4wLFwiSGVpZ2h0XCI6MC4wLFwiQm9yZGVyU3R5bGVcIjpudWxsfSxcIk1pZGRsZVRpZXJTY2FsZVN0eWxlXCI6e1wiJGlkXCI6XCI2M1wiLFwiU2hvd1NlZ21lbnRTZXBhcmF0b3JzXCI6dHJ1ZSxcIlNlZ21lbnRTZXBhcmF0b3JPcGFjaXR5XCI6MzAsXCJTaGFwZVwiOjMsXCJIYXNCZWVuVmlzaWJsZUJlZm9yZVwiOmZhbHNlLFwiRm9udFNldHRpbmdzXCI6e1wiJGlkXCI6XCI2NFwiLFwiRm9udFNpemVcIjoxMixcIkZvbnROYW1lXCI6XCJDYWxpYnJpXCIsXCJJc0JvbGRcIjpmYWxzZSxcIklzSXRhbGljXCI6ZmFsc2UsXCJJc1VuZGVybGluZWRcIjpmYWxzZX0sXCJBdXRvU2l6ZVwiOjAsXCJGb3JlZ3JvdW5kXCI6e1wiJGlkXCI6XCI2NVwiLFwiQ29sb3JcIjp7XCIkaWRcIjpcIjY2XCIsXCJBXCI6MjU1LFwiUlwiOjI1NSxcIkdcIjoyNTUsXCJCXCI6MjU1fX0sXCJCYWNrZ3JvdW5kRmlsbFR5cGVcIjowLFwiTWF4V2lkdGhcIjoyMDAuMCxcIk1heEhlaWdodFwiOlwiSW5maW5pdHlcIixcIlNtYXJ0Rm9yZWdyb3VuZElzQWN0aXZlXCI6ZmFsc2UsXCJIb3Jpem9udGFsQWxpZ25tZW50XCI6MCxcIlZlcnRpY2FsQWxpZ25tZW50XCI6MSxcIlNtYXJ0Rm9yZWdyb3VuZFwiOm51bGwsXCJNYXJnaW5cIjp7XCIkaWRcIjpcIjY3XCIsXCJUb3BcIjowLjAsXCJMZWZ0XCI6NS4wLFwiUmlnaHRcIjowLjAsXCJCb3R0b21cIjowLjB9LFwiUGFkZGluZ1wiOntcIiRpZFwiOlwiNjhcIixcIlRvcFwiOjAuMCxcIkxlZnRcIjowLjAsXCJSaWdodFwiOjAuMCxcIkJvdHRvbVwiOjAuMH0sXCJCYWNrZ3JvdW5kXCI6e1wiJGlkXCI6XCI2OVwiLFwiQ29sb3JcIjp7XCIkaWRcIjpcIjcwXCIsXCJBXCI6MCxcIlJcIjowLFwiR1wiOjAsXCJCXCI6MH19LFwiSXNWaXNpYmxlXCI6ZmFsc2UsXCJXaWR0aFwiOjAuMCxcIkhlaWdodFwiOjAuMCxcIkJvcmRlclN0eWxlXCI6bnVsbH0sXCJCb3R0b21UaWVyU2NhbGVTdHlsZVwiOntcIiRpZFwiOlwiNzFcIixcIlNob3dTZWdtZW50U2VwYXJhdG9yc1wiOnRydWUsXCJTZWdtZW50U2VwYXJhdG9yT3BhY2l0eVwiOjMwLFwiU2hhcGVcIjozLFwiSGFzQmVlblZpc2libGVCZWZvcmVcIjpmYWxzZSxcIkZvbnRTZXR0aW5nc1wiOntcIiRpZFwiOlwiNzJcIixcIkZvbnRTaXplXCI6MTIsXCJGb250TmFtZVwiOlwiQ2FsaWJyaVwiLFwiSXNCb2xkXCI6ZmFsc2UsXCJJc0l0YWxpY1wiOmZhbHNlLFwiSXNVbmRlcmxpbmVkXCI6ZmFsc2V9LFwiQXV0b1NpemVcIjowLFwiRm9yZWdyb3VuZFwiOntcIiRpZFwiOlwiNzNcIixcIkNvbG9yXCI6e1wiJGlkXCI6XCI3NFwiLFwiQVwiOjI1NSxcIlJcIjoyNTUsXCJHXCI6MjU1LFwiQlwiOjI1NX19LFwiQmFja2dyb3VuZEZpbGxUeXBlXCI6MCxcIk1heFdpZHRoXCI6MjAwLjAsXCJNYXhIZWlnaHRcIjpcIkluZmluaXR5XCIsXCJTbWFydEZvcmVncm91bmRJc0FjdGl2ZVwiOmZhbHNlLFwiSG9yaXpvbnRhbEFsaWdubWVudFwiOjAsXCJWZXJ0aWNhbEFsaWdubWVudFwiOjEsXCJTbWFydEZvcmVncm91bmRcIjpudWxsLFwiTWFyZ2luXCI6e1wiJGlkXCI6XCI3NVwiLFwiVG9wXCI6MC4wLFwiTGVmdFwiOjUuMCxcIlJpZ2h0XCI6MC4wLFwiQm90dG9tXCI6MC4wfSxcIlBhZGRpbmdcIjp7XCIkaWRcIjpcIjc2XCIsXCJUb3BcIjowLjAsXCJMZWZ0XCI6MC4wLFwiUmlnaHRcIjowLjAsXCJCb3R0b21cIjowLjB9LFwiQmFja2dyb3VuZFwiOntcIiRpZFwiOlwiNzdcIixcIkNvbG9yXCI6e1wiJGlkXCI6XCI3OFwiLFwiQVwiOjAsXCJSXCI6MCxcIkdcIjowLFwiQlwiOjB9fSxcIklzVmlzaWJsZVwiOmZhbHNlLFwiV2lkdGhcIjowLjAsXCJIZWlnaHRcIjowLjAsXCJCb3JkZXJTdHlsZVwiOm51bGx9LFwiU2luZ2xlU2NhbGVTaGFwZVN0eWxlXCI6bnVsbCxcIkVsYXBzZWRUaW1lQmFja2dyb3VuZFwiOntcIiRpZFwiOlwiNzlcIixcIkNvbG9yXCI6e1wiJGlkXCI6XCI4MFwiLFwiQVwiOjE5MSxcIlJcIjoyNTUsXCJHXCI6MCxcIkJcIjowfX0sXCJBcHBlbmRZZWFyT25ZZWFyQ2hhbmdlXCI6ZmFsc2UsXCJFbGFwc2VkVGltZUZvcm1hdFwiOjIsXCJUb2RheU1hcmtlclBvc2l0aW9uXCI6MyxcIlF1aWNrUG9zaXRpb25cIjoyLFwiQWJzb2x1dGVQb3NpdGlvblwiOjQwNS4wLFwiTWFyZ2luXCI6e1wiJGlkXCI6XCI4MVwiLFwiVG9wXCI6MC4wLFwiTGVmdFwiOjEwLjAsXCJSaWdodFwiOjEwLjAsXCJCb3R0b21cIjowLjB9LFwiUGFkZGluZ1wiOntcIiRpZFwiOlwiODJcIixcIlRvcFwiOjAuMCxcIkxlZnRcIjowLjAsXCJSaWdodFwiOjAuMCxcIkJvdHRvbVwiOjAuMH0sXCJCYWNrZ3JvdW5kXCI6e1wiJGlkXCI6XCI4M1wiLFwiQ29sb3JcIjp7XCIkaWRcIjpcIjg0XCIsXCJBXCI6MjU1LFwiUlwiOjQ3LFwiR1wiOjU0LFwiQlwiOjE1M319LFwiSXNWaXNpYmxlXCI6dHJ1ZSxcIldpZHRoXCI6MC4wLFwiSGVpZ2h0XCI6MC4wLFwiQm9yZGVyU3R5bGVcIjpudWxsfSxcIkRlZmF1bHRNaWxlc3RvbmVTdHlsZVwiOntcIiRpZFwiOlwiODVcIixcIlNoYXBlXCI6MixcIkNvbm5lY3Rvck1hcmdpblwiOntcIiRpZFwiOlwiODZcIixcIlRvcFwiOjAuMCxcIkxlZnRcIjoyLjAsXCJSaWdodFwiOjIuMCxcIkJvdHRvbVwiOjAuMH0sXCJDb25uZWN0b3JTdHlsZVwiOntcIiRpZFwiOlwiODdcIixcIkxpbmVDb2xvclwiOntcIiRpZFwiOlwiODhcIixcIiR0eXBlXCI6XCJOTFJFLkNvbW1vbi5Eb20uU29saWRDb2xvckJydXNoLCBOTFJFLkNvbW1vblwiLFwiQ29sb3JcIjp7XCIkaWRcIjpcIjg5XCIsXCJBXCI6MTI3LFwiUlwiOjc5LFwiR1wiOjEyOSxcIkJcIjoxODl9fSxcIkxpbmVXZWlnaHRcIjoxLjAsXCJMaW5lVHlwZVwiOjB9LFwiSXNCZWxvd1RpbWViYW5kXCI6ZmFsc2UsXCJIaWRlRGF0ZVwiOmZhbHNlLFwiU2hhcGVTaXplXCI6MSxcIlNwYWNpbmdcIjoyLjAsXCJQYWRkaW5nXCI6e1wiJGlkXCI6XCI5MFwiLFwiVG9wXCI6Ny4wLFwiTGVmdFwiOjMuMCxcIlJpZ2h0XCI6MC4wLFwiQm90dG9tXCI6Mi4wfSxcIlBvc2l0aW9uXCI6bnVsbCxcIlBvc2l0aW9uT25UYXNrXCI6MCxcIlNoYXBlU3R5bGVcIjp7XCIkaWRcIjpcIjkxXCIsXCJNYXJnaW5cIjp7XCIkaWRcIjpcIjkyXCIsXCJUb3BcIjowLjAsXCJMZWZ0XCI6MC4wLFwiUmlnaHRcIjowLjAsXCJCb3R0b21cIjowLjB9LFwiUGFkZGluZ1wiOntcIiRpZFwiOlwiOTNcIixcIlRvcFwiOjAuMCxcIkxlZnRcIjowLjAsXCJSaWdodFwiOjAuMCxcIkJvdHRvbVwiOjAuMH0sXCJCYWNrZ3JvdW5kXCI6e1wiJGlkXCI6XCI5NFwiLFwiQ29sb3JcIjp7XCIkaWRcIjpcIjk1XCIsXCJBXCI6MjU1LFwiUlwiOjAsXCJHXCI6MTE0LFwiQlwiOjE4OH19LFwiSXNWaXNpYmxlXCI6dHJ1ZSxcIldpZHRoXCI6MTMuMCxcIkhlaWdodFwiOjEzLjAsXCJCb3JkZXJTdHlsZVwiOntcIiRpZFwiOlwiOTZcIixcIkxpbmVDb2xvclwiOntcIiRpZFwiOlwiOTdcIixcIiR0eXBlXCI6XCJOTFJFLkNvbW1vbi5Eb20uU29saWRDb2xvckJydXNoLCBOTFJFLkNvbW1vblwiLFwiQ29sb3JcIjp7XCIkaWRcIjpcIjk4XCIsXCJBXCI6MjU1LFwiUlwiOjI1NSxcIkdcIjowLFwiQlwiOjB9fSxcIkxpbmVXZWlnaHRcIjowLjAsXCJMaW5lVHlwZVwiOjB9fSxcIlRpdGxlU3R5bGVcIjp7XCIkaWRcIjpcIjk5XCIsXCJGb250U2V0dGluZ3NcIjp7XCIkaWRcIjpcIjEwMFwiLFwiRm9udFNpemVcIjoxMSxcIkZvbnROYW1lXCI6XCJDYWxpYnJpXCIsXCJJc0JvbGRcIjp0cnVlLFwiSXNJdGFsaWNcIjpmYWxzZSxcIklzVW5kZXJsaW5lZFwiOmZhbHNlfSxcIkF1dG9TaXplXCI6MCxcIkZvcmVncm91bmRcIjp7XCIkaWRcIjpcIjEwMVwiLFwiQ29sb3JcIjp7XCIkaWRcIjpcIjEwMl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xMDNcIixcIlRvcFwiOjAuMCxcIkxlZnRcIjowLjAsXCJSaWdodFwiOjAuMCxcIkJvdHRvbVwiOjAuMH0sXCJQYWRkaW5nXCI6e1wiJGlkXCI6XCIxMDRcIixcIlRvcFwiOjAuMCxcIkxlZnRcIjowLjAsXCJSaWdodFwiOjAuMCxcIkJvdHRvbVwiOjAuMH0sXCJCYWNrZ3JvdW5kXCI6e1wiJGlkXCI6XCIxMDVcIixcIkNvbG9yXCI6e1wiJHJlZlwiOlwiMzZcIn19LFwiSXNWaXNpYmxlXCI6dHJ1ZSxcIldpZHRoXCI6MC4wLFwiSGVpZ2h0XCI6MC4wLFwiQm9yZGVyU3R5bGVcIjpudWxsfSxcIkRhdGVTdHlsZVwiOntcIiRpZFwiOlwiMTA2XCIsXCJGb250U2V0dGluZ3NcIjp7XCIkaWRcIjpcIjEwN1wiLFwiRm9udFNpemVcIjoxMCxcIkZvbnROYW1lXCI6XCJDYWxpYnJpXCIsXCJJc0JvbGRcIjpmYWxzZSxcIklzSXRhbGljXCI6ZmFsc2UsXCJJc1VuZGVybGluZWRcIjpmYWxzZX0sXCJBdXRvU2l6ZVwiOjAsXCJGb3JlZ3JvdW5kXCI6e1wiJGlkXCI6XCIxMDhcIixcIkNvbG9yXCI6e1wiJGlkXCI6XCIxMDlcIixcIkFcIjoyNTUsXCJSXCI6NjgsXCJHXCI6ODQsXCJCXCI6MTA2fX0sXCJCYWNrZ3JvdW5kRmlsbFR5cGVcIjowLFwiTWF4V2lkdGhcIjoyMDAuMCxcIk1heEhlaWdodFwiOlwiSW5maW5pdHlcIixcIlNtYXJ0Rm9yZWdyb3VuZElzQWN0aXZlXCI6ZmFsc2UsXCJIb3Jpem9udGFsQWxpZ25tZW50XCI6MCxcIlZlcnRpY2FsQWxpZ25tZW50XCI6MCxcIlNtYXJ0Rm9yZWdyb3VuZFwiOm51bGwsXCJNYXJnaW5cIjp7XCIkaWRcIjpcIjExMFwiLFwiVG9wXCI6MC4wLFwiTGVmdFwiOjAuMCxcIlJpZ2h0XCI6MC4wLFwiQm90dG9tXCI6MC4wfSxcIlBhZGRpbmdcIjp7XCIkaWRcIjpcIjExMVwiLFwiVG9wXCI6MC4wLFwiTGVmdFwiOjAuMCxcIlJpZ2h0XCI6MC4wLFwiQm90dG9tXCI6MC4wfSxcIkJhY2tncm91bmRcIjp7XCIkaWRcIjpcIjExMlwiLFwiQ29sb3JcIjp7XCIkcmVmXCI6XCIzNlwifX0sXCJJc1Zpc2libGVcIjp0cnVlLFwiV2lkdGhcIjowLjAsXCJIZWlnaHRcIjowLjAsXCJCb3JkZXJTdHlsZVwiOm51bGx9LFwiRGF0ZUZvcm1hdFwiOntcIiRpZFwiOlwiMTEz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fSxcIkRlZmF1bHRUYXNrU3R5bGVcIjp7XCIkaWRcIjpcIjExNFwiLFwiU2hhcGVcIjoxLFwiU2hhcGVUaGlja25lc3NcIjowLFwiRHVyYXRpb25Gb3JtYXRcIjowLFwiUGVyY2VudGFnZUNvbXBsZXRlU3R5bGVcIjp7XCIkaWRcIjpcIjExNVwiLFwiRm9udFNldHRpbmdzXCI6e1wiJGlkXCI6XCIxMTZcIixcIkZvbnRTaXplXCI6MTAsXCJGb250TmFtZVwiOlwiQ2FsaWJyaVwiLFwiSXNCb2xkXCI6ZmFsc2UsXCJJc0l0YWxpY1wiOmZhbHNlLFwiSXNVbmRlcmxpbmVkXCI6ZmFsc2V9LFwiQXV0b1NpemVcIjowLFwiRm9yZWdyb3VuZFwiOntcIiRpZFwiOlwiMTE3XCIsXCJDb2xvclwiOntcIiRpZFwiOlwiMTE4XCIsXCJBXCI6MjU1LFwiUlwiOjIzNyxcIkdcIjoxMjUsXCJCXCI6NDl9fSxcIkJhY2tncm91bmRGaWxsVHlwZVwiOjAsXCJNYXhXaWR0aFwiOjIwMC4wLFwiTWF4SGVpZ2h0XCI6XCJJbmZpbml0eVwiLFwiU21hcnRGb3JlZ3JvdW5kSXNBY3RpdmVcIjpmYWxzZSxcIkhvcml6b250YWxBbGlnbm1lbnRcIjowLFwiVmVydGljYWxBbGlnbm1lbnRcIjowLFwiU21hcnRGb3JlZ3JvdW5kXCI6bnVsbCxcIk1hcmdpblwiOntcIiRpZFwiOlwiMTE5XCIsXCJUb3BcIjowLjAsXCJMZWZ0XCI6MC4wLFwiUmlnaHRcIjowLjAsXCJCb3R0b21cIjowLjB9LFwiUGFkZGluZ1wiOntcIiRpZFwiOlwiMTIwXCIsXCJUb3BcIjowLjAsXCJMZWZ0XCI6MC4wLFwiUmlnaHRcIjowLjAsXCJCb3R0b21cIjowLjB9LFwiQmFja2dyb3VuZFwiOntcIiRpZFwiOlwiMTIxXCIsXCJDb2xvclwiOntcIiRyZWZcIjpcIjM2XCJ9fSxcIklzVmlzaWJsZVwiOnRydWUsXCJXaWR0aFwiOjAuMCxcIkhlaWdodFwiOjAuMCxcIkJvcmRlclN0eWxlXCI6bnVsbH0sXCJEdXJhdGlvblN0eWxlXCI6e1wiJGlkXCI6XCIxMjJcIixcIkZvbnRTZXR0aW5nc1wiOntcIiRpZFwiOlwiMTIzXCIsXCJGb250U2l6ZVwiOjEwLFwiRm9udE5hbWVcIjpcIkNhbGlicmlcIixcIklzQm9sZFwiOmZhbHNlLFwiSXNJdGFsaWNcIjpmYWxzZSxcIklzVW5kZXJsaW5lZFwiOmZhbHNlfSxcIkF1dG9TaXplXCI6MCxcIkZvcmVncm91bmRcIjp7XCIkaWRcIjpcIjEyNFwiLFwiQ29sb3JcIjp7XCIkaWRcIjpcIjEyNVwiLFwiQVwiOjI1NSxcIlJcIjoyMzcsXCJHXCI6MTI1LFwiQlwiOjQ5fX0sXCJCYWNrZ3JvdW5kRmlsbFR5cGVcIjowLFwiTWF4V2lkdGhcIjoyMDAuMCxcIk1heEhlaWdodFwiOlwiSW5maW5pdHlcIixcIlNtYXJ0Rm9yZWdyb3VuZElzQWN0aXZlXCI6ZmFsc2UsXCJIb3Jpem9udGFsQWxpZ25tZW50XCI6MCxcIlZlcnRpY2FsQWxpZ25tZW50XCI6MCxcIlNtYXJ0Rm9yZWdyb3VuZFwiOm51bGwsXCJNYXJnaW5cIjp7XCIkaWRcIjpcIjEyNlwiLFwiVG9wXCI6MC4wLFwiTGVmdFwiOjAuMCxcIlJpZ2h0XCI6MC4wLFwiQm90dG9tXCI6MC4wfSxcIlBhZGRpbmdcIjp7XCIkaWRcIjpcIjEyN1wiLFwiVG9wXCI6MC4wLFwiTGVmdFwiOjAuMCxcIlJpZ2h0XCI6MC4wLFwiQm90dG9tXCI6MC4wfSxcIkJhY2tncm91bmRcIjp7XCIkaWRcIjpcIjEyOFwiLFwiQ29sb3JcIjp7XCIkcmVmXCI6XCIzNlwifX0sXCJJc1Zpc2libGVcIjp0cnVlLFwiV2lkdGhcIjowLjAsXCJIZWlnaHRcIjowLjAsXCJCb3JkZXJTdHlsZVwiOm51bGx9LFwiSG9yaXpvbnRhbENvbm5lY3RvclN0eWxlXCI6e1wiJGlkXCI6XCIxMjlcIixcIkxpbmVDb2xvclwiOntcIiRpZFwiOlwiMTMwXCIsXCIkdHlwZVwiOlwiTkxSRS5Db21tb24uRG9tLlNvbGlkQ29sb3JCcnVzaCwgTkxSRS5Db21tb25cIixcIkNvbG9yXCI6e1wiJGlkXCI6XCIxMzFcIixcIkFcIjoyNTUsXCJSXCI6MjA0LFwiR1wiOjIwNCxcIkJcIjoyMDR9fSxcIkxpbmVXZWlnaHRcIjoxLjAsXCJMaW5lVHlwZVwiOjB9LFwiVmVydGljYWxDb25uZWN0b3JTdHlsZVwiOntcIiRpZFwiOlwiMTMyXCIsXCJMaW5lQ29sb3JcIjp7XCIkaWRcIjpcIjEzM1wiLFwiJHR5cGVcIjpcIk5MUkUuQ29tbW9uLkRvbS5Tb2xpZENvbG9yQnJ1c2gsIE5MUkUuQ29tbW9uXCIsXCJDb2xvclwiOntcIiRpZFwiOlwiMTM0XCIsXCJBXCI6MjU1LFwiUlwiOjIwNCxcIkdcIjoyMDQsXCJCXCI6MjA0fX0sXCJMaW5lV2VpZ2h0XCI6MC4wLFwiTGluZVR5cGVcIjowfSxcIk1hcmdpblwiOm51bGwsXCJTdGFydERhdGVQb3NpdGlvblwiOjMsXCJFbmREYXRlUG9zaXRpb25cIjozLFwiVGl0bGVQb3NpdGlvblwiOjQsXCJEdXJhdGlvblBvc2l0aW9uXCI6NixcIlBlcmNlbnRhZ2VDb21wbGV0ZWRQb3NpdGlvblwiOjYsXCJTcGFjaW5nXCI6NSxcIklzQmVsb3dUaW1lYmFuZFwiOmZhbHNlLFwiUGVyY2VudGFnZUNvbXBsZXRlU2hhcGVPcGFjaXR5XCI6MzUsXCJHcm91cE5hbWVcIjpudWxsLFwiQXR0YWNoZWRNaWxlc3RvbmVzU3R5bGVzXCI6bnVsbCxcIlNoYXBlU3R5bGVcIjp7XCIkaWRcIjpcIjEzNVwiLFwiTWFyZ2luXCI6e1wiJGlkXCI6XCIxMzZcIixcIlRvcFwiOjAuMCxcIkxlZnRcIjo0LjAsXCJSaWdodFwiOjQuMCxcIkJvdHRvbVwiOjAuMH0sXCJQYWRkaW5nXCI6e1wiJGlkXCI6XCIxMzdcIixcIlRvcFwiOjAuMCxcIkxlZnRcIjowLjAsXCJSaWdodFwiOjAuMCxcIkJvdHRvbVwiOjAuMH0sXCJCYWNrZ3JvdW5kXCI6e1wiJGlkXCI6XCIxMzhcIixcIkNvbG9yXCI6e1wiJGlkXCI6XCIxMzlcIixcIkFcIjoyNTUsXCJSXCI6MCxcIkdcIjoxMTQsXCJCXCI6MTg4fX0sXCJJc1Zpc2libGVcIjp0cnVlLFwiV2lkdGhcIjowLjAsXCJIZWlnaHRcIjoxMC4wLFwiQm9yZGVyU3R5bGVcIjp7XCIkaWRcIjpcIjE0MFwiLFwiTGluZUNvbG9yXCI6e1wiJGlkXCI6XCIxNDFcIixcIiR0eXBlXCI6XCJOTFJFLkNvbW1vbi5Eb20uU29saWRDb2xvckJydXNoLCBOTFJFLkNvbW1vblwiLFwiQ29sb3JcIjp7XCIkaWRcIjpcIjE0MlwiLFwiQVwiOjI1NSxcIlJcIjoyNTUsXCJHXCI6MCxcIkJcIjowfX0sXCJMaW5lV2VpZ2h0XCI6MC4wLFwiTGluZVR5cGVcIjowfX0sXCJUaXRsZVN0eWxlXCI6e1wiJGlkXCI6XCIxNDNcIixcIkZvbnRTZXR0aW5nc1wiOntcIiRpZFwiOlwiMTQ0XCIsXCJGb250U2l6ZVwiOjExLFwiRm9udE5hbWVcIjpcIkNhbGlicmlcIixcIklzQm9sZFwiOnRydWUsXCJJc0l0YWxpY1wiOmZhbHNlLFwiSXNVbmRlcmxpbmVkXCI6ZmFsc2V9LFwiQXV0b1NpemVcIjowLFwiRm9yZWdyb3VuZFwiOntcIiRpZFwiOlwiMTQ1XCIsXCJDb2xvclwiOntcIiRpZFwiOlwiMTQ2XCIsXCJBXCI6MjU1LFwiUlwiOjAsXCJHXCI6MCxcIkJcIjowfX0sXCJCYWNrZ3JvdW5kRmlsbFR5cGVcIjowLFwiTWF4V2lkdGhcIjo5NjAuMCxcIk1heEhlaWdodFwiOlwiSW5maW5pdHlcIixcIlNtYXJ0Rm9yZWdyb3VuZElzQWN0aXZlXCI6ZmFsc2UsXCJIb3Jpem9udGFsQWxpZ25tZW50XCI6MCxcIlZlcnRpY2FsQWxpZ25tZW50XCI6MCxcIlNtYXJ0Rm9yZWdyb3VuZFwiOm51bGwsXCJNYXJnaW5cIjp7XCIkaWRcIjpcIjE0N1wiLFwiVG9wXCI6MC4wLFwiTGVmdFwiOjAuMCxcIlJpZ2h0XCI6MC4wLFwiQm90dG9tXCI6MC4wfSxcIlBhZGRpbmdcIjp7XCIkaWRcIjpcIjE0OFwiLFwiVG9wXCI6MC4wLFwiTGVmdFwiOjAuMCxcIlJpZ2h0XCI6MC4wLFwiQm90dG9tXCI6MC4wfSxcIkJhY2tncm91bmRcIjp7XCIkaWRcIjpcIjE0OVwiLFwiQ29sb3JcIjp7XCIkcmVmXCI6XCIzNlwifX0sXCJJc1Zpc2libGVcIjp0cnVlLFwiV2lkdGhcIjowLjAsXCJIZWlnaHRcIjowLjAsXCJCb3JkZXJTdHlsZVwiOm51bGx9LFwiRGF0ZVN0eWxlXCI6e1wiJGlkXCI6XCIxNTBcIixcIkZvbnRTZXR0aW5nc1wiOntcIiRpZFwiOlwiMTUxXCIsXCJGb250U2l6ZVwiOjEwLFwiRm9udE5hbWVcIjpcIkNhbGlicmlcIixcIklzQm9sZFwiOmZhbHNlLFwiSXNJdGFsaWNcIjpmYWxzZSxcIklzVW5kZXJsaW5lZFwiOmZhbHNlfSxcIkF1dG9TaXplXCI6MCxcIkZvcmVncm91bmRcIjp7XCIkaWRcIjpcIjE1MlwiLFwiQ29sb3JcIjp7XCIkaWRcIjpcIjE1M1wiLFwiQVwiOjI1NSxcIlJcIjo2OCxcIkdcIjo4NCxcIkJcIjoxMDZ9fSxcIkJhY2tncm91bmRGaWxsVHlwZVwiOjAsXCJNYXhXaWR0aFwiOjIwMC4wLFwiTWF4SGVpZ2h0XCI6XCJJbmZpbml0eVwiLFwiU21hcnRGb3JlZ3JvdW5kSXNBY3RpdmVcIjpmYWxzZSxcIkhvcml6b250YWxBbGlnbm1lbnRcIjoyLFwiVmVydGljYWxBbGlnbm1lbnRcIjowLFwiU21hcnRGb3JlZ3JvdW5kXCI6bnVsbCxcIk1hcmdpblwiOntcIiRpZFwiOlwiMTU0XCIsXCJUb3BcIjowLjAsXCJMZWZ0XCI6MC4wLFwiUmlnaHRcIjowLjAsXCJCb3R0b21cIjowLjB9LFwiUGFkZGluZ1wiOntcIiRpZFwiOlwiMTU1XCIsXCJUb3BcIjowLjAsXCJMZWZ0XCI6MC4wLFwiUmlnaHRcIjowLjAsXCJCb3R0b21cIjowLjB9LFwiQmFja2dyb3VuZFwiOntcIiRpZFwiOlwiMTU2XCIsXCJDb2xvclwiOntcIiRyZWZcIjpcIjM2XCJ9fSxcIklzVmlzaWJsZVwiOnRydWUsXCJXaWR0aFwiOjAuMCxcIkhlaWdodFwiOjAuMCxcIkJvcmRlclN0eWxlXCI6bnVsbH0sXCJEYXRlRm9ybWF0XCI6e1wiJGlkXCI6XCIxNTd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V9LFwiU2hvd0VsYXBzZWRUaW1lR3JhZGllbnRTdHlsZVwiOmZhbHNlLFwiVGltZWJhbmRSZXNlcnZlZExlZnRBcmVhU3R5bGVcIjpudWxsLFwiRGVmYXVsdFN3aW1sYW5lU3R5bGVcIjp7XCIkaWRcIjpcIjE1OFwiLFwiSGVhZGVyU3R5bGVcIjp7XCIkaWRcIjpcIjE1OVwiLFwiVGV4dFN0eWxlXCI6e1wiJGlkXCI6XCIxNjBcIixcIkZvbnRTZXR0aW5nc1wiOntcIiRpZFwiOlwiMTYxXCIsXCJGb250U2l6ZVwiOjEyLFwiRm9udE5hbWVcIjpcIkNhbGlicmlcIixcIklzQm9sZFwiOmZhbHNlLFwiSXNJdGFsaWNcIjpmYWxzZSxcIklzVW5kZXJsaW5lZFwiOmZhbHNlfSxcIkF1dG9TaXplXCI6MCxcIkZvcmVncm91bmRcIjp7XCIkaWRcIjpcIjE2MlwiLFwiQ29sb3JcIjp7XCIkaWRcIjpcIjE2M1wiLFwiQVwiOjI1NSxcIlJcIjozMixcIkdcIjo1NixcIkJcIjoxMDB9fSxcIkJhY2tncm91bmRGaWxsVHlwZVwiOjAsXCJNYXhXaWR0aFwiOjAuMCxcIk1heEhlaWdodFwiOjAuMCxcIlNtYXJ0Rm9yZWdyb3VuZElzQWN0aXZlXCI6ZmFsc2UsXCJIb3Jpem9udGFsQWxpZ25tZW50XCI6MCxcIlZlcnRpY2FsQWxpZ25tZW50XCI6MCxcIlNtYXJ0Rm9yZWdyb3VuZFwiOm51bGwsXCJNYXJnaW5cIjp7XCIkaWRcIjpcIjE2NFwiLFwiVG9wXCI6MC4wLFwiTGVmdFwiOjAuMCxcIlJpZ2h0XCI6MC4wLFwiQm90dG9tXCI6MC4wfSxcIlBhZGRpbmdcIjp7XCIkaWRcIjpcIjE2NVwiLFwiVG9wXCI6MC4wLFwiTGVmdFwiOjAuMCxcIlJpZ2h0XCI6MC4wLFwiQm90dG9tXCI6MC4wfSxcIkJhY2tncm91bmRcIjpudWxsLFwiSXNWaXNpYmxlXCI6ZmFsc2UsXCJXaWR0aFwiOjAuMCxcIkhlaWdodFwiOjAuMCxcIkJvcmRlclN0eWxlXCI6bnVsbH0sXCJSZWN0YW5nbGVTdHlsZVwiOntcIiRpZFwiOlwiMTY2XCIsXCJNYXJnaW5cIjp7XCIkaWRcIjpcIjE2N1wiLFwiVG9wXCI6MC4wLFwiTGVmdFwiOjAuMCxcIlJpZ2h0XCI6MC4wLFwiQm90dG9tXCI6MC4wfSxcIlBhZGRpbmdcIjp7XCIkaWRcIjpcIjE2OFwiLFwiVG9wXCI6MC4wLFwiTGVmdFwiOjAuMCxcIlJpZ2h0XCI6MC4wLFwiQm90dG9tXCI6MC4wfSxcIkJhY2tncm91bmRcIjp7XCIkaWRcIjpcIjE2OVwiLFwiQ29sb3JcIjp7XCIkaWRcIjpcIjE3MFwiLFwiQVwiOjEyNyxcIlJcIjo5MSxcIkdcIjoxNTUsXCJCXCI6MjEzfX0sXCJJc1Zpc2libGVcIjpmYWxzZSxcIldpZHRoXCI6MC4wLFwiSGVpZ2h0XCI6MC4wLFwiQm9yZGVyU3R5bGVcIjp7XCIkaWRcIjpcIjE3MVwiLFwiTGluZUNvbG9yXCI6e1wiJGlkXCI6XCIxNzJcIixcIiR0eXBlXCI6XCJOTFJFLkNvbW1vbi5Eb20uU29saWRDb2xvckJydXNoLCBOTFJFLkNvbW1vblwiLFwiQ29sb3JcIjp7XCIkaWRcIjpcIjE3M1wiLFwiQVwiOjI1NSxcIlJcIjoyNTUsXCJHXCI6MCxcIkJcIjowfX0sXCJMaW5lV2VpZ2h0XCI6MC4wLFwiTGluZVR5cGVcIjowfX0sXCJUZXh0SXNWZXJ0aWNhbFwiOmZhbHNlfSxcIkJhY2tncm91bmRTdHlsZVwiOntcIiRpZFwiOlwiMTc0XCIsXCJNYXJnaW5cIjp7XCIkaWRcIjpcIjE3NVwiLFwiVG9wXCI6MC4wLFwiTGVmdFwiOjAuMCxcIlJpZ2h0XCI6MC4wLFwiQm90dG9tXCI6MC4wfSxcIlBhZGRpbmdcIjp7XCIkaWRcIjpcIjE3NlwiLFwiVG9wXCI6MC4wLFwiTGVmdFwiOjAuMCxcIlJpZ2h0XCI6MC4wLFwiQm90dG9tXCI6MC4wfSxcIkJhY2tncm91bmRcIjp7XCIkaWRcIjpcIjE3N1wiLFwiQ29sb3JcIjp7XCIkaWRcIjpcIjE3OFwiLFwiQVwiOjM4LFwiUlwiOjkxLFwiR1wiOjE1NSxcIkJcIjoyMTN9fSxcIklzVmlzaWJsZVwiOnRydWUsXCJXaWR0aFwiOjAuMCxcIkhlaWdodFwiOjAuMCxcIkJvcmRlclN0eWxlXCI6e1wiJGlkXCI6XCIxNzlcIixcIkxpbmVDb2xvclwiOntcIiRpZFwiOlwiMTgwXCIsXCIkdHlwZVwiOlwiTkxSRS5Db21tb24uRG9tLlNvbGlkQ29sb3JCcnVzaCwgTkxSRS5Db21tb25cIixcIkNvbG9yXCI6e1wiJGlkXCI6XCIxODFcIixcIkFcIjoyNTUsXCJSXCI6MjU1LFwiR1wiOjAsXCJCXCI6MH19LFwiTGluZVdlaWdodFwiOjAuMCxcIkxpbmVUeXBlXCI6MH19LFwiSXNBYm92ZVRpbWViYW5kXCI6ZmFsc2V9LFwiQ3VzdG9tTWlsZXN0b25lU3R5bGVMaXN0XCI6W10sXCJDdXN0b21UYXNrU3R5bGVMaXN0XCI6W10sXCJDdXN0b21Td2ltbGFuZURlZmluaXRpb25TdHlsZUxpc3RcIjpbXSxcIkN1c3RvbVN3aW1sYW5lVjJTdHlsZUxpc3RcIjpbXSxcIkdyaWRsaW5lUGFuZWxTdHlsZVwiOntcIiRpZFwiOlwiMTgyXCIsXCJHcmlkbGluZVN0eWxlXCI6e1wiJGlkXCI6XCIxODNcIixcIkxpbmVDb2xvclwiOntcIiRpZFwiOlwiMTg0XCIsXCIkdHlwZVwiOlwiTkxSRS5Db21tb24uRG9tLlNvbGlkQ29sb3JCcnVzaCwgTkxSRS5Db21tb25cIixcIkNvbG9yXCI6e1wiJGlkXCI6XCIxODVcIixcIkFcIjozOCxcIlJcIjo5MSxcIkdcIjoxNTUsXCJCXCI6MjEzfX0sXCJMaW5lV2VpZ2h0XCI6MS4wLFwiTGluZVR5cGVcIjowfSxcIklzVmlzaWJsZVwiOnRydWV9LFwiQWN0aXZpdHlMaW5lUGFuZWxTdHlsZVwiOntcIiRpZFwiOlwiMTg2XCIsXCJBY3Rpdml0eUxpbmVTdHlsZVwiOntcIiRpZFwiOlwiMTg3XCIsXCJMaW5lQ29sb3JcIjp7XCIkaWRcIjpcIjE4OFwiLFwiJHR5cGVcIjpcIk5MUkUuQ29tbW9uLkRvbS5Tb2xpZENvbG9yQnJ1c2gsIE5MUkUuQ29tbW9uXCIsXCJDb2xvclwiOntcIiRpZFwiOlwiMTg5XCIsXCJBXCI6MzgsXCJSXCI6NjgsXCJHXCI6MTE0LFwiQlwiOjE5Nn19LFwiTGluZVdlaWdodFwiOjEuMCxcIkxpbmVUeXBlXCI6MH0sXCJJc1Zpc2libGVcIjp0cnVlfSxcIkRlZmF1bHREZXBlbmRlbmN5U3R5bGVcIjp7XCIkaWRcIjpcIjE5MFwiLFwiTGluZVN0eWxlXCI6e1wiJGlkXCI6XCIxOTFcIixcIkxpbmVDb2xvclwiOntcIiRpZFwiOlwiMTkyXCIsXCIkdHlwZVwiOlwiTkxSRS5Db21tb24uRG9tLlNvbGlkQ29sb3JCcnVzaCwgTkxSRS5Db21tb25cIixcIkNvbG9yXCI6e1wiJGlkXCI6XCIxOTNcIixcIkFcIjoyNTUsXCJSXCI6MCxcIkdcIjowLFwiQlwiOjB9fSxcIkxpbmVXZWlnaHRcIjoxLjAsXCJMaW5lVHlwZVwiOjB9LFwiRW5kQXJyb3doZWFkTGluZVN0eWxlXCI6e1wiJGlkXCI6XCIxOTRcIixcIktpbmRcIjoxLFwiV2lkdGhcIjoxLFwiTGVuZ3RoXCI6MCxcIlBhcmVudFN0eWxlXCI6bnVsbH0sXCJCcmluZ1RvRnJvbnRcIjp0cnVlLFwiSXNWaXNpYmxlXCI6dHJ1ZSxcIlJhZGl1c1wiOjAuMH0sXCJDcml0aWNhbFBhdGhTdHlsZVwiOntcIiRpZFwiOlwiMTk1XCIsXCJDcml0aWNhbFBhdGhTdHlsZU9wdGlvbnNcIjoxNSxcIkxpbmVTdHlsZVwiOntcIiRpZFwiOlwiMTk2XCIsXCJMaW5lQ29sb3JcIjp7XCIkaWRcIjpcIjE5N1wiLFwiJHR5cGVcIjpcIk5MUkUuQ29tbW9uLkRvbS5Tb2xpZENvbG9yQnJ1c2gsIE5MUkUuQ29tbW9uXCIsXCJDb2xvclwiOntcIiRpZFwiOlwiMTk4XCIsXCJBXCI6MjU1LFwiUlwiOjIyMixcIkdcIjo1MCxcIkJcIjo1MH19LFwiTGluZVdlaWdodFwiOjEuMCxcIkxpbmVUeXBlXCI6MH0sXCJUaXRsZUZvcmVncm91bmRcIjp7XCIkaWRcIjpcIjE5OVwiLFwiQ29sb3JcIjp7XCIkaWRcIjpcIjIwMFwiLFwiQVwiOjI1NSxcIlJcIjoxNzYsXCJHXCI6MTksXCJCXCI6MjV9fSxcIlNoYXBlc0JhY2tncm91bmRcIjp7XCIkaWRcIjpcIjIwMVwiLFwiQ29sb3JcIjp7XCIkaWRcIjpcIjIwMlwiLFwiQVwiOjI1NSxcIlJcIjoyNTMsXCJHXCI6MjAzLFwiQlwiOjIwOH19LFwiU2hhcGVzQm9yZGVyU3R5bGVcIjp7XCIkaWRcIjpcIjIwM1wiLFwiTGluZUNvbG9yXCI6e1wiJGlkXCI6XCIyMDRcIixcIiR0eXBlXCI6XCJOTFJFLkNvbW1vbi5Eb20uU29saWRDb2xvckJydXNoLCBOTFJFLkNvbW1vblwiLFwiQ29sb3JcIjp7XCIkaWRcIjpcIjIwNVwiLFwiQVwiOjI1NSxcIlJcIjoyMjIsXCJHXCI6NTAsXCJCXCI6NTB9fSxcIkxpbmVXZWlnaHRcIjoxLjUsXCJMaW5lVHlwZVwiOjB9LFwiSXNWaXNpYmxlXCI6ZmFsc2V9fSxcIlNjYWxlXCI6e1wiJGlkXCI6XCIyMDZcIixcIlN0YXJ0RGF0ZVwiOlwiMDAwMS0wMS0wMVQwMDowMDowMFwiLFwiRW5kRGF0ZVwiOlwiMDAwMS0wMS0wMVQwMDowMDowMFwiLFwiRm9ybWF0XCI6XCJ3XCIsXCJUeXBlXCI6MSxcIkF1dG9EYXRlUmFuZ2VcIjp0cnVlLFwiV29ya2luZ0RheXNcIjozMSxcIlRvZGF5TWFya2VyVGV4dFwiOlwiVG9kYXlcIixcIkF1dG9TY2FsZVR5cGVcIjp0cnVlfSxcIlNjYWxlVjJcIjp7XCIkaWRcIjpcIjIwN1wiLFwiU3RhcnREYXRlXCI6XCIwMDAxLTAxLTAxVDAwOjAwOjAwXCIsXCJFbmREYXRlXCI6XCIwMDAxLTAxLTAxVDAwOjAwOjAwXCIsXCJBdXRvRGF0ZVJhbmdlXCI6dHJ1ZSxcIldvcmtpbmdEYXlzXCI6MzEsXCJUb2RheU1hcmtlclRleHRcIjpcIlRvZGF5XCIsXCJBdXRvU2NhbGVUeXBlXCI6dHJ1ZSxcIlRpbWViYW5kU2NhbGVzXCI6e1wiJGlkXCI6XCIyMDhcIixcIlRvcFNjYWxlTGF5ZXJcIjp7XCIkaWRcIjpcIjIwOVwiLFwiRm9ybWF0XCI6XCJ3XCIsXCJUeXBlXCI6MX0sXCJNaWRkbGVTY2FsZUxheWVyXCI6e1wiJGlkXCI6XCIyMTBcIixcIkZvcm1hdFwiOm51bGwsXCJUeXBlXCI6MH0sXCJCb3R0b21TY2FsZUxheWVyXCI6e1wiJGlkXCI6XCIyMTFcIixcIkZvcm1hdFwiOm51bGwsXCJUeXBlXCI6MH19fSxcIk1pbGVzdG9uZXNcIjpbXSxcIlRhc2tzXCI6W10sXCJTd2ltbGFuZXNcIjpbXSxcIlN3aW1sYW5lc1YyXCI6W10sXCJEZXBlbmRlbmNpZXNcIjpbXSxcIkRlcGVuZGVuY3lTZXR0aW5nc1wiOntcIiRpZFwiOlwiMjEyXCIsXCJEZXBlbmRlbmN5TW9kdWxlRW5hYmxlZFwiOmZhbHNlLFwiU2NoZWR1bGluZ1NldHRpbmdzXCI6e1wiJGlkXCI6XCIyMTNcIixcIkRlcGVuZGVuY2llc1NjaGVkdWxpbmdNb2RlU2V0dGluZ1wiOjEsXCJEZXBlbmRlbmNpZXNQcmV2aW91c1NjaGVkdWxpbmdNb2RlXCI6MSxcIk9uQnJlYWtpbmdGbGV4aWJsZVNjaGVkdWxpbmdNb2RlU2V0dGluZ1wiOjAsXCJPbkJyZWFraW5nU3RyaWN0U2NoZWR1bGluZ01vZGVTZXR0aW5nXCI6MH19LFwiU2V0dGluZ3NcIjp7XCIkaWRcIjpcIjIxNFwiLFwiSW1wYU9wdGlvbnNcIjp7XCIkaWRcIjpcIjIxNVwiLFwiTGVmdFRvUmlnaHRcIjpmYWxzZSxcIlBheWxvYWRPcHRpb25zXCI6Mn19LFwiVGltZUNvbmZpZ3VyYXRpb25cIjp7XCIkaWRcIjpcIjIxNlwiLFwiVXNlVGltZVwiOmZhbHNlLFwiV29ya0RheVN0YXJ0XCI6XCIwMDowMDowMFwiLFwiV29ya0RheUVuZFwiOlwiMjM6NTk6MDBcIn19In0sIlNldHRpbmdzIjp7IiRpZCI6Ijc0NiIsIkltcGFPcHRpb25zIjp7IiRpZCI6Ijc0NyIsIkxlZnRUb1JpZ2h0IjpmYWxzZSwiUGF5bG9hZE9wdGlvbnMiOjJ9LCJVc2VDb21wcmVzc2lvbiI6ZmFsc2UsIkNvbXByZXNpb25QZXJjZW50YWdlIjo1MC4wLCJJbmFjdGl2ZUludGVydmFsV2lkdGhUaHJlc2hvbGQiOjMwLjAsIkluYWN0aXZlSW50ZXJ2YWxXaWR0aCI6MS4wLCJTcGxpdFRhc2tzIjpmYWxzZSwiVXNlQ2x1c3RlciI6ZmFsc2UsIkVwc2lsb24iOjUuMCwiTWluUG9pbnRzVG9Gb3JtQUNsdXN0ZXIiOjIsIkdlbmVyYXRlSW52aXNpYmxlU2hhcGVzIjpmYWxzZSwiU21hcnRUaW1lbGluZVRhc2tQZXJjZW50YWdlRml0IjpmYWxzZX0sIklzTmV3IjpmYWxzZSwiSW1wb3J0VHlwZSI6MCwiRmlsZVBhdGgiOm51bGwsIlRpbWVDb25maWd1cmF0aW9uIjp7IiRpZCI6Ijc0OCIsIlVzZVRpbWUiOmZhbHNlLCJXb3JrRGF5U3RhcnQiOiIwMDowMDowMCIsIldvcmtEYXlFbmQiOiIyMzo1OTowMCJ9LCJMYXN0VXNlZFRlbXBsYXRlSWQiOiJjYzI2Zjg2My0yN2NlLTQ4MGUtYTU4OS1iM2YxMmYyZDZlYjAiLCJGaXJzdFdlZWtPZlllYXIiOjAsIlBsYWNlTWlsZXN0b25lQXRUaGVCZWdpbm5pbmdPZlRoZURheSI6ZmFsc2UsIkRlcGVuZGVuY3lTY2hlZHVsaW5nU2V0dGluZ3MiOnsiJGlkIjoiNzQ5IiwiRGVwZW5kZW5jaWVzU2NoZWR1bGluZ01vZGVTZXR0aW5nIjoiRmxleGlibGUiLCJEZXBlbmRlbmNpZXNQcmV2aW91c1NjaGVkdWxpbmdNb2RlIjoiRmxleGlibGUiLCJPbkJyZWFraW5nRmxleGlibGVTY2hlZHVsaW5nTW9kZVNldHRpbmciOiJBc2tFdmVyeXRpbWUiLCJPbkJyZWFraW5nU3RyaWN0U2NoZWR1bGluZ01vZGVTZXR0aW5nIjoiQXNrRXZlcnl0aW1lIn0sIkRlcGVuZGVuY3lNb2R1bGVFbmFibGVkIjpmYWxzZSwiRGVwZW5kZW5jaWVzIjp7Il9kZXBlbmRlbmNpZXMiOltdfX0="/>
  <p:tag name="__MASTER" val="__part_0"/>
</p:tagLst>
</file>

<file path=ppt/tags/tag228.xml><?xml version="1.0" encoding="utf-8"?>
<p:tagLst xmlns:a="http://schemas.openxmlformats.org/drawingml/2006/main" xmlns:r="http://schemas.openxmlformats.org/officeDocument/2006/relationships" xmlns:p="http://schemas.openxmlformats.org/presentationml/2006/main">
  <p:tag name="OTLMARKERSHAPE" val="OTL"/>
</p:tagLst>
</file>

<file path=ppt/tags/tag229.xml><?xml version="1.0" encoding="utf-8"?>
<p:tagLst xmlns:a="http://schemas.openxmlformats.org/drawingml/2006/main" xmlns:r="http://schemas.openxmlformats.org/officeDocument/2006/relationships" xmlns:p="http://schemas.openxmlformats.org/presentationml/2006/main">
  <p:tag name="OTLMARKERSHAPE" val="OTL"/>
</p:tagLst>
</file>

<file path=ppt/tags/tag230.xml><?xml version="1.0" encoding="utf-8"?>
<p:tagLst xmlns:a="http://schemas.openxmlformats.org/drawingml/2006/main" xmlns:r="http://schemas.openxmlformats.org/officeDocument/2006/relationships" xmlns:p="http://schemas.openxmlformats.org/presentationml/2006/main">
  <p:tag name="OTLMARKERSHAPE" val="OTL"/>
</p:tagLst>
</file>

<file path=ppt/tags/tag231.xml><?xml version="1.0" encoding="utf-8"?>
<p:tagLst xmlns:a="http://schemas.openxmlformats.org/drawingml/2006/main" xmlns:r="http://schemas.openxmlformats.org/officeDocument/2006/relationships" xmlns:p="http://schemas.openxmlformats.org/presentationml/2006/main">
  <p:tag name="OTLMARKERSHAPE" val="OTL"/>
</p:tagLst>
</file>

<file path=ppt/tags/tag232.xml><?xml version="1.0" encoding="utf-8"?>
<p:tagLst xmlns:a="http://schemas.openxmlformats.org/drawingml/2006/main" xmlns:r="http://schemas.openxmlformats.org/officeDocument/2006/relationships" xmlns:p="http://schemas.openxmlformats.org/presentationml/2006/main">
  <p:tag name="OTLMARKERSHAPE" val="OTL"/>
</p:tagLst>
</file>

<file path=ppt/tags/tag233.xml><?xml version="1.0" encoding="utf-8"?>
<p:tagLst xmlns:a="http://schemas.openxmlformats.org/drawingml/2006/main" xmlns:r="http://schemas.openxmlformats.org/officeDocument/2006/relationships" xmlns:p="http://schemas.openxmlformats.org/presentationml/2006/main">
  <p:tag name="OTLMARKERSHAPE" val="OTL"/>
</p:tagLst>
</file>

<file path=ppt/tags/tag234.xml><?xml version="1.0" encoding="utf-8"?>
<p:tagLst xmlns:a="http://schemas.openxmlformats.org/drawingml/2006/main" xmlns:r="http://schemas.openxmlformats.org/officeDocument/2006/relationships" xmlns:p="http://schemas.openxmlformats.org/presentationml/2006/main">
  <p:tag name="OTLMARKERSHAPE" val="OTL"/>
</p:tagLst>
</file>

<file path=ppt/tags/tag235.xml><?xml version="1.0" encoding="utf-8"?>
<p:tagLst xmlns:a="http://schemas.openxmlformats.org/drawingml/2006/main" xmlns:r="http://schemas.openxmlformats.org/officeDocument/2006/relationships" xmlns:p="http://schemas.openxmlformats.org/presentationml/2006/main">
  <p:tag name="OTLMARKERSHAPE" val="OTL"/>
</p:tagLst>
</file>

<file path=ppt/tags/tag236.xml><?xml version="1.0" encoding="utf-8"?>
<p:tagLst xmlns:a="http://schemas.openxmlformats.org/drawingml/2006/main" xmlns:r="http://schemas.openxmlformats.org/officeDocument/2006/relationships" xmlns:p="http://schemas.openxmlformats.org/presentationml/2006/main">
  <p:tag name="OTLMARKERSHAPE" val="OTL"/>
</p:tagLst>
</file>

<file path=ppt/tags/tag237.xml><?xml version="1.0" encoding="utf-8"?>
<p:tagLst xmlns:a="http://schemas.openxmlformats.org/drawingml/2006/main" xmlns:r="http://schemas.openxmlformats.org/officeDocument/2006/relationships" xmlns:p="http://schemas.openxmlformats.org/presentationml/2006/main">
  <p:tag name="OTLMARKERSHAPE" val="OTL"/>
</p:tagLst>
</file>

<file path=ppt/tags/tag238.xml><?xml version="1.0" encoding="utf-8"?>
<p:tagLst xmlns:a="http://schemas.openxmlformats.org/drawingml/2006/main" xmlns:r="http://schemas.openxmlformats.org/officeDocument/2006/relationships" xmlns:p="http://schemas.openxmlformats.org/presentationml/2006/main">
  <p:tag name="OTLMARKERSHAPE" val="OTL"/>
</p:tagLst>
</file>

<file path=ppt/tags/tag239.xml><?xml version="1.0" encoding="utf-8"?>
<p:tagLst xmlns:a="http://schemas.openxmlformats.org/drawingml/2006/main" xmlns:r="http://schemas.openxmlformats.org/officeDocument/2006/relationships" xmlns:p="http://schemas.openxmlformats.org/presentationml/2006/main">
  <p:tag name="OTLMARKERSHAPE" val="OTL"/>
</p:tagLst>
</file>

<file path=ppt/tags/tag240.xml><?xml version="1.0" encoding="utf-8"?>
<p:tagLst xmlns:a="http://schemas.openxmlformats.org/drawingml/2006/main" xmlns:r="http://schemas.openxmlformats.org/officeDocument/2006/relationships" xmlns:p="http://schemas.openxmlformats.org/presentationml/2006/main">
  <p:tag name="OTLMARKERSHAPE" val="OTL"/>
</p:tagLst>
</file>

<file path=ppt/tags/tag241.xml><?xml version="1.0" encoding="utf-8"?>
<p:tagLst xmlns:a="http://schemas.openxmlformats.org/drawingml/2006/main" xmlns:r="http://schemas.openxmlformats.org/officeDocument/2006/relationships" xmlns:p="http://schemas.openxmlformats.org/presentationml/2006/main">
  <p:tag name="OTLMARKERSHAPE" val="OTL"/>
</p:tagLst>
</file>

<file path=ppt/tags/tag242.xml><?xml version="1.0" encoding="utf-8"?>
<p:tagLst xmlns:a="http://schemas.openxmlformats.org/drawingml/2006/main" xmlns:r="http://schemas.openxmlformats.org/officeDocument/2006/relationships" xmlns:p="http://schemas.openxmlformats.org/presentationml/2006/main">
  <p:tag name="OTLMARKERSHAPE" val="OTL"/>
</p:tagLst>
</file>

<file path=ppt/tags/tag243.xml><?xml version="1.0" encoding="utf-8"?>
<p:tagLst xmlns:a="http://schemas.openxmlformats.org/drawingml/2006/main" xmlns:r="http://schemas.openxmlformats.org/officeDocument/2006/relationships" xmlns:p="http://schemas.openxmlformats.org/presentationml/2006/main">
  <p:tag name="OTLMARKERSHAPE" val="OTL"/>
</p:tagLst>
</file>

<file path=ppt/tags/tag244.xml><?xml version="1.0" encoding="utf-8"?>
<p:tagLst xmlns:a="http://schemas.openxmlformats.org/drawingml/2006/main" xmlns:r="http://schemas.openxmlformats.org/officeDocument/2006/relationships" xmlns:p="http://schemas.openxmlformats.org/presentationml/2006/main">
  <p:tag name="OTLMARKERSHAPE" val="OTL"/>
</p:tagLst>
</file>

<file path=ppt/tags/tag245.xml><?xml version="1.0" encoding="utf-8"?>
<p:tagLst xmlns:a="http://schemas.openxmlformats.org/drawingml/2006/main" xmlns:r="http://schemas.openxmlformats.org/officeDocument/2006/relationships" xmlns:p="http://schemas.openxmlformats.org/presentationml/2006/main">
  <p:tag name="OTLMARKERSHAPE" val="OTL"/>
</p:tagLst>
</file>

<file path=ppt/tags/tag246.xml><?xml version="1.0" encoding="utf-8"?>
<p:tagLst xmlns:a="http://schemas.openxmlformats.org/drawingml/2006/main" xmlns:r="http://schemas.openxmlformats.org/officeDocument/2006/relationships" xmlns:p="http://schemas.openxmlformats.org/presentationml/2006/main">
  <p:tag name="OTLMARKERSHAPE" val="OTL"/>
</p:tagLst>
</file>

<file path=ppt/tags/tag247.xml><?xml version="1.0" encoding="utf-8"?>
<p:tagLst xmlns:a="http://schemas.openxmlformats.org/drawingml/2006/main" xmlns:r="http://schemas.openxmlformats.org/officeDocument/2006/relationships" xmlns:p="http://schemas.openxmlformats.org/presentationml/2006/main">
  <p:tag name="OTLMARKERSHAPE" val="OTL"/>
</p:tagLst>
</file>

<file path=ppt/tags/tag248.xml><?xml version="1.0" encoding="utf-8"?>
<p:tagLst xmlns:a="http://schemas.openxmlformats.org/drawingml/2006/main" xmlns:r="http://schemas.openxmlformats.org/officeDocument/2006/relationships" xmlns:p="http://schemas.openxmlformats.org/presentationml/2006/main">
  <p:tag name="OTLMARKERSHAPE" val="OTL"/>
</p:tagLst>
</file>

<file path=ppt/tags/tag249.xml><?xml version="1.0" encoding="utf-8"?>
<p:tagLst xmlns:a="http://schemas.openxmlformats.org/drawingml/2006/main" xmlns:r="http://schemas.openxmlformats.org/officeDocument/2006/relationships" xmlns:p="http://schemas.openxmlformats.org/presentationml/2006/main">
  <p:tag name="OTLMARKERSHAPE" val="OTL"/>
</p:tagLst>
</file>

<file path=ppt/tags/tag250.xml><?xml version="1.0" encoding="utf-8"?>
<p:tagLst xmlns:a="http://schemas.openxmlformats.org/drawingml/2006/main" xmlns:r="http://schemas.openxmlformats.org/officeDocument/2006/relationships" xmlns:p="http://schemas.openxmlformats.org/presentationml/2006/main">
  <p:tag name="OTLMARKERSHAPE" val="OTL"/>
</p:tagLst>
</file>

<file path=ppt/tags/tag251.xml><?xml version="1.0" encoding="utf-8"?>
<p:tagLst xmlns:a="http://schemas.openxmlformats.org/drawingml/2006/main" xmlns:r="http://schemas.openxmlformats.org/officeDocument/2006/relationships" xmlns:p="http://schemas.openxmlformats.org/presentationml/2006/main">
  <p:tag name="OTLMARKERSHAPE" val="OTL"/>
  <p:tag name="OTLTIMEBANDSHAPETYPE" val="RoundedCornerRectangleTimeband"/>
  <p:tag name="OTLTIMEBANDSHAPEHEIGHT" val="20"/>
  <p:tag name="OTLTIMEBANDSHAPEPADDINGLEFT" val="0"/>
  <p:tag name="OTLTIMEBANDCULTUREINFO" val="en-US"/>
  <p:tag name="OTLTIMEBANDTHREEDEFFECTS" val="Gel"/>
  <p:tag name="OTLTIMEBANDAUTODATERANGE" val="True"/>
  <p:tag name="OTLTIMEBANDSTARTDATE" val="0001-01-01T00:00:00.0000000"/>
  <p:tag name="OTLTIMEBANDWORKINGDAYS" val="Standard"/>
  <p:tag name="OTLTIMEBANDELAPSEDTIMEEXTENSION" val="False"/>
  <p:tag name="OTLTIMEBANDUSETIME" val="False"/>
  <p:tag name="OTLTIMEBANDTIMECONFIGWORKDAYSTART" val="00:00:00"/>
  <p:tag name="OTLTIMEBANDTIMECONFIGWORKDAYEND" val="23:59:00"/>
  <p:tag name="OTLTIMEBANDAPPENDYEARONYEARCHANGE" val="False"/>
  <p:tag name="OTLTIMEBANDSCALEMARKING" val="Years"/>
  <p:tag name="OTLRIGHTENDCAPSMARGINRIGHT" val="20"/>
  <p:tag name="OTLLEFTENDCAPSMARGINLEFT" val="33.6433333333333"/>
  <p:tag name="OTLTIMEBANDFYSTARTMONTH" val="January"/>
  <p:tag name="OTLTIMEBANDSHOWFYLABEL" val="True"/>
  <p:tag name="OTLTIMEBANDUSESTARTINGOFTHEYEARFORFYNUMBERING" val="True"/>
  <p:tag name="OTLTIMEBANDRESERVEDLEFTAREAWIDTH" val="0"/>
  <p:tag name="OTLTIMEBANDRESERVEDLEFTAREAISSET" val="False"/>
  <p:tag name="OTLTIMEBANDDEPENABLED" val="False"/>
  <p:tag name="OTLTIMEBANDDEPSCHEDULINGMODE" val="Flexible"/>
  <p:tag name="OTLTIMEBANDDEPPREVIOUSSCHEDULINGMODE" val="Flexible"/>
  <p:tag name="OTLTIMEBANDDEPONBREAKINGSTRICTSCHEDULINGMODE" val="AskEverytime"/>
  <p:tag name="OTLTIMEBANDDEPONBREAKINGFLEXIBLESCHEDULINGMODE" val="AskEverytime"/>
  <p:tag name="OTLTIMEBANDSCALEFORMAT" val="MMM"/>
  <p:tag name="OTLTIMEBANDQUICKPOSITION" val="Custom"/>
  <p:tag name="OTLTIMEBANDENDDATE" val="2029-01-13T23:59:00.0000000"/>
  <p:tag name="OTLTIMEBANDSCALETYPE" val="Months"/>
</p:tagLst>
</file>

<file path=ppt/tags/tag252.xml><?xml version="1.0" encoding="utf-8"?>
<p:tagLst xmlns:a="http://schemas.openxmlformats.org/drawingml/2006/main" xmlns:r="http://schemas.openxmlformats.org/officeDocument/2006/relationships" xmlns:p="http://schemas.openxmlformats.org/presentationml/2006/main">
  <p:tag name="OTLMARKERSHAPE" val="OTL"/>
</p:tagLst>
</file>

<file path=ppt/tags/tag253.xml><?xml version="1.0" encoding="utf-8"?>
<p:tagLst xmlns:a="http://schemas.openxmlformats.org/drawingml/2006/main" xmlns:r="http://schemas.openxmlformats.org/officeDocument/2006/relationships" xmlns:p="http://schemas.openxmlformats.org/presentationml/2006/main">
  <p:tag name="OTLMARKERSHAPE" val="OTL"/>
</p:tagLst>
</file>

<file path=ppt/tags/tag254.xml><?xml version="1.0" encoding="utf-8"?>
<p:tagLst xmlns:a="http://schemas.openxmlformats.org/drawingml/2006/main" xmlns:r="http://schemas.openxmlformats.org/officeDocument/2006/relationships" xmlns:p="http://schemas.openxmlformats.org/presentationml/2006/main">
  <p:tag name="OTLMARKERSHAPE" val="OTL"/>
</p:tagLst>
</file>

<file path=ppt/tags/tag255.xml><?xml version="1.0" encoding="utf-8"?>
<p:tagLst xmlns:a="http://schemas.openxmlformats.org/drawingml/2006/main" xmlns:r="http://schemas.openxmlformats.org/officeDocument/2006/relationships" xmlns:p="http://schemas.openxmlformats.org/presentationml/2006/main">
  <p:tag name="OTLMARKERSHAPE" val="OTL"/>
</p:tagLst>
</file>

<file path=ppt/tags/tag256.xml><?xml version="1.0" encoding="utf-8"?>
<p:tagLst xmlns:a="http://schemas.openxmlformats.org/drawingml/2006/main" xmlns:r="http://schemas.openxmlformats.org/officeDocument/2006/relationships" xmlns:p="http://schemas.openxmlformats.org/presentationml/2006/main">
  <p:tag name="OTLMARKERSHAPE" val="OTL"/>
</p:tagLst>
</file>

<file path=ppt/tags/tag257.xml><?xml version="1.0" encoding="utf-8"?>
<p:tagLst xmlns:a="http://schemas.openxmlformats.org/drawingml/2006/main" xmlns:r="http://schemas.openxmlformats.org/officeDocument/2006/relationships" xmlns:p="http://schemas.openxmlformats.org/presentationml/2006/main">
  <p:tag name="OTLMARKERSHAPE" val="OTL"/>
</p:tagLst>
</file>

<file path=ppt/tags/tag258.xml><?xml version="1.0" encoding="utf-8"?>
<p:tagLst xmlns:a="http://schemas.openxmlformats.org/drawingml/2006/main" xmlns:r="http://schemas.openxmlformats.org/officeDocument/2006/relationships" xmlns:p="http://schemas.openxmlformats.org/presentationml/2006/main">
  <p:tag name="OTLMARKERSHAPE" val="OTL"/>
</p:tagLst>
</file>

<file path=ppt/tags/tag259.xml><?xml version="1.0" encoding="utf-8"?>
<p:tagLst xmlns:a="http://schemas.openxmlformats.org/drawingml/2006/main" xmlns:r="http://schemas.openxmlformats.org/officeDocument/2006/relationships" xmlns:p="http://schemas.openxmlformats.org/presentationml/2006/main">
  <p:tag name="OTLMARKERSHAPE" val="OTL"/>
</p:tagLst>
</file>

<file path=ppt/tags/tag260.xml><?xml version="1.0" encoding="utf-8"?>
<p:tagLst xmlns:a="http://schemas.openxmlformats.org/drawingml/2006/main" xmlns:r="http://schemas.openxmlformats.org/officeDocument/2006/relationships" xmlns:p="http://schemas.openxmlformats.org/presentationml/2006/main">
  <p:tag name="OTLMARKERSHAPE" val="OTL"/>
</p:tagLst>
</file>

<file path=ppt/tags/tag261.xml><?xml version="1.0" encoding="utf-8"?>
<p:tagLst xmlns:a="http://schemas.openxmlformats.org/drawingml/2006/main" xmlns:r="http://schemas.openxmlformats.org/officeDocument/2006/relationships" xmlns:p="http://schemas.openxmlformats.org/presentationml/2006/main">
  <p:tag name="OTLMARKERSHAPE" val="OTL"/>
</p:tagLst>
</file>

<file path=ppt/tags/tag262.xml><?xml version="1.0" encoding="utf-8"?>
<p:tagLst xmlns:a="http://schemas.openxmlformats.org/drawingml/2006/main" xmlns:r="http://schemas.openxmlformats.org/officeDocument/2006/relationships" xmlns:p="http://schemas.openxmlformats.org/presentationml/2006/main">
  <p:tag name="OTLMARKERSHAPE" val="OTL"/>
</p:tagLst>
</file>

<file path=ppt/tags/tag263.xml><?xml version="1.0" encoding="utf-8"?>
<p:tagLst xmlns:a="http://schemas.openxmlformats.org/drawingml/2006/main" xmlns:r="http://schemas.openxmlformats.org/officeDocument/2006/relationships" xmlns:p="http://schemas.openxmlformats.org/presentationml/2006/main">
  <p:tag name="OTLELAPSEDSTYLE" val="Thin"/>
  <p:tag name="OTLMARKERSHAPE" val="OTL"/>
</p:tagLst>
</file>

<file path=ppt/tags/tag264.xml><?xml version="1.0" encoding="utf-8"?>
<p:tagLst xmlns:a="http://schemas.openxmlformats.org/drawingml/2006/main" xmlns:r="http://schemas.openxmlformats.org/officeDocument/2006/relationships" xmlns:p="http://schemas.openxmlformats.org/presentationml/2006/main">
  <p:tag name="OTLDATE" val="2025-12-03T23:59:00.0000000"/>
  <p:tag name="OTLDATEFORMATAMPMDESIGNATOR" val="AmPmLowerCase"/>
  <p:tag name="OTLDATEFORMATDATEISVISIBLE" val="True"/>
  <p:tag name="OTLDATEFORMATHOURDIGITS" val="H"/>
  <p:tag name="OTLDATEFORMATSEPARATOR" val="/"/>
  <p:tag name="OTLDATEFORMATSTRING" val="MMM yyyy"/>
  <p:tag name="OTLDATEFORMATTIMEISVISIBLE" val="False"/>
  <p:tag name="OTLDATEFORMATTRIM00MINUTES" val="False"/>
  <p:tag name="OTLDATEFORMATUSEUS" val="True"/>
  <p:tag name="OTLMARKERSHAPE" val="OTL"/>
  <p:tag name="OTLMTITLE" val="FSGS- gPh3 (1434-0017)"/>
  <p:tag name="OTLPOSITIONONTASK" val="None"/>
  <p:tag name="OTLRELATEDTASKID" val="00000000-0000-0000-0000-000000000000"/>
  <p:tag name="OTLWEEKNUMBERINGFORMAT" val="WNFormat1"/>
  <p:tag name="OTLWEEKNUMBERINGISVISIBLE" val="False"/>
</p:tagLst>
</file>

<file path=ppt/tags/tag265.xml><?xml version="1.0" encoding="utf-8"?>
<p:tagLst xmlns:a="http://schemas.openxmlformats.org/drawingml/2006/main" xmlns:r="http://schemas.openxmlformats.org/officeDocument/2006/relationships" xmlns:p="http://schemas.openxmlformats.org/presentationml/2006/main">
  <p:tag name="OTLMARKERSHAPE" val="OTL"/>
  <p:tag name="OTLTODAYPOSITION" val="Below"/>
</p:tagLst>
</file>

<file path=ppt/tags/tag266.xml><?xml version="1.0" encoding="utf-8"?>
<p:tagLst xmlns:a="http://schemas.openxmlformats.org/drawingml/2006/main" xmlns:r="http://schemas.openxmlformats.org/officeDocument/2006/relationships" xmlns:p="http://schemas.openxmlformats.org/presentationml/2006/main">
  <p:tag name="OTLMARKERSHAPE" val="OTL"/>
</p:tagLst>
</file>

<file path=ppt/tags/tag267.xml><?xml version="1.0" encoding="utf-8"?>
<p:tagLst xmlns:a="http://schemas.openxmlformats.org/drawingml/2006/main" xmlns:r="http://schemas.openxmlformats.org/officeDocument/2006/relationships" xmlns:p="http://schemas.openxmlformats.org/presentationml/2006/main">
  <p:tag name="OTLMARKERSHAPE" val="OTL"/>
</p:tagLst>
</file>

<file path=ppt/tags/tag268.xml><?xml version="1.0" encoding="utf-8"?>
<p:tagLst xmlns:a="http://schemas.openxmlformats.org/drawingml/2006/main" xmlns:r="http://schemas.openxmlformats.org/officeDocument/2006/relationships" xmlns:p="http://schemas.openxmlformats.org/presentationml/2006/main">
  <p:tag name="OTLMARKERSHAPE" val="OTL"/>
</p:tagLst>
</file>

<file path=ppt/tags/tag269.xml><?xml version="1.0" encoding="utf-8"?>
<p:tagLst xmlns:a="http://schemas.openxmlformats.org/drawingml/2006/main" xmlns:r="http://schemas.openxmlformats.org/officeDocument/2006/relationships" xmlns:p="http://schemas.openxmlformats.org/presentationml/2006/main">
  <p:tag name="OTLMARKERSHAPE" val="OTL"/>
</p:tagLst>
</file>

<file path=ppt/tags/tag270.xml><?xml version="1.0" encoding="utf-8"?>
<p:tagLst xmlns:a="http://schemas.openxmlformats.org/drawingml/2006/main" xmlns:r="http://schemas.openxmlformats.org/officeDocument/2006/relationships" xmlns:p="http://schemas.openxmlformats.org/presentationml/2006/main">
  <p:tag name="OTLMARKERSHAPE" val="OTL"/>
</p:tagLst>
</file>

<file path=ppt/tags/tag271.xml><?xml version="1.0" encoding="utf-8"?>
<p:tagLst xmlns:a="http://schemas.openxmlformats.org/drawingml/2006/main" xmlns:r="http://schemas.openxmlformats.org/officeDocument/2006/relationships" xmlns:p="http://schemas.openxmlformats.org/presentationml/2006/main">
  <p:tag name="OTLMARKERSHAPE" val="OTL"/>
</p:tagLst>
</file>

<file path=ppt/tags/tag272.xml><?xml version="1.0" encoding="utf-8"?>
<p:tagLst xmlns:a="http://schemas.openxmlformats.org/drawingml/2006/main" xmlns:r="http://schemas.openxmlformats.org/officeDocument/2006/relationships" xmlns:p="http://schemas.openxmlformats.org/presentationml/2006/main">
  <p:tag name="OTLMARKERSHAPE" val="OTL"/>
</p:tagLst>
</file>

<file path=ppt/tags/tag273.xml><?xml version="1.0" encoding="utf-8"?>
<p:tagLst xmlns:a="http://schemas.openxmlformats.org/drawingml/2006/main" xmlns:r="http://schemas.openxmlformats.org/officeDocument/2006/relationships" xmlns:p="http://schemas.openxmlformats.org/presentationml/2006/main">
  <p:tag name="OTLMARKERSHAPE" val="OTL"/>
</p:tagLst>
</file>

<file path=ppt/tags/tag274.xml><?xml version="1.0" encoding="utf-8"?>
<p:tagLst xmlns:a="http://schemas.openxmlformats.org/drawingml/2006/main" xmlns:r="http://schemas.openxmlformats.org/officeDocument/2006/relationships" xmlns:p="http://schemas.openxmlformats.org/presentationml/2006/main">
  <p:tag name="OTLMARKERSHAPE" val="OTL"/>
</p:tagLst>
</file>

<file path=ppt/tags/tag275.xml><?xml version="1.0" encoding="utf-8"?>
<p:tagLst xmlns:a="http://schemas.openxmlformats.org/drawingml/2006/main" xmlns:r="http://schemas.openxmlformats.org/officeDocument/2006/relationships" xmlns:p="http://schemas.openxmlformats.org/presentationml/2006/main">
  <p:tag name="OTLMARKERSHAPE" val="OTL"/>
</p:tagLst>
</file>

<file path=ppt/tags/tag276.xml><?xml version="1.0" encoding="utf-8"?>
<p:tagLst xmlns:a="http://schemas.openxmlformats.org/drawingml/2006/main" xmlns:r="http://schemas.openxmlformats.org/officeDocument/2006/relationships" xmlns:p="http://schemas.openxmlformats.org/presentationml/2006/main">
  <p:tag name="OTLMARKERSHAPE" val="OTL"/>
</p:tagLst>
</file>

<file path=ppt/tags/tag277.xml><?xml version="1.0" encoding="utf-8"?>
<p:tagLst xmlns:a="http://schemas.openxmlformats.org/drawingml/2006/main" xmlns:r="http://schemas.openxmlformats.org/officeDocument/2006/relationships" xmlns:p="http://schemas.openxmlformats.org/presentationml/2006/main">
  <p:tag name="OTLMARKERSHAPE" val="OTL"/>
</p:tagLst>
</file>

<file path=ppt/tags/tag278.xml><?xml version="1.0" encoding="utf-8"?>
<p:tagLst xmlns:a="http://schemas.openxmlformats.org/drawingml/2006/main" xmlns:r="http://schemas.openxmlformats.org/officeDocument/2006/relationships" xmlns:p="http://schemas.openxmlformats.org/presentationml/2006/main">
  <p:tag name="OTLMARKERSHAPE" val="OTL"/>
</p:tagLst>
</file>

<file path=ppt/tags/tag279.xml><?xml version="1.0" encoding="utf-8"?>
<p:tagLst xmlns:a="http://schemas.openxmlformats.org/drawingml/2006/main" xmlns:r="http://schemas.openxmlformats.org/officeDocument/2006/relationships" xmlns:p="http://schemas.openxmlformats.org/presentationml/2006/main">
  <p:tag name="OTLMARKERSHAPE" val="OTL"/>
</p:tagLst>
</file>

<file path=ppt/tags/tag280.xml><?xml version="1.0" encoding="utf-8"?>
<p:tagLst xmlns:a="http://schemas.openxmlformats.org/drawingml/2006/main" xmlns:r="http://schemas.openxmlformats.org/officeDocument/2006/relationships" xmlns:p="http://schemas.openxmlformats.org/presentationml/2006/main">
  <p:tag name="OTLMARKERSHAPE" val="OTL"/>
</p:tagLst>
</file>

<file path=ppt/tags/tag281.xml><?xml version="1.0" encoding="utf-8"?>
<p:tagLst xmlns:a="http://schemas.openxmlformats.org/drawingml/2006/main" xmlns:r="http://schemas.openxmlformats.org/officeDocument/2006/relationships" xmlns:p="http://schemas.openxmlformats.org/presentationml/2006/main">
  <p:tag name="OTLMARKERSHAPE" val="OTL"/>
</p:tagLst>
</file>

<file path=ppt/tags/tag282.xml><?xml version="1.0" encoding="utf-8"?>
<p:tagLst xmlns:a="http://schemas.openxmlformats.org/drawingml/2006/main" xmlns:r="http://schemas.openxmlformats.org/officeDocument/2006/relationships" xmlns:p="http://schemas.openxmlformats.org/presentationml/2006/main">
  <p:tag name="OTLMARKERSHAPE" val="OTL"/>
</p:tagLst>
</file>

<file path=ppt/tags/tag283.xml><?xml version="1.0" encoding="utf-8"?>
<p:tagLst xmlns:a="http://schemas.openxmlformats.org/drawingml/2006/main" xmlns:r="http://schemas.openxmlformats.org/officeDocument/2006/relationships" xmlns:p="http://schemas.openxmlformats.org/presentationml/2006/main">
  <p:tag name="OTLMARKERSHAPE" val="OTL"/>
</p:tagLst>
</file>

<file path=ppt/tags/tag284.xml><?xml version="1.0" encoding="utf-8"?>
<p:tagLst xmlns:a="http://schemas.openxmlformats.org/drawingml/2006/main" xmlns:r="http://schemas.openxmlformats.org/officeDocument/2006/relationships" xmlns:p="http://schemas.openxmlformats.org/presentationml/2006/main">
  <p:tag name="OTLMARKERSHAPE" val="OTL"/>
</p:tagLst>
</file>

<file path=ppt/tags/tag285.xml><?xml version="1.0" encoding="utf-8"?>
<p:tagLst xmlns:a="http://schemas.openxmlformats.org/drawingml/2006/main" xmlns:r="http://schemas.openxmlformats.org/officeDocument/2006/relationships" xmlns:p="http://schemas.openxmlformats.org/presentationml/2006/main">
  <p:tag name="OTLMARKERSHAPE" val="OTL"/>
</p:tagLst>
</file>

<file path=ppt/tags/tag286.xml><?xml version="1.0" encoding="utf-8"?>
<p:tagLst xmlns:a="http://schemas.openxmlformats.org/drawingml/2006/main" xmlns:r="http://schemas.openxmlformats.org/officeDocument/2006/relationships" xmlns:p="http://schemas.openxmlformats.org/presentationml/2006/main">
  <p:tag name="OTLMARKERSHAPE" val="OTL"/>
</p:tagLst>
</file>

<file path=ppt/tags/tag287.xml><?xml version="1.0" encoding="utf-8"?>
<p:tagLst xmlns:a="http://schemas.openxmlformats.org/drawingml/2006/main" xmlns:r="http://schemas.openxmlformats.org/officeDocument/2006/relationships" xmlns:p="http://schemas.openxmlformats.org/presentationml/2006/main">
  <p:tag name="OTLMARKERSHAPE" val="OTL"/>
</p:tagLst>
</file>

<file path=ppt/tags/tag288.xml><?xml version="1.0" encoding="utf-8"?>
<p:tagLst xmlns:a="http://schemas.openxmlformats.org/drawingml/2006/main" xmlns:r="http://schemas.openxmlformats.org/officeDocument/2006/relationships" xmlns:p="http://schemas.openxmlformats.org/presentationml/2006/main">
  <p:tag name="OTLMARKERSHAPE" val="OTL"/>
</p:tagLst>
</file>

<file path=ppt/tags/tag289.xml><?xml version="1.0" encoding="utf-8"?>
<p:tagLst xmlns:a="http://schemas.openxmlformats.org/drawingml/2006/main" xmlns:r="http://schemas.openxmlformats.org/officeDocument/2006/relationships" xmlns:p="http://schemas.openxmlformats.org/presentationml/2006/main">
  <p:tag name="OTLMARKERSHAPE" val="OTL"/>
</p:tagLst>
</file>

<file path=ppt/tags/tag290.xml><?xml version="1.0" encoding="utf-8"?>
<p:tagLst xmlns:a="http://schemas.openxmlformats.org/drawingml/2006/main" xmlns:r="http://schemas.openxmlformats.org/officeDocument/2006/relationships" xmlns:p="http://schemas.openxmlformats.org/presentationml/2006/main">
  <p:tag name="OTLMARKERSHAPE" val="OTL"/>
</p:tagLst>
</file>

<file path=ppt/tags/tag291.xml><?xml version="1.0" encoding="utf-8"?>
<p:tagLst xmlns:a="http://schemas.openxmlformats.org/drawingml/2006/main" xmlns:r="http://schemas.openxmlformats.org/officeDocument/2006/relationships" xmlns:p="http://schemas.openxmlformats.org/presentationml/2006/main">
  <p:tag name="OTLMARKERSHAPE" val="OTL"/>
</p:tagLst>
</file>

<file path=ppt/tags/tag292.xml><?xml version="1.0" encoding="utf-8"?>
<p:tagLst xmlns:a="http://schemas.openxmlformats.org/drawingml/2006/main" xmlns:r="http://schemas.openxmlformats.org/officeDocument/2006/relationships" xmlns:p="http://schemas.openxmlformats.org/presentationml/2006/main">
  <p:tag name="OTLMARKERSHAPE" val="OTL"/>
</p:tagLst>
</file>

<file path=ppt/tags/tag293.xml><?xml version="1.0" encoding="utf-8"?>
<p:tagLst xmlns:a="http://schemas.openxmlformats.org/drawingml/2006/main" xmlns:r="http://schemas.openxmlformats.org/officeDocument/2006/relationships" xmlns:p="http://schemas.openxmlformats.org/presentationml/2006/main">
  <p:tag name="OTLMARKERSHAPE" val="OTL"/>
</p:tagLst>
</file>

<file path=ppt/tags/tag294.xml><?xml version="1.0" encoding="utf-8"?>
<p:tagLst xmlns:a="http://schemas.openxmlformats.org/drawingml/2006/main" xmlns:r="http://schemas.openxmlformats.org/officeDocument/2006/relationships" xmlns:p="http://schemas.openxmlformats.org/presentationml/2006/main">
  <p:tag name="OTLMARKERSHAPE" val="OTL"/>
</p:tagLst>
</file>

<file path=ppt/tags/tag295.xml><?xml version="1.0" encoding="utf-8"?>
<p:tagLst xmlns:a="http://schemas.openxmlformats.org/drawingml/2006/main" xmlns:r="http://schemas.openxmlformats.org/officeDocument/2006/relationships" xmlns:p="http://schemas.openxmlformats.org/presentationml/2006/main">
  <p:tag name="OTLMARKERSHAPE" val="OTL"/>
</p:tagLst>
</file>

<file path=ppt/tags/tag296.xml><?xml version="1.0" encoding="utf-8"?>
<p:tagLst xmlns:a="http://schemas.openxmlformats.org/drawingml/2006/main" xmlns:r="http://schemas.openxmlformats.org/officeDocument/2006/relationships" xmlns:p="http://schemas.openxmlformats.org/presentationml/2006/main">
  <p:tag name="OTLMARKERSHAPE" val="OTL"/>
</p:tagLst>
</file>

<file path=ppt/tags/tag297.xml><?xml version="1.0" encoding="utf-8"?>
<p:tagLst xmlns:a="http://schemas.openxmlformats.org/drawingml/2006/main" xmlns:r="http://schemas.openxmlformats.org/officeDocument/2006/relationships" xmlns:p="http://schemas.openxmlformats.org/presentationml/2006/main">
  <p:tag name="OTLMARKERSHAPE" val="OTL"/>
</p:tagLst>
</file>

<file path=ppt/tags/tag298.xml><?xml version="1.0" encoding="utf-8"?>
<p:tagLst xmlns:a="http://schemas.openxmlformats.org/drawingml/2006/main" xmlns:r="http://schemas.openxmlformats.org/officeDocument/2006/relationships" xmlns:p="http://schemas.openxmlformats.org/presentationml/2006/main">
  <p:tag name="OTLMARKERSHAPE" val="OTL"/>
</p:tagLst>
</file>

<file path=ppt/tags/tag299.xml><?xml version="1.0" encoding="utf-8"?>
<p:tagLst xmlns:a="http://schemas.openxmlformats.org/drawingml/2006/main" xmlns:r="http://schemas.openxmlformats.org/officeDocument/2006/relationships" xmlns:p="http://schemas.openxmlformats.org/presentationml/2006/main">
  <p:tag name="OTLMARKERSHAPE" val="OTL"/>
</p:tagLst>
</file>

<file path=ppt/tags/tag300.xml><?xml version="1.0" encoding="utf-8"?>
<p:tagLst xmlns:a="http://schemas.openxmlformats.org/drawingml/2006/main" xmlns:r="http://schemas.openxmlformats.org/officeDocument/2006/relationships" xmlns:p="http://schemas.openxmlformats.org/presentationml/2006/main">
  <p:tag name="OTLMARKERSHAPE" val="OTL"/>
</p:tagLst>
</file>

<file path=ppt/tags/tag301.xml><?xml version="1.0" encoding="utf-8"?>
<p:tagLst xmlns:a="http://schemas.openxmlformats.org/drawingml/2006/main" xmlns:r="http://schemas.openxmlformats.org/officeDocument/2006/relationships" xmlns:p="http://schemas.openxmlformats.org/presentationml/2006/main">
  <p:tag name="OTLMARKERSHAPE" val="OTL"/>
</p:tagLst>
</file>

<file path=ppt/tags/tag302.xml><?xml version="1.0" encoding="utf-8"?>
<p:tagLst xmlns:a="http://schemas.openxmlformats.org/drawingml/2006/main" xmlns:r="http://schemas.openxmlformats.org/officeDocument/2006/relationships" xmlns:p="http://schemas.openxmlformats.org/presentationml/2006/main">
  <p:tag name="OTLDATE" val="2025-12-03T23:59:00.0000000"/>
  <p:tag name="OTLDATEFORMATAMPMDESIGNATOR" val="AmPmLowerCase"/>
  <p:tag name="OTLDATEFORMATDATEISVISIBLE" val="True"/>
  <p:tag name="OTLDATEFORMATHOURDIGITS" val="H"/>
  <p:tag name="OTLDATEFORMATSEPARATOR" val="/"/>
  <p:tag name="OTLDATEFORMATSTRING" val="MMM yyyy"/>
  <p:tag name="OTLDATEFORMATTIMEISVISIBLE" val="False"/>
  <p:tag name="OTLDATEFORMATTRIM00MINUTES" val="False"/>
  <p:tag name="OTLDATEFORMATUSEUS" val="True"/>
  <p:tag name="OTLMARKERSHAPE" val="OTL"/>
  <p:tag name="OTLMTITLE" val="FSGS- gPh3 (1434-0017)"/>
  <p:tag name="OTLPOSITIONONTASK" val="None"/>
  <p:tag name="OTLRELATEDTASKID" val="00000000-0000-0000-0000-000000000000"/>
  <p:tag name="OTLWEEKNUMBERINGFORMAT" val="WNFormat1"/>
  <p:tag name="OTLWEEKNUMBERINGISVISIBLE" val="False"/>
</p:tagLst>
</file>

<file path=ppt/tags/tag303.xml><?xml version="1.0" encoding="utf-8"?>
<p:tagLst xmlns:a="http://schemas.openxmlformats.org/drawingml/2006/main" xmlns:r="http://schemas.openxmlformats.org/officeDocument/2006/relationships" xmlns:p="http://schemas.openxmlformats.org/presentationml/2006/main">
  <p:tag name="OTLMARKERSHAPE" val="OTL"/>
</p:tagLst>
</file>

<file path=ppt/tags/tag304.xml><?xml version="1.0" encoding="utf-8"?>
<p:tagLst xmlns:a="http://schemas.openxmlformats.org/drawingml/2006/main" xmlns:r="http://schemas.openxmlformats.org/officeDocument/2006/relationships" xmlns:p="http://schemas.openxmlformats.org/presentationml/2006/main">
  <p:tag name="OTLMARKERSHAPE" val="OTL"/>
</p:tagLst>
</file>

<file path=ppt/tags/tag305.xml><?xml version="1.0" encoding="utf-8"?>
<p:tagLst xmlns:a="http://schemas.openxmlformats.org/drawingml/2006/main" xmlns:r="http://schemas.openxmlformats.org/officeDocument/2006/relationships" xmlns:p="http://schemas.openxmlformats.org/presentationml/2006/main">
  <p:tag name="OTLMARKERSHAPE" val="OTL"/>
</p:tagLst>
</file>

<file path=ppt/tags/tag306.xml><?xml version="1.0" encoding="utf-8"?>
<p:tagLst xmlns:a="http://schemas.openxmlformats.org/drawingml/2006/main" xmlns:r="http://schemas.openxmlformats.org/officeDocument/2006/relationships" xmlns:p="http://schemas.openxmlformats.org/presentationml/2006/main">
  <p:tag name="OTLMARKERSHAPE" val="OTL"/>
</p:tagLst>
</file>

<file path=ppt/tags/tag307.xml><?xml version="1.0" encoding="utf-8"?>
<p:tagLst xmlns:a="http://schemas.openxmlformats.org/drawingml/2006/main" xmlns:r="http://schemas.openxmlformats.org/officeDocument/2006/relationships" xmlns:p="http://schemas.openxmlformats.org/presentationml/2006/main">
  <p:tag name="OTLMARKERSHAPE" val="OTL"/>
</p:tagLst>
</file>

<file path=ppt/tags/tag308.xml><?xml version="1.0" encoding="utf-8"?>
<p:tagLst xmlns:a="http://schemas.openxmlformats.org/drawingml/2006/main" xmlns:r="http://schemas.openxmlformats.org/officeDocument/2006/relationships" xmlns:p="http://schemas.openxmlformats.org/presentationml/2006/main">
  <p:tag name="OTLMARKERSHAPE" val="OTL"/>
</p:tagLst>
</file>

<file path=ppt/tags/tag309.xml><?xml version="1.0" encoding="utf-8"?>
<p:tagLst xmlns:a="http://schemas.openxmlformats.org/drawingml/2006/main" xmlns:r="http://schemas.openxmlformats.org/officeDocument/2006/relationships" xmlns:p="http://schemas.openxmlformats.org/presentationml/2006/main">
  <p:tag name="OTLDATE" val="2025-12-03T23:59:00.0000000"/>
  <p:tag name="OTLDATEFORMATAMPMDESIGNATOR" val="AmPmLowerCase"/>
  <p:tag name="OTLDATEFORMATDATEISVISIBLE" val="True"/>
  <p:tag name="OTLDATEFORMATHOURDIGITS" val="H"/>
  <p:tag name="OTLDATEFORMATSEPARATOR" val="/"/>
  <p:tag name="OTLDATEFORMATSTRING" val="MMM yyyy"/>
  <p:tag name="OTLDATEFORMATTIMEISVISIBLE" val="False"/>
  <p:tag name="OTLDATEFORMATTRIM00MINUTES" val="False"/>
  <p:tag name="OTLDATEFORMATUSEUS" val="True"/>
  <p:tag name="OTLMARKERSHAPE" val="OTL"/>
  <p:tag name="OTLMTITLE" val="FSGS- gPh3 (1434-0017)"/>
  <p:tag name="OTLPOSITIONONTASK" val="None"/>
  <p:tag name="OTLRELATEDTASKID" val="00000000-0000-0000-0000-000000000000"/>
  <p:tag name="OTLWEEKNUMBERINGFORMAT" val="WNFormat1"/>
  <p:tag name="OTLWEEKNUMBERINGISVISIBLE" val="False"/>
</p:tagLst>
</file>

<file path=ppt/tags/tag310.xml><?xml version="1.0" encoding="utf-8"?>
<p:tagLst xmlns:a="http://schemas.openxmlformats.org/drawingml/2006/main" xmlns:r="http://schemas.openxmlformats.org/officeDocument/2006/relationships" xmlns:p="http://schemas.openxmlformats.org/presentationml/2006/main">
  <p:tag name="OTLMARKERSHAPE" val="OTL"/>
</p:tagLst>
</file>

<file path=ppt/tags/tag311.xml><?xml version="1.0" encoding="utf-8"?>
<p:tagLst xmlns:a="http://schemas.openxmlformats.org/drawingml/2006/main" xmlns:r="http://schemas.openxmlformats.org/officeDocument/2006/relationships" xmlns:p="http://schemas.openxmlformats.org/presentationml/2006/main">
  <p:tag name="OTLMARKERSHAPE" val="OTL"/>
</p:tagLst>
</file>

<file path=ppt/tags/tag312.xml><?xml version="1.0" encoding="utf-8"?>
<p:tagLst xmlns:a="http://schemas.openxmlformats.org/drawingml/2006/main" xmlns:r="http://schemas.openxmlformats.org/officeDocument/2006/relationships" xmlns:p="http://schemas.openxmlformats.org/presentationml/2006/main">
  <p:tag name="OTLMARKERSHAPE" val="OTL"/>
</p:tagLst>
</file>

<file path=ppt/tags/tag313.xml><?xml version="1.0" encoding="utf-8"?>
<p:tagLst xmlns:a="http://schemas.openxmlformats.org/drawingml/2006/main" xmlns:r="http://schemas.openxmlformats.org/officeDocument/2006/relationships" xmlns:p="http://schemas.openxmlformats.org/presentationml/2006/main">
  <p:tag name="OTLMARKERSHAPE" val="OTL"/>
</p:tagLst>
</file>

<file path=ppt/tags/tag314.xml><?xml version="1.0" encoding="utf-8"?>
<p:tagLst xmlns:a="http://schemas.openxmlformats.org/drawingml/2006/main" xmlns:r="http://schemas.openxmlformats.org/officeDocument/2006/relationships" xmlns:p="http://schemas.openxmlformats.org/presentationml/2006/main">
  <p:tag name="OTLMARKERSHAPE" val="OTL"/>
</p:tagLst>
</file>

<file path=ppt/tags/tag315.xml><?xml version="1.0" encoding="utf-8"?>
<p:tagLst xmlns:a="http://schemas.openxmlformats.org/drawingml/2006/main" xmlns:r="http://schemas.openxmlformats.org/officeDocument/2006/relationships" xmlns:p="http://schemas.openxmlformats.org/presentationml/2006/main">
  <p:tag name="OTLMARKERSHAPE" val="OTL"/>
</p:tagLst>
</file>

<file path=ppt/tags/tag316.xml><?xml version="1.0" encoding="utf-8"?>
<p:tagLst xmlns:a="http://schemas.openxmlformats.org/drawingml/2006/main" xmlns:r="http://schemas.openxmlformats.org/officeDocument/2006/relationships" xmlns:p="http://schemas.openxmlformats.org/presentationml/2006/main">
  <p:tag name="OTLMARKERSHAPE" val="OTL"/>
</p:tagLst>
</file>

<file path=ppt/tags/tag317.xml><?xml version="1.0" encoding="utf-8"?>
<p:tagLst xmlns:a="http://schemas.openxmlformats.org/drawingml/2006/main" xmlns:r="http://schemas.openxmlformats.org/officeDocument/2006/relationships" xmlns:p="http://schemas.openxmlformats.org/presentationml/2006/main">
  <p:tag name="OTLMARKERSHAPE" val="OTL"/>
</p:tagLst>
</file>

<file path=ppt/tags/tag318.xml><?xml version="1.0" encoding="utf-8"?>
<p:tagLst xmlns:a="http://schemas.openxmlformats.org/drawingml/2006/main" xmlns:r="http://schemas.openxmlformats.org/officeDocument/2006/relationships" xmlns:p="http://schemas.openxmlformats.org/presentationml/2006/main">
  <p:tag name="OTLMARKERSHAPE" val="OTL"/>
</p:tagLst>
</file>

<file path=ppt/tags/tag319.xml><?xml version="1.0" encoding="utf-8"?>
<p:tagLst xmlns:a="http://schemas.openxmlformats.org/drawingml/2006/main" xmlns:r="http://schemas.openxmlformats.org/officeDocument/2006/relationships" xmlns:p="http://schemas.openxmlformats.org/presentationml/2006/main">
  <p:tag name="OTLMARKERSHAPE" val="OTL"/>
</p:tagLst>
</file>

<file path=ppt/tags/tag320.xml><?xml version="1.0" encoding="utf-8"?>
<p:tagLst xmlns:a="http://schemas.openxmlformats.org/drawingml/2006/main" xmlns:r="http://schemas.openxmlformats.org/officeDocument/2006/relationships" xmlns:p="http://schemas.openxmlformats.org/presentationml/2006/main">
  <p:tag name="OTLMARKERSHAPE" val="OTL"/>
</p:tagLst>
</file>

<file path=ppt/tags/tag321.xml><?xml version="1.0" encoding="utf-8"?>
<p:tagLst xmlns:a="http://schemas.openxmlformats.org/drawingml/2006/main" xmlns:r="http://schemas.openxmlformats.org/officeDocument/2006/relationships" xmlns:p="http://schemas.openxmlformats.org/presentationml/2006/main">
  <p:tag name="OTLMARKERSHAPE" val="OTL"/>
</p:tagLst>
</file>

<file path=ppt/tags/tag322.xml><?xml version="1.0" encoding="utf-8"?>
<p:tagLst xmlns:a="http://schemas.openxmlformats.org/drawingml/2006/main" xmlns:r="http://schemas.openxmlformats.org/officeDocument/2006/relationships" xmlns:p="http://schemas.openxmlformats.org/presentationml/2006/main">
  <p:tag name="OTLMARKERSHAPE" val="OTL"/>
</p:tagLst>
</file>

<file path=ppt/tags/tag323.xml><?xml version="1.0" encoding="utf-8"?>
<p:tagLst xmlns:a="http://schemas.openxmlformats.org/drawingml/2006/main" xmlns:r="http://schemas.openxmlformats.org/officeDocument/2006/relationships" xmlns:p="http://schemas.openxmlformats.org/presentationml/2006/main">
  <p:tag name="OTLMARKERSHAPE" val="OTL"/>
</p:tagLst>
</file>

<file path=ppt/tags/tag324.xml><?xml version="1.0" encoding="utf-8"?>
<p:tagLst xmlns:a="http://schemas.openxmlformats.org/drawingml/2006/main" xmlns:r="http://schemas.openxmlformats.org/officeDocument/2006/relationships" xmlns:p="http://schemas.openxmlformats.org/presentationml/2006/main">
  <p:tag name="OTLMARKERSHAPE" val="OTL"/>
</p:tagLst>
</file>

<file path=ppt/tags/tag325.xml><?xml version="1.0" encoding="utf-8"?>
<p:tagLst xmlns:a="http://schemas.openxmlformats.org/drawingml/2006/main" xmlns:r="http://schemas.openxmlformats.org/officeDocument/2006/relationships" xmlns:p="http://schemas.openxmlformats.org/presentationml/2006/main">
  <p:tag name="OTLMARKERSHAPE" val="OTL"/>
</p:tagLst>
</file>

<file path=ppt/tags/tag326.xml><?xml version="1.0" encoding="utf-8"?>
<p:tagLst xmlns:a="http://schemas.openxmlformats.org/drawingml/2006/main" xmlns:r="http://schemas.openxmlformats.org/officeDocument/2006/relationships" xmlns:p="http://schemas.openxmlformats.org/presentationml/2006/main">
  <p:tag name="OTLMARKERSHAPE" val="OTL"/>
</p:tagLst>
</file>

<file path=ppt/tags/tag327.xml><?xml version="1.0" encoding="utf-8"?>
<p:tagLst xmlns:a="http://schemas.openxmlformats.org/drawingml/2006/main" xmlns:r="http://schemas.openxmlformats.org/officeDocument/2006/relationships" xmlns:p="http://schemas.openxmlformats.org/presentationml/2006/main">
  <p:tag name="OTLMARKERSHAPE" val="OTL"/>
</p:tagLst>
</file>

<file path=ppt/tags/tag328.xml><?xml version="1.0" encoding="utf-8"?>
<p:tagLst xmlns:a="http://schemas.openxmlformats.org/drawingml/2006/main" xmlns:r="http://schemas.openxmlformats.org/officeDocument/2006/relationships" xmlns:p="http://schemas.openxmlformats.org/presentationml/2006/main">
  <p:tag name="OTLMARKERSHAPE" val="OTL"/>
</p:tagLst>
</file>

<file path=ppt/tags/tag329.xml><?xml version="1.0" encoding="utf-8"?>
<p:tagLst xmlns:a="http://schemas.openxmlformats.org/drawingml/2006/main" xmlns:r="http://schemas.openxmlformats.org/officeDocument/2006/relationships" xmlns:p="http://schemas.openxmlformats.org/presentationml/2006/main">
  <p:tag name="OTLMARKERSHAPE" val="OTL"/>
</p:tagLst>
</file>

<file path=ppt/tags/tag330.xml><?xml version="1.0" encoding="utf-8"?>
<p:tagLst xmlns:a="http://schemas.openxmlformats.org/drawingml/2006/main" xmlns:r="http://schemas.openxmlformats.org/officeDocument/2006/relationships" xmlns:p="http://schemas.openxmlformats.org/presentationml/2006/main">
  <p:tag name="OTLMARKERSHAPE" val="OTL"/>
</p:tagLst>
</file>

<file path=ppt/tags/tag331.xml><?xml version="1.0" encoding="utf-8"?>
<p:tagLst xmlns:a="http://schemas.openxmlformats.org/drawingml/2006/main" xmlns:r="http://schemas.openxmlformats.org/officeDocument/2006/relationships" xmlns:p="http://schemas.openxmlformats.org/presentationml/2006/main">
  <p:tag name="OTLMARKERSHAPE" val="OTL"/>
</p:tagLst>
</file>

<file path=ppt/tags/tag3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3.xml><?xml version="1.0" encoding="utf-8"?>
<p:tagLst xmlns:a="http://schemas.openxmlformats.org/drawingml/2006/main" xmlns:r="http://schemas.openxmlformats.org/officeDocument/2006/relationships" xmlns:p="http://schemas.openxmlformats.org/presentationml/2006/main">
  <p:tag name="OTLMARKERSHAPE" val="OTL"/>
</p:tagLst>
</file>

<file path=ppt/tags/tag334.xml><?xml version="1.0" encoding="utf-8"?>
<p:tagLst xmlns:a="http://schemas.openxmlformats.org/drawingml/2006/main" xmlns:r="http://schemas.openxmlformats.org/officeDocument/2006/relationships" xmlns:p="http://schemas.openxmlformats.org/presentationml/2006/main">
  <p:tag name="OTLMARKERSHAPE" val="OTL"/>
</p:tagLst>
</file>

<file path=ppt/tags/tag335.xml><?xml version="1.0" encoding="utf-8"?>
<p:tagLst xmlns:a="http://schemas.openxmlformats.org/drawingml/2006/main" xmlns:r="http://schemas.openxmlformats.org/officeDocument/2006/relationships" xmlns:p="http://schemas.openxmlformats.org/presentationml/2006/main">
  <p:tag name="OTLMARKERSHAPE" val="OTL"/>
</p:tagLst>
</file>

<file path=ppt/tags/tag336.xml><?xml version="1.0" encoding="utf-8"?>
<p:tagLst xmlns:a="http://schemas.openxmlformats.org/drawingml/2006/main" xmlns:r="http://schemas.openxmlformats.org/officeDocument/2006/relationships" xmlns:p="http://schemas.openxmlformats.org/presentationml/2006/main">
  <p:tag name="OTLMARKERSHAPE" val="OTL"/>
</p:tagLst>
</file>

<file path=ppt/tags/tag337.xml><?xml version="1.0" encoding="utf-8"?>
<p:tagLst xmlns:a="http://schemas.openxmlformats.org/drawingml/2006/main" xmlns:r="http://schemas.openxmlformats.org/officeDocument/2006/relationships" xmlns:p="http://schemas.openxmlformats.org/presentationml/2006/main">
  <p:tag name="OTLMARKERSHAPE" val="OTL"/>
</p:tagLst>
</file>

<file path=ppt/tags/tag338.xml><?xml version="1.0" encoding="utf-8"?>
<p:tagLst xmlns:a="http://schemas.openxmlformats.org/drawingml/2006/main" xmlns:r="http://schemas.openxmlformats.org/officeDocument/2006/relationships" xmlns:p="http://schemas.openxmlformats.org/presentationml/2006/main">
  <p:tag name="OTLMARKERSHAPE" val="OTL"/>
</p:tagLst>
</file>

<file path=ppt/tags/tag339.xml><?xml version="1.0" encoding="utf-8"?>
<p:tagLst xmlns:a="http://schemas.openxmlformats.org/drawingml/2006/main" xmlns:r="http://schemas.openxmlformats.org/officeDocument/2006/relationships" xmlns:p="http://schemas.openxmlformats.org/presentationml/2006/main">
  <p:tag name="OTLMARKERSHAPE" val="OTL"/>
</p:tagLst>
</file>

<file path=ppt/tags/tag340.xml><?xml version="1.0" encoding="utf-8"?>
<p:tagLst xmlns:a="http://schemas.openxmlformats.org/drawingml/2006/main" xmlns:r="http://schemas.openxmlformats.org/officeDocument/2006/relationships" xmlns:p="http://schemas.openxmlformats.org/presentationml/2006/main">
  <p:tag name="OTLMARKERSHAPE" val="OTL"/>
</p:tagLst>
</file>

<file path=ppt/tags/tag341.xml><?xml version="1.0" encoding="utf-8"?>
<p:tagLst xmlns:a="http://schemas.openxmlformats.org/drawingml/2006/main" xmlns:r="http://schemas.openxmlformats.org/officeDocument/2006/relationships" xmlns:p="http://schemas.openxmlformats.org/presentationml/2006/main">
  <p:tag name="OTLMARKERSHAPE" val="OTL"/>
</p:tagLst>
</file>

<file path=ppt/tags/tag342.xml><?xml version="1.0" encoding="utf-8"?>
<p:tagLst xmlns:a="http://schemas.openxmlformats.org/drawingml/2006/main" xmlns:r="http://schemas.openxmlformats.org/officeDocument/2006/relationships" xmlns:p="http://schemas.openxmlformats.org/presentationml/2006/main">
  <p:tag name="OTLMARKERSHAPE" val="OTL"/>
</p:tagLst>
</file>

<file path=ppt/tags/tag343.xml><?xml version="1.0" encoding="utf-8"?>
<p:tagLst xmlns:a="http://schemas.openxmlformats.org/drawingml/2006/main" xmlns:r="http://schemas.openxmlformats.org/officeDocument/2006/relationships" xmlns:p="http://schemas.openxmlformats.org/presentationml/2006/main">
  <p:tag name="OTLMARKERSHAPE" val="OTL"/>
</p:tagLst>
</file>

<file path=ppt/tags/tag344.xml><?xml version="1.0" encoding="utf-8"?>
<p:tagLst xmlns:a="http://schemas.openxmlformats.org/drawingml/2006/main" xmlns:r="http://schemas.openxmlformats.org/officeDocument/2006/relationships" xmlns:p="http://schemas.openxmlformats.org/presentationml/2006/main">
  <p:tag name="OTLMARKERSHAPE" val="OTL"/>
</p:tagLst>
</file>

<file path=ppt/tags/tag345.xml><?xml version="1.0" encoding="utf-8"?>
<p:tagLst xmlns:a="http://schemas.openxmlformats.org/drawingml/2006/main" xmlns:r="http://schemas.openxmlformats.org/officeDocument/2006/relationships" xmlns:p="http://schemas.openxmlformats.org/presentationml/2006/main">
  <p:tag name="OTLMARKERSHAPE" val="OTL"/>
</p:tagLst>
</file>

<file path=ppt/tags/tag346.xml><?xml version="1.0" encoding="utf-8"?>
<p:tagLst xmlns:a="http://schemas.openxmlformats.org/drawingml/2006/main" xmlns:r="http://schemas.openxmlformats.org/officeDocument/2006/relationships" xmlns:p="http://schemas.openxmlformats.org/presentationml/2006/main">
  <p:tag name="OTLMARKERSHAPE" val="OTL"/>
</p:tagLst>
</file>

<file path=ppt/tags/tag347.xml><?xml version="1.0" encoding="utf-8"?>
<p:tagLst xmlns:a="http://schemas.openxmlformats.org/drawingml/2006/main" xmlns:r="http://schemas.openxmlformats.org/officeDocument/2006/relationships" xmlns:p="http://schemas.openxmlformats.org/presentationml/2006/main">
  <p:tag name="OTLMARKERSHAPE" val="OTL"/>
</p:tagLst>
</file>

<file path=ppt/theme/theme1.xml><?xml version="1.0" encoding="utf-8"?>
<a:theme xmlns:a="http://schemas.openxmlformats.org/drawingml/2006/main" name="1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2.xml><?xml version="1.0" encoding="utf-8"?>
<a:theme xmlns:a="http://schemas.openxmlformats.org/drawingml/2006/main" name="10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3.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solidFill>
          <a:srgbClr val="F6F5F3"/>
        </a:solidFill>
      </a:spPr>
      <a:bodyPr wrap="square" lIns="0" tIns="0" rIns="0" bIns="0" rtlCol="0">
        <a:spAutoFit/>
      </a:bodyPr>
      <a:lstStyle>
        <a:defPPr marL="354330" indent="-171450" algn="l">
          <a:lnSpc>
            <a:spcPct val="200000"/>
          </a:lnSpc>
          <a:buFont typeface="Arial" panose="020B0604020202020204" pitchFamily="34" charset="0"/>
          <a:buChar char="•"/>
          <a:defRPr sz="1200" dirty="0">
            <a:solidFill>
              <a:srgbClr val="076D7E"/>
            </a:solidFill>
          </a:defRPr>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4.xml><?xml version="1.0" encoding="utf-8"?>
<a:theme xmlns:a="http://schemas.openxmlformats.org/drawingml/2006/main" name="2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9242DF3D1D04D43AAE539FB642C880D" ma:contentTypeVersion="19" ma:contentTypeDescription="Create a new document." ma:contentTypeScope="" ma:versionID="216cf6b9bc403f004b8b7e86d8e72cfc">
  <xsd:schema xmlns:xsd="http://www.w3.org/2001/XMLSchema" xmlns:xs="http://www.w3.org/2001/XMLSchema" xmlns:p="http://schemas.microsoft.com/office/2006/metadata/properties" xmlns:ns2="abec3d6c-dc49-43d8-9f5f-fe75434a2497" xmlns:ns3="38988128-37ab-443d-bda8-e0f28155c68c" xmlns:ns4="e47812bf-c8f0-415c-9dc6-756594725798" targetNamespace="http://schemas.microsoft.com/office/2006/metadata/properties" ma:root="true" ma:fieldsID="22e1a6cbe640582aedff401e2d7c7a09" ns2:_="" ns3:_="" ns4:_="">
    <xsd:import namespace="abec3d6c-dc49-43d8-9f5f-fe75434a2497"/>
    <xsd:import namespace="38988128-37ab-443d-bda8-e0f28155c68c"/>
    <xsd:import namespace="e47812bf-c8f0-415c-9dc6-75659472579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MediaServiceAutoKeyPoints" minOccurs="0"/>
                <xsd:element ref="ns2:MediaServiceKeyPoints" minOccurs="0"/>
                <xsd:element ref="ns2:lcf76f155ced4ddcb4097134ff3c332f" minOccurs="0"/>
                <xsd:element ref="ns4:TaxCatchAll"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ec3d6c-dc49-43d8-9f5f-fe75434a24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98f3110-b2b7-48bc-b5f0-a137367be0c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988128-37ab-443d-bda8-e0f28155c6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7812bf-c8f0-415c-9dc6-756594725798"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289bc802-be5d-4ad1-8fa5-936a0ef32c64}" ma:internalName="TaxCatchAll" ma:showField="CatchAllData" ma:web="38988128-37ab-443d-bda8-e0f28155c6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38988128-37ab-443d-bda8-e0f28155c68c">
      <UserInfo>
        <DisplayName/>
        <AccountId xsi:nil="true"/>
        <AccountType/>
      </UserInfo>
    </SharedWithUsers>
    <lcf76f155ced4ddcb4097134ff3c332f xmlns="abec3d6c-dc49-43d8-9f5f-fe75434a2497">
      <Terms xmlns="http://schemas.microsoft.com/office/infopath/2007/PartnerControls"/>
    </lcf76f155ced4ddcb4097134ff3c332f>
    <TaxCatchAll xmlns="e47812bf-c8f0-415c-9dc6-756594725798" xsi:nil="true"/>
  </documentManagement>
</p:properties>
</file>

<file path=customXml/itemProps1.xml><?xml version="1.0" encoding="utf-8"?>
<ds:datastoreItem xmlns:ds="http://schemas.openxmlformats.org/officeDocument/2006/customXml" ds:itemID="{60E89AE9-096C-4008-8F14-FF16F0553995}">
  <ds:schemaRefs>
    <ds:schemaRef ds:uri="http://schemas.microsoft.com/sharepoint/v3/contenttype/forms"/>
  </ds:schemaRefs>
</ds:datastoreItem>
</file>

<file path=customXml/itemProps2.xml><?xml version="1.0" encoding="utf-8"?>
<ds:datastoreItem xmlns:ds="http://schemas.openxmlformats.org/officeDocument/2006/customXml" ds:itemID="{45B3C59B-A5AC-4AE0-8212-A8F895B7B9D6}"/>
</file>

<file path=customXml/itemProps3.xml><?xml version="1.0" encoding="utf-8"?>
<ds:datastoreItem xmlns:ds="http://schemas.openxmlformats.org/officeDocument/2006/customXml" ds:itemID="{5D0452D6-F2D9-4FC2-9863-71052AA7BDFA}">
  <ds:schemaRefs>
    <ds:schemaRef ds:uri="545a336c-45ba-4242-ba8b-2a24159e5b92"/>
    <ds:schemaRef ds:uri="6105e471-a007-4c69-b034-cfd36128fab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35</Slides>
  <Notes>23</Notes>
  <HiddenSlides>25</HiddenSlides>
  <ScaleCrop>false</ScaleCrop>
  <HeadingPairs>
    <vt:vector size="4" baseType="variant">
      <vt:variant>
        <vt:lpstr>Theme</vt:lpstr>
      </vt:variant>
      <vt:variant>
        <vt:i4>4</vt:i4>
      </vt:variant>
      <vt:variant>
        <vt:lpstr>Slide Titles</vt:lpstr>
      </vt:variant>
      <vt:variant>
        <vt:i4>35</vt:i4>
      </vt:variant>
    </vt:vector>
  </HeadingPairs>
  <TitlesOfParts>
    <vt:vector size="39" baseType="lpstr">
      <vt:lpstr>1_Boehringer Ingelheim 16:9</vt:lpstr>
      <vt:lpstr>10_Boehringer Ingelheim 16:9</vt:lpstr>
      <vt:lpstr>Boehringer Ingelheim 16:9</vt:lpstr>
      <vt:lpstr>2_Boehringer Ingelheim 16:9</vt:lpstr>
      <vt:lpstr>Portfolio Executive Committee (PEC) Review Meeting  TA MHEH</vt:lpstr>
      <vt:lpstr>Part I: Follow-up Actions from the Previous PEC</vt:lpstr>
      <vt:lpstr>Part II: Discussion/Endorsement</vt:lpstr>
      <vt:lpstr>Part III: Update</vt:lpstr>
      <vt:lpstr>PowerPoint Presentation</vt:lpstr>
      <vt:lpstr>2026 TA Key Milestone Overview – Eye Health</vt:lpstr>
      <vt:lpstr>2026 TA Key Milestone Overview – Mental Health</vt:lpstr>
      <vt:lpstr>Study Status</vt:lpstr>
      <vt:lpstr>Mature Product/PMS Overview - MH&amp;EH </vt:lpstr>
      <vt:lpstr>Eye Health Assets</vt:lpstr>
      <vt:lpstr>Overview of Eye Health Early Assets for China Integration</vt:lpstr>
      <vt:lpstr>BI 1815368 / PKKi, Diabetic Macular Edema (DME), Development Plan </vt:lpstr>
      <vt:lpstr>Recruitment Status - Global</vt:lpstr>
      <vt:lpstr>Recruitment Status - China</vt:lpstr>
      <vt:lpstr>PowerPoint Presentation</vt:lpstr>
      <vt:lpstr>BI 764524 / Anti-Sema3A, Diabetic Retinopathy (DR), Development Plan </vt:lpstr>
      <vt:lpstr>BI 771716 / Anti-C3 AB, Geographic Atrophy (GA), Development Plan </vt:lpstr>
      <vt:lpstr>1484-0020 COMPASS BI 771716 / Anti-C3 AB, GA, China Recruitment</vt:lpstr>
      <vt:lpstr>BI 1815368 / PKKi, Diabetic Macular Edema (DME), Development Plan </vt:lpstr>
      <vt:lpstr>1485-0018 PKKi/DME (Global recruitment status)</vt:lpstr>
      <vt:lpstr>1485-0018 PKKi/DME (China recruitment status)</vt:lpstr>
      <vt:lpstr>BI 771716 / Anti-C3 AB, Geographic Atrophy (GA), Development Plan </vt:lpstr>
      <vt:lpstr>PowerPoint Presentation</vt:lpstr>
      <vt:lpstr>1484-0020 COMPASS BI 771716 / Anti-C3 AB, GA, China Recruitment</vt:lpstr>
      <vt:lpstr>1484-0020 COMPASS BI 771716 / Anti-C3 AB, GA, China Recruitment</vt:lpstr>
      <vt:lpstr>BI 764524 / Anti-Sema3A, Diabetic Retinopathy (DR), Development Plan </vt:lpstr>
      <vt:lpstr>Eye Health KEE Mapping Overview</vt:lpstr>
      <vt:lpstr>Prioritized 15 KEEs – Key Activities in 2026</vt:lpstr>
      <vt:lpstr>Mental Health Assets</vt:lpstr>
      <vt:lpstr>Overview of Mental Health Early Assets for China Integration</vt:lpstr>
      <vt:lpstr>BI 3031185 / mGluR4 NAM, Impulsivity, Development Plan </vt:lpstr>
      <vt:lpstr>BI 1356225 / GOATi, Impulsivity SUD, Development Plan </vt:lpstr>
      <vt:lpstr>BI 3776528 / SSTR4 Agonist, CI PSD, Development Plan </vt:lpstr>
      <vt:lpstr>Mental Health Ongoing Projects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Zhu,Julia (HP Medicine) BII-CN-S</dc:creator>
  <cp:revision>1</cp:revision>
  <dcterms:created xsi:type="dcterms:W3CDTF">2023-11-09T09:11:57Z</dcterms:created>
  <dcterms:modified xsi:type="dcterms:W3CDTF">2026-04-23T09:30:59Z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0x010100B9242DF3D1D04D43AAE539FB642C880D</vt:lpwstr>
  </property>
  <property fmtid="{D5CDD505-2E9C-101B-9397-08002B2CF9AE}" pid="3" name="MediaServiceImageTags">
    <vt:lpwstr/>
  </property>
  <property fmtid="{D5CDD505-2E9C-101B-9397-08002B2CF9AE}" pid="4" name="Order">
    <vt:r8>96300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